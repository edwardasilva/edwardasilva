
<file path=[Content_Types].xml><?xml version="1.0" encoding="utf-8"?>
<Types xmlns="http://schemas.openxmlformats.org/package/2006/content-types">
  <Default Extension="fntdata" ContentType="application/x-fontdata"/>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5"/>
  </p:notesMasterIdLst>
  <p:sldIdLst>
    <p:sldId id="256" r:id="rId2"/>
    <p:sldId id="281"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86" r:id="rId21"/>
    <p:sldId id="282" r:id="rId22"/>
    <p:sldId id="276" r:id="rId23"/>
    <p:sldId id="284" r:id="rId24"/>
  </p:sldIdLst>
  <p:sldSz cx="9144000" cy="5143500" type="screen16x9"/>
  <p:notesSz cx="6858000" cy="9144000"/>
  <p:embeddedFontLst>
    <p:embeddedFont>
      <p:font typeface="Aharoni" panose="02010803020104030203" pitchFamily="2" charset="-79"/>
      <p:bold r:id="rId26"/>
    </p:embeddedFont>
    <p:embeddedFont>
      <p:font typeface="Hind" panose="020B060402020202020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evin Shim"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BF169B-7B01-4775-820A-92168BB23123}">
  <a:tblStyle styleId="{C6BF169B-7B01-4775-820A-92168BB231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80276" autoAdjust="0"/>
  </p:normalViewPr>
  <p:slideViewPr>
    <p:cSldViewPr snapToGrid="0">
      <p:cViewPr varScale="1">
        <p:scale>
          <a:sx n="109" d="100"/>
          <a:sy n="109" d="100"/>
        </p:scale>
        <p:origin x="634"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e41d24a416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e41d24a416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Bella</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8675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e091085674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e091085674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Bella</a:t>
            </a:r>
          </a:p>
          <a:p>
            <a:pPr marL="228600" lvl="0" indent="-228600" algn="l" rtl="0">
              <a:spcBef>
                <a:spcPts val="0"/>
              </a:spcBef>
              <a:spcAft>
                <a:spcPts val="0"/>
              </a:spcAft>
              <a:buAutoNum type="arabicParenR"/>
            </a:pPr>
            <a:r>
              <a:rPr lang="en" dirty="0"/>
              <a:t>Audience (elderly people/healthcare providers, chronically ill)</a:t>
            </a:r>
          </a:p>
          <a:p>
            <a:pPr marL="228600" lvl="0" indent="-228600" algn="l" rtl="0">
              <a:spcBef>
                <a:spcPts val="0"/>
              </a:spcBef>
              <a:spcAft>
                <a:spcPts val="0"/>
              </a:spcAft>
              <a:buAutoNum type="arabicParenR"/>
            </a:pPr>
            <a:r>
              <a:rPr lang="en" dirty="0"/>
              <a:t>T</a:t>
            </a:r>
            <a:r>
              <a:rPr lang="en-US" dirty="0"/>
              <a:t>h</a:t>
            </a:r>
            <a:r>
              <a:rPr lang="en" dirty="0"/>
              <a:t>e WHY (real reason why we care about this)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e25803f77a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e25803f77a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Dylan</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e41d24a416_6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e41d24a416_6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Dylan</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e25803f77a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e25803f77a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Sasha</a:t>
            </a:r>
            <a:endParaRPr dirty="0"/>
          </a:p>
          <a:p>
            <a:pPr marL="457200" lvl="0" indent="-298450" algn="l" rtl="0">
              <a:spcBef>
                <a:spcPts val="0"/>
              </a:spcBef>
              <a:spcAft>
                <a:spcPts val="0"/>
              </a:spcAft>
              <a:buSzPts val="1100"/>
              <a:buChar char="●"/>
            </a:pPr>
            <a:r>
              <a:rPr lang="en" dirty="0"/>
              <a:t>Let’s review some of the challenges that elderly people face with medication management and medication adherence. </a:t>
            </a:r>
            <a:endParaRPr dirty="0"/>
          </a:p>
          <a:p>
            <a:pPr marL="457200" lvl="0" indent="-298450" algn="l" rtl="0">
              <a:spcBef>
                <a:spcPts val="0"/>
              </a:spcBef>
              <a:spcAft>
                <a:spcPts val="0"/>
              </a:spcAft>
              <a:buSzPts val="1100"/>
              <a:buChar char="●"/>
            </a:pPr>
            <a:r>
              <a:rPr lang="en" dirty="0"/>
              <a:t>As we get older, we might need more and more medicine to improve our overall well being or treat specific symptoms</a:t>
            </a:r>
            <a:endParaRPr dirty="0"/>
          </a:p>
          <a:p>
            <a:pPr marL="457200" lvl="0" indent="-298450" algn="l" rtl="0">
              <a:spcBef>
                <a:spcPts val="0"/>
              </a:spcBef>
              <a:spcAft>
                <a:spcPts val="0"/>
              </a:spcAft>
              <a:buSzPts val="1100"/>
              <a:buChar char="●"/>
            </a:pPr>
            <a:r>
              <a:rPr lang="en" dirty="0"/>
              <a:t>It can be challenging for elderly people to keep up with their medication schedules, especially when it consists of 4 or more pills for daily consumption.</a:t>
            </a:r>
            <a:endParaRPr dirty="0"/>
          </a:p>
          <a:p>
            <a:pPr marL="457200" lvl="0" indent="-298450" algn="l" rtl="0">
              <a:spcBef>
                <a:spcPts val="0"/>
              </a:spcBef>
              <a:spcAft>
                <a:spcPts val="0"/>
              </a:spcAft>
              <a:buSzPts val="1100"/>
              <a:buChar char="●"/>
            </a:pPr>
            <a:r>
              <a:rPr lang="en" dirty="0"/>
              <a:t>Health issues such as blurred vision and impaired hearing can disrupt communication between patients and doctors. These miscommunications can be a cause of medication overdose or underdose and lead to serious health consequences. </a:t>
            </a:r>
          </a:p>
          <a:p>
            <a:pPr marL="457200" lvl="0" indent="-298450" algn="l" rtl="0">
              <a:spcBef>
                <a:spcPts val="0"/>
              </a:spcBef>
              <a:spcAft>
                <a:spcPts val="0"/>
              </a:spcAft>
              <a:buSzPts val="1100"/>
              <a:buChar char="●"/>
            </a:pPr>
            <a:r>
              <a:rPr lang="en" dirty="0"/>
              <a:t>Story about my father with a lot of medcine, notepads, etc.</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e25803f77a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e25803f77a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Marcus</a:t>
            </a:r>
          </a:p>
          <a:p>
            <a:pPr marL="0" lvl="0" indent="0" algn="l" rtl="0">
              <a:spcBef>
                <a:spcPts val="0"/>
              </a:spcBef>
              <a:spcAft>
                <a:spcPts val="0"/>
              </a:spcAft>
              <a:buNone/>
            </a:pPr>
            <a:endParaRPr lang="en" dirty="0"/>
          </a:p>
          <a:p>
            <a:pPr marL="0" lvl="0" indent="0" algn="l" rtl="0">
              <a:spcBef>
                <a:spcPts val="0"/>
              </a:spcBef>
              <a:spcAft>
                <a:spcPts val="0"/>
              </a:spcAft>
              <a:buNone/>
            </a:pP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e25803f77a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e25803f77a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Ameer</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e091085674_4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e091085674_4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Ameer - explain why we chose the name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e41d24a416_6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e41d24a416_6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Natlock is a hub for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e091085674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e091085674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Ameer</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e25803f77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e25803f77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Edward</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e25803f77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e25803f7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Edward</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e091085674_2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e091085674_2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Rushil</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e288278aa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e288278aa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1100"/>
              <a:buFont typeface="Arial"/>
              <a:buNone/>
            </a:pPr>
            <a:r>
              <a:rPr lang="en" dirty="0"/>
              <a:t>Sasha</a:t>
            </a:r>
            <a:endParaRPr dirty="0"/>
          </a:p>
          <a:p>
            <a:pPr marL="457200" lvl="0" indent="-298450" algn="l" rtl="0">
              <a:lnSpc>
                <a:spcPct val="80000"/>
              </a:lnSpc>
              <a:spcBef>
                <a:spcPts val="0"/>
              </a:spcBef>
              <a:spcAft>
                <a:spcPts val="0"/>
              </a:spcAft>
              <a:buSzPts val="1100"/>
              <a:buChar char="●"/>
            </a:pPr>
            <a:endParaRPr dirty="0"/>
          </a:p>
          <a:p>
            <a:pPr marL="457200" lvl="0" indent="-298450" algn="l" rtl="0">
              <a:lnSpc>
                <a:spcPct val="80000"/>
              </a:lnSpc>
              <a:spcBef>
                <a:spcPts val="0"/>
              </a:spcBef>
              <a:spcAft>
                <a:spcPts val="0"/>
              </a:spcAft>
              <a:buSzPts val="1100"/>
              <a:buChar char="●"/>
            </a:pPr>
            <a:r>
              <a:rPr lang="en" dirty="0"/>
              <a:t>Natlock uses two rechargeable D batteries, which is a great choice of </a:t>
            </a:r>
            <a:r>
              <a:rPr lang="en" dirty="0">
                <a:solidFill>
                  <a:schemeClr val="dk1"/>
                </a:solidFill>
              </a:rPr>
              <a:t>power supply </a:t>
            </a:r>
            <a:r>
              <a:rPr lang="en" dirty="0"/>
              <a:t>for complex technology that our device uses, </a:t>
            </a:r>
            <a:endParaRPr dirty="0"/>
          </a:p>
          <a:p>
            <a:pPr marL="457200" lvl="0" indent="-298450" algn="l" rtl="0">
              <a:lnSpc>
                <a:spcPct val="80000"/>
              </a:lnSpc>
              <a:spcBef>
                <a:spcPts val="0"/>
              </a:spcBef>
              <a:spcAft>
                <a:spcPts val="0"/>
              </a:spcAft>
              <a:buSzPts val="1100"/>
              <a:buChar char="●"/>
            </a:pPr>
            <a:r>
              <a:rPr lang="en" dirty="0"/>
              <a:t>These batteries can be fully charged overnight, and run for up to 36 hours until recharged.</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e41d24a416_5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We’d like to emphasize how simple it is to use natlock. First, consumers can set up their natlock in a matter of minutes with their healthcare provider. This will allow natlock to follow the schedule for your medication and remain updated on any imperative health information of the patient.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Natlock’s simplistic design allows it to be completely portable. Your preferred pharmacy can easily refill the reusable cartridges within natlock with your medication. Not only do we prioritize the health and safety of our consumers, but it is also important to us that we minimize waste that widely results from the standard medication containers commonly used today.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Any information, limitations, and directions regarding your medication can be formulated into reminders that natlock will inform consumers as necessary. For example, natlock can remind a patient not to eat anything a certain time before taking a medication based on the information provided from their healthcare provider. Natlock will also notify and dispense the consumer’s medication at only the appropriate times to avoid overdose, abuse, and retaking of medication.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Natlock’s technology will allow healthcare providers to securely receive updates from natlock as well as send reminders and information regarding the patient. Through a digital “portal” platform, healthcare provides can constantly stay updated on their patients. Information communicated from natlock can include if medication is taken on time, how much of the medication is left and if a refill is necessary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We prioritize the health and safety of senior and elderly consumers. Technology can largely benefit elderly patients, however, we understand it may be difficult to incorporate into their lives. We ensured natlock’s design allows consumers to be safe through our SOS feature that can be used to ask for help whenever necessary. Patients can choose if the SOS contacts a preferred individual or 911.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a:t>We hope our simplistic design, portability, environmentally friendly features, and safety precautions empowers elderly consumers to take their medications through the best experience possible</a:t>
            </a:r>
            <a:endParaRPr dirty="0"/>
          </a:p>
        </p:txBody>
      </p:sp>
      <p:sp>
        <p:nvSpPr>
          <p:cNvPr id="493" name="Google Shape;493;ge41d24a416_5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e25803f77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e25803f7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Competitors-Kevin</a:t>
            </a:r>
            <a:endParaRPr dirty="0"/>
          </a:p>
          <a:p>
            <a:pPr marL="457200" lvl="0" indent="-298450" algn="l" rtl="0">
              <a:spcBef>
                <a:spcPts val="0"/>
              </a:spcBef>
              <a:spcAft>
                <a:spcPts val="0"/>
              </a:spcAft>
              <a:buSzPts val="1100"/>
              <a:buChar char="●"/>
            </a:pPr>
            <a:r>
              <a:rPr lang="en"/>
              <a:t>Our competitors share our mission, however, they fall short in the areas that matter most</a:t>
            </a:r>
            <a:endParaRPr dirty="0"/>
          </a:p>
          <a:p>
            <a:pPr marL="457200" lvl="0" indent="-298450" algn="l" rtl="0">
              <a:spcBef>
                <a:spcPts val="0"/>
              </a:spcBef>
              <a:spcAft>
                <a:spcPts val="0"/>
              </a:spcAft>
              <a:buSzPts val="1100"/>
              <a:buChar char="●"/>
            </a:pPr>
            <a:r>
              <a:rPr lang="en"/>
              <a:t>Other medication dispensing devices are not portable, limiting where and when they can be used</a:t>
            </a:r>
            <a:endParaRPr dirty="0"/>
          </a:p>
          <a:p>
            <a:pPr marL="457200" lvl="0" indent="-298450" algn="l" rtl="0">
              <a:spcBef>
                <a:spcPts val="0"/>
              </a:spcBef>
              <a:spcAft>
                <a:spcPts val="0"/>
              </a:spcAft>
              <a:buSzPts val="1100"/>
              <a:buChar char="●"/>
            </a:pPr>
            <a:r>
              <a:rPr lang="en"/>
              <a:t>Some competitors are known to require consumers to purchase subscriptions, further increasing the cost for using the device</a:t>
            </a:r>
            <a:endParaRPr dirty="0"/>
          </a:p>
          <a:p>
            <a:pPr marL="457200" lvl="0" indent="-298450" algn="l" rtl="0">
              <a:spcBef>
                <a:spcPts val="0"/>
              </a:spcBef>
              <a:spcAft>
                <a:spcPts val="0"/>
              </a:spcAft>
              <a:buSzPts val="1100"/>
              <a:buChar char="●"/>
            </a:pPr>
            <a:r>
              <a:rPr lang="en"/>
              <a:t>Elderly consumers prefer simplistic and easy to use technology, however, other devices include features that are complex and may make the consumer require further assistance</a:t>
            </a:r>
            <a:endParaRPr dirty="0"/>
          </a:p>
          <a:p>
            <a:pPr marL="457200" lvl="0" indent="-298450" algn="l" rtl="0">
              <a:spcBef>
                <a:spcPts val="0"/>
              </a:spcBef>
              <a:spcAft>
                <a:spcPts val="0"/>
              </a:spcAft>
              <a:buSzPts val="1100"/>
              <a:buChar char="●"/>
            </a:pPr>
            <a:r>
              <a:rPr lang="en"/>
              <a:t>Technology within medicine increases safe usage of medication and improves the quality of healthcare. However, our competitors are known to be expensive therefore making their devices less accessible</a:t>
            </a:r>
            <a:endParaRPr dirty="0"/>
          </a:p>
          <a:p>
            <a:pPr marL="457200" lvl="0" indent="-298450" algn="l" rtl="0">
              <a:spcBef>
                <a:spcPts val="0"/>
              </a:spcBef>
              <a:spcAft>
                <a:spcPts val="0"/>
              </a:spcAft>
              <a:buSzPts val="1100"/>
              <a:buChar char="●"/>
            </a:pPr>
            <a:r>
              <a:rPr lang="en"/>
              <a:t>Overdose or abuse of medication is unfortunately a common issue. The absence of a pill dispensation limit puts consumers at risk of taking more medication than it is safe to</a:t>
            </a:r>
            <a:endParaRPr dirty="0"/>
          </a:p>
          <a:p>
            <a:pPr marL="457200" lvl="0" indent="0" algn="l" rtl="0">
              <a:spcBef>
                <a:spcPts val="0"/>
              </a:spcBef>
              <a:spcAft>
                <a:spcPts val="0"/>
              </a:spcAft>
              <a:buNone/>
            </a:pPr>
            <a:endParaRPr dirty="0"/>
          </a:p>
          <a:p>
            <a:pPr marL="0" lvl="0" indent="0" algn="l" rtl="0">
              <a:spcBef>
                <a:spcPts val="0"/>
              </a:spcBef>
              <a:spcAft>
                <a:spcPts val="0"/>
              </a:spcAft>
              <a:buNone/>
            </a:pPr>
            <a:r>
              <a:rPr lang="en"/>
              <a:t>-Natlock-Tia</a:t>
            </a:r>
            <a:endParaRPr dirty="0"/>
          </a:p>
          <a:p>
            <a:pPr marL="0" lvl="0" indent="0" algn="l" rtl="0">
              <a:spcBef>
                <a:spcPts val="0"/>
              </a:spcBef>
              <a:spcAft>
                <a:spcPts val="0"/>
              </a:spcAft>
              <a:buNone/>
            </a:pPr>
            <a:r>
              <a:rPr lang="en"/>
              <a:t>- Our GPS tracking feature   </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e2736c42a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e2736c42a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Kevin</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e41d24a416_7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e41d24a416_7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Jeffrey</a:t>
            </a:r>
          </a:p>
          <a:p>
            <a:pPr marL="0" lvl="0" indent="0" algn="l" rtl="0">
              <a:spcBef>
                <a:spcPts val="0"/>
              </a:spcBef>
              <a:spcAft>
                <a:spcPts val="0"/>
              </a:spcAft>
              <a:buNone/>
            </a:pPr>
            <a:r>
              <a:rPr lang="en" dirty="0"/>
              <a:t>Bridging the financial gap so everyone can access the medicine  they need when they need it.</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e2736c42a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e2736c42a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Bella</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COST:</a:t>
            </a:r>
          </a:p>
          <a:p>
            <a:pPr marL="171450" lvl="0" indent="-171450" algn="l" rtl="0">
              <a:spcBef>
                <a:spcPts val="0"/>
              </a:spcBef>
              <a:spcAft>
                <a:spcPts val="0"/>
              </a:spcAft>
            </a:pPr>
            <a:r>
              <a:rPr lang="en" dirty="0"/>
              <a:t>For sake of simplicity of presentation we have assumed all General overhead, such as labor, warehousing, </a:t>
            </a:r>
            <a:r>
              <a:rPr lang="en" dirty="0" err="1"/>
              <a:t>logis</a:t>
            </a:r>
            <a:r>
              <a:rPr lang="en-US" dirty="0" err="1"/>
              <a:t>ti</a:t>
            </a:r>
            <a:r>
              <a:rPr lang="en" dirty="0"/>
              <a:t>cs, </a:t>
            </a:r>
            <a:r>
              <a:rPr lang="en" dirty="0" err="1"/>
              <a:t>etc</a:t>
            </a:r>
            <a:r>
              <a:rPr lang="en" dirty="0"/>
              <a:t>, are included in price points.</a:t>
            </a:r>
          </a:p>
          <a:p>
            <a:pPr marL="171450" lvl="0" indent="-171450" algn="l" rtl="0">
              <a:spcBef>
                <a:spcPts val="0"/>
              </a:spcBef>
              <a:spcAft>
                <a:spcPts val="0"/>
              </a:spcAft>
            </a:pPr>
            <a:r>
              <a:rPr lang="en" dirty="0"/>
              <a:t>Realize cost seems high at first glance.  However, industrial 3D printer allows for mass production allowing for quicker supply generation. We do have some flexibility in materials costs based on our preferred material providers, have estimated 10% bulk discount when purchasing COGs.</a:t>
            </a:r>
          </a:p>
          <a:p>
            <a:pPr marL="171450" lvl="0" indent="-171450" algn="l" rtl="0">
              <a:spcBef>
                <a:spcPts val="0"/>
              </a:spcBef>
              <a:spcAft>
                <a:spcPts val="0"/>
              </a:spcAft>
            </a:pPr>
            <a:r>
              <a:rPr lang="en" dirty="0"/>
              <a:t>Break even at 1312 units at a single unit price of $192, but this can and will flex slightly up or down based on materials costs and changes in the market.</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PRICE</a:t>
            </a:r>
          </a:p>
          <a:p>
            <a:pPr marL="171450" lvl="0" indent="-171450" algn="l" rtl="0">
              <a:spcBef>
                <a:spcPts val="0"/>
              </a:spcBef>
              <a:spcAft>
                <a:spcPts val="0"/>
              </a:spcAft>
            </a:pPr>
            <a:r>
              <a:rPr lang="en" dirty="0"/>
              <a:t>Closest competitors price similar units between $150 and $600 each, units with a monthly subscription charge tend to be higher starting with a minimal base price but monthly charge.  $192 per unit is well within competitive range.  We can also offer volume discounts to customers which increases number needed to sell for breakeven but also increases likelihood of multi-unit purchases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JUSTIFICATION based on Investor ROI</a:t>
            </a:r>
          </a:p>
          <a:p>
            <a:pPr marL="171450" lvl="0" indent="-171450" algn="l" rtl="0">
              <a:spcBef>
                <a:spcPts val="0"/>
              </a:spcBef>
              <a:spcAft>
                <a:spcPts val="0"/>
              </a:spcAft>
            </a:pPr>
            <a:r>
              <a:rPr lang="en" dirty="0"/>
              <a:t>US Population over the age of 65 is 40.3M people, according to the 2010 US Census.</a:t>
            </a:r>
          </a:p>
          <a:p>
            <a:pPr marL="171450" lvl="0" indent="-171450" algn="l" rtl="0">
              <a:spcBef>
                <a:spcPts val="0"/>
              </a:spcBef>
              <a:spcAft>
                <a:spcPts val="0"/>
              </a:spcAft>
            </a:pPr>
            <a:r>
              <a:rPr lang="en" dirty="0"/>
              <a:t>The number of potential customers/demand generation potential is high based on this figure within just this target demographic.  This doesn’t account for the opportunity for additional end-users in other demographics</a:t>
            </a:r>
          </a:p>
          <a:p>
            <a:pPr marL="171450" lvl="0" indent="-171450" algn="l" rtl="0">
              <a:spcBef>
                <a:spcPts val="0"/>
              </a:spcBef>
              <a:spcAft>
                <a:spcPts val="0"/>
              </a:spcAft>
            </a:pPr>
            <a:r>
              <a:rPr lang="en" dirty="0"/>
              <a:t>We believe a break even point of 621 units, is highly possible considering the total potential customer base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Jeffrey</a:t>
            </a:r>
          </a:p>
          <a:p>
            <a:pPr marL="158750" indent="0">
              <a:buNone/>
            </a:pPr>
            <a:endParaRPr lang="en-US" dirty="0"/>
          </a:p>
        </p:txBody>
      </p:sp>
    </p:spTree>
    <p:extLst>
      <p:ext uri="{BB962C8B-B14F-4D97-AF65-F5344CB8AC3E}">
        <p14:creationId xmlns:p14="http://schemas.microsoft.com/office/powerpoint/2010/main" val="4190346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e2736c42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e2736c42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Jeffrey</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e41d24a416_19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e41d24a416_19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Jeffrey</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accen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ubTitle" idx="1"/>
          </p:nvPr>
        </p:nvSpPr>
        <p:spPr>
          <a:xfrm>
            <a:off x="469496" y="3856736"/>
            <a:ext cx="8296500" cy="288000"/>
          </a:xfrm>
          <a:prstGeom prst="rect">
            <a:avLst/>
          </a:prstGeom>
          <a:noFill/>
          <a:ln>
            <a:noFill/>
          </a:ln>
        </p:spPr>
        <p:txBody>
          <a:bodyPr spcFirstLastPara="1" wrap="square" lIns="91400" tIns="45700" rIns="91400" bIns="45700" anchor="b" anchorCtr="0">
            <a:noAutofit/>
          </a:bodyPr>
          <a:lstStyle>
            <a:lvl1pPr marR="0" lvl="0" algn="l" rtl="0">
              <a:lnSpc>
                <a:spcPct val="95000"/>
              </a:lnSpc>
              <a:spcBef>
                <a:spcPts val="1075"/>
              </a:spcBef>
              <a:spcAft>
                <a:spcPts val="0"/>
              </a:spcAft>
              <a:buClr>
                <a:schemeClr val="dk2"/>
              </a:buClr>
              <a:buSzPts val="1620"/>
              <a:buFont typeface="Arial"/>
              <a:buNone/>
              <a:defRPr sz="1800" b="0" i="0" u="none" strike="noStrike" cap="none">
                <a:solidFill>
                  <a:schemeClr val="lt1"/>
                </a:solidFill>
                <a:latin typeface="Arial"/>
                <a:ea typeface="Arial"/>
                <a:cs typeface="Arial"/>
                <a:sym typeface="Arial"/>
              </a:defRPr>
            </a:lvl1pPr>
            <a:lvl2pPr marR="0" lvl="1" algn="ctr" rtl="0">
              <a:lnSpc>
                <a:spcPct val="95000"/>
              </a:lnSpc>
              <a:spcBef>
                <a:spcPts val="600"/>
              </a:spcBef>
              <a:spcAft>
                <a:spcPts val="0"/>
              </a:spcAft>
              <a:buClr>
                <a:schemeClr val="dk2"/>
              </a:buClr>
              <a:buSzPts val="1400"/>
              <a:buFont typeface="Arial"/>
              <a:buNone/>
              <a:defRPr sz="1400" b="0" i="0" u="none" strike="noStrike" cap="none">
                <a:solidFill>
                  <a:srgbClr val="8B8B8B"/>
                </a:solidFill>
                <a:latin typeface="Arial"/>
                <a:ea typeface="Arial"/>
                <a:cs typeface="Arial"/>
                <a:sym typeface="Arial"/>
              </a:defRPr>
            </a:lvl2pPr>
            <a:lvl3pPr marR="0" lvl="2" algn="ctr" rtl="0">
              <a:lnSpc>
                <a:spcPct val="95000"/>
              </a:lnSpc>
              <a:spcBef>
                <a:spcPts val="625"/>
              </a:spcBef>
              <a:spcAft>
                <a:spcPts val="0"/>
              </a:spcAft>
              <a:buClr>
                <a:srgbClr val="8B8B8B"/>
              </a:buClr>
              <a:buSzPts val="1200"/>
              <a:buFont typeface="Arial"/>
              <a:buNone/>
              <a:defRPr sz="1200" b="0" i="0" u="none" strike="noStrike" cap="none">
                <a:solidFill>
                  <a:srgbClr val="8B8B8B"/>
                </a:solidFill>
                <a:latin typeface="Arial"/>
                <a:ea typeface="Arial"/>
                <a:cs typeface="Arial"/>
                <a:sym typeface="Arial"/>
              </a:defRPr>
            </a:lvl3pPr>
            <a:lvl4pPr marR="0" lvl="3" algn="ctr" rtl="0">
              <a:lnSpc>
                <a:spcPct val="95000"/>
              </a:lnSpc>
              <a:spcBef>
                <a:spcPts val="625"/>
              </a:spcBef>
              <a:spcAft>
                <a:spcPts val="0"/>
              </a:spcAft>
              <a:buClr>
                <a:srgbClr val="8B8B8B"/>
              </a:buClr>
              <a:buSzPts val="1100"/>
              <a:buFont typeface="Arial"/>
              <a:buNone/>
              <a:defRPr sz="1100" b="0" i="0" u="none" strike="noStrike" cap="none">
                <a:solidFill>
                  <a:srgbClr val="8B8B8B"/>
                </a:solidFill>
                <a:latin typeface="Arial"/>
                <a:ea typeface="Arial"/>
                <a:cs typeface="Arial"/>
                <a:sym typeface="Arial"/>
              </a:defRPr>
            </a:lvl4pPr>
            <a:lvl5pPr marR="0" lvl="4" algn="ctr" rtl="0">
              <a:lnSpc>
                <a:spcPct val="95000"/>
              </a:lnSpc>
              <a:spcBef>
                <a:spcPts val="625"/>
              </a:spcBef>
              <a:spcAft>
                <a:spcPts val="0"/>
              </a:spcAft>
              <a:buClr>
                <a:srgbClr val="8B8B8B"/>
              </a:buClr>
              <a:buSzPts val="1100"/>
              <a:buFont typeface="Arial"/>
              <a:buNone/>
              <a:defRPr sz="1100" b="0" i="0" u="none" strike="noStrike" cap="none">
                <a:solidFill>
                  <a:srgbClr val="8B8B8B"/>
                </a:solidFill>
                <a:latin typeface="Arial"/>
                <a:ea typeface="Arial"/>
                <a:cs typeface="Arial"/>
                <a:sym typeface="Arial"/>
              </a:defRPr>
            </a:lvl5pPr>
            <a:lvl6pPr marR="0" lvl="5" algn="ctr" rtl="0">
              <a:spcBef>
                <a:spcPts val="600"/>
              </a:spcBef>
              <a:spcAft>
                <a:spcPts val="0"/>
              </a:spcAft>
              <a:buClr>
                <a:srgbClr val="8B8B8B"/>
              </a:buClr>
              <a:buSzPts val="900"/>
              <a:buFont typeface="Arial"/>
              <a:buNone/>
              <a:defRPr sz="900" b="0" i="0" u="none" strike="noStrike" cap="none">
                <a:solidFill>
                  <a:srgbClr val="8B8B8B"/>
                </a:solidFill>
                <a:latin typeface="Arial"/>
                <a:ea typeface="Arial"/>
                <a:cs typeface="Arial"/>
                <a:sym typeface="Arial"/>
              </a:defRPr>
            </a:lvl6pPr>
            <a:lvl7pPr marR="0" lvl="6" algn="ctr" rtl="0">
              <a:spcBef>
                <a:spcPts val="600"/>
              </a:spcBef>
              <a:spcAft>
                <a:spcPts val="0"/>
              </a:spcAft>
              <a:buClr>
                <a:srgbClr val="8B8B8B"/>
              </a:buClr>
              <a:buSzPts val="800"/>
              <a:buFont typeface="Arial"/>
              <a:buNone/>
              <a:defRPr sz="800" b="0" i="0" u="none" strike="noStrike" cap="none">
                <a:solidFill>
                  <a:srgbClr val="8B8B8B"/>
                </a:solidFill>
                <a:latin typeface="Arial"/>
                <a:ea typeface="Arial"/>
                <a:cs typeface="Arial"/>
                <a:sym typeface="Arial"/>
              </a:defRPr>
            </a:lvl7pPr>
            <a:lvl8pPr marR="0" lvl="7" algn="ctr" rtl="0">
              <a:spcBef>
                <a:spcPts val="300"/>
              </a:spcBef>
              <a:spcAft>
                <a:spcPts val="0"/>
              </a:spcAft>
              <a:buClr>
                <a:srgbClr val="8B8B8B"/>
              </a:buClr>
              <a:buSzPts val="1500"/>
              <a:buFont typeface="Arial"/>
              <a:buNone/>
              <a:defRPr sz="1500" b="0" i="0" u="none" strike="noStrike" cap="none">
                <a:solidFill>
                  <a:srgbClr val="8B8B8B"/>
                </a:solidFill>
                <a:latin typeface="Arial"/>
                <a:ea typeface="Arial"/>
                <a:cs typeface="Arial"/>
                <a:sym typeface="Arial"/>
              </a:defRPr>
            </a:lvl8pPr>
            <a:lvl9pPr marR="0" lvl="8" algn="ctr" rtl="0">
              <a:spcBef>
                <a:spcPts val="300"/>
              </a:spcBef>
              <a:spcAft>
                <a:spcPts val="0"/>
              </a:spcAft>
              <a:buClr>
                <a:srgbClr val="8B8B8B"/>
              </a:buClr>
              <a:buSzPts val="1500"/>
              <a:buFont typeface="Arial"/>
              <a:buNone/>
              <a:defRPr sz="1500" b="0" i="0" u="none" strike="noStrike" cap="none">
                <a:solidFill>
                  <a:srgbClr val="8B8B8B"/>
                </a:solidFill>
                <a:latin typeface="Arial"/>
                <a:ea typeface="Arial"/>
                <a:cs typeface="Arial"/>
                <a:sym typeface="Arial"/>
              </a:defRPr>
            </a:lvl9pPr>
          </a:lstStyle>
          <a:p>
            <a:endParaRPr/>
          </a:p>
        </p:txBody>
      </p:sp>
      <p:sp>
        <p:nvSpPr>
          <p:cNvPr id="11" name="Google Shape;11;p2"/>
          <p:cNvSpPr txBox="1">
            <a:spLocks noGrp="1"/>
          </p:cNvSpPr>
          <p:nvPr>
            <p:ph type="body" idx="2"/>
          </p:nvPr>
        </p:nvSpPr>
        <p:spPr>
          <a:xfrm>
            <a:off x="469496" y="4072669"/>
            <a:ext cx="8296500" cy="288000"/>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body" idx="3"/>
          </p:nvPr>
        </p:nvSpPr>
        <p:spPr>
          <a:xfrm>
            <a:off x="469496" y="4348762"/>
            <a:ext cx="8296500" cy="288000"/>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62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500"/>
              <a:buFont typeface="Arial"/>
              <a:buNone/>
              <a:defRPr sz="1500" b="0" i="0" u="none" strike="noStrike" cap="none">
                <a:solidFill>
                  <a:schemeClr val="lt1"/>
                </a:solidFill>
                <a:latin typeface="Arial"/>
                <a:ea typeface="Arial"/>
                <a:cs typeface="Arial"/>
                <a:sym typeface="Arial"/>
              </a:defRPr>
            </a:lvl2pPr>
            <a:lvl3pPr marL="1371600" marR="0" lvl="2"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3pPr>
            <a:lvl4pPr marL="1828800" marR="0" lvl="3"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4pPr>
            <a:lvl5pPr marL="2286000" marR="0" lvl="4" indent="-228600" algn="l" rtl="0">
              <a:lnSpc>
                <a:spcPct val="95000"/>
              </a:lnSpc>
              <a:spcBef>
                <a:spcPts val="625"/>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body" idx="4"/>
          </p:nvPr>
        </p:nvSpPr>
        <p:spPr>
          <a:xfrm>
            <a:off x="463292" y="3043653"/>
            <a:ext cx="8302500" cy="299100"/>
          </a:xfrm>
          <a:prstGeom prst="rect">
            <a:avLst/>
          </a:prstGeom>
          <a:noFill/>
          <a:ln>
            <a:noFill/>
          </a:ln>
        </p:spPr>
        <p:txBody>
          <a:bodyPr spcFirstLastPara="1" wrap="square" lIns="91400" tIns="45700" rIns="91400" bIns="45700" anchor="t" anchorCtr="0">
            <a:noAutofit/>
          </a:bodyPr>
          <a:lstStyle>
            <a:lvl1pPr marL="457200" marR="0" lvl="0" indent="-228600" algn="l" rtl="0">
              <a:lnSpc>
                <a:spcPct val="95000"/>
              </a:lnSpc>
              <a:spcBef>
                <a:spcPts val="1075"/>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ctrTitle"/>
          </p:nvPr>
        </p:nvSpPr>
        <p:spPr>
          <a:xfrm>
            <a:off x="425765" y="2472167"/>
            <a:ext cx="8340300" cy="64470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lt1"/>
              </a:buClr>
              <a:buSzPts val="4000"/>
              <a:buFont typeface="Arial"/>
              <a:buNone/>
              <a:defRPr sz="4000" b="0" i="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pic>
        <p:nvPicPr>
          <p:cNvPr id="15" name="Google Shape;15;p2"/>
          <p:cNvPicPr preferRelativeResize="0"/>
          <p:nvPr/>
        </p:nvPicPr>
        <p:blipFill rotWithShape="1">
          <a:blip r:embed="rId2">
            <a:alphaModFix/>
          </a:blip>
          <a:srcRect/>
          <a:stretch/>
        </p:blipFill>
        <p:spPr>
          <a:xfrm>
            <a:off x="463292" y="396692"/>
            <a:ext cx="2833322" cy="43674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ullet_Title only">
  <p:cSld name="Bullet_Title onl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sz="2800">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gue">
  <p:cSld name="Segue">
    <p:spTree>
      <p:nvGrpSpPr>
        <p:cNvPr id="1"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20" name="Google Shape;20;p4"/>
          <p:cNvSpPr txBox="1">
            <a:spLocks noGrp="1"/>
          </p:cNvSpPr>
          <p:nvPr>
            <p:ph type="ctrTitle"/>
          </p:nvPr>
        </p:nvSpPr>
        <p:spPr>
          <a:xfrm>
            <a:off x="416425" y="915409"/>
            <a:ext cx="7598100" cy="256980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lt1"/>
              </a:buClr>
              <a:buSzPts val="4600"/>
              <a:buFont typeface="Arial"/>
              <a:buNone/>
              <a:defRPr sz="4600" b="0" i="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Half_Page_Text">
  <p:cSld name="2_Half_Page_Text">
    <p:spTree>
      <p:nvGrpSpPr>
        <p:cNvPr id="1" name="Shape 22"/>
        <p:cNvGrpSpPr/>
        <p:nvPr/>
      </p:nvGrpSpPr>
      <p:grpSpPr>
        <a:xfrm>
          <a:off x="0" y="0"/>
          <a:ext cx="0" cy="0"/>
          <a:chOff x="0" y="0"/>
          <a:chExt cx="0" cy="0"/>
        </a:xfrm>
      </p:grpSpPr>
      <p:sp>
        <p:nvSpPr>
          <p:cNvPr id="23" name="Google Shape;23;p6"/>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24" name="Google Shape;24;p6"/>
          <p:cNvSpPr txBox="1">
            <a:spLocks noGrp="1"/>
          </p:cNvSpPr>
          <p:nvPr>
            <p:ph type="title"/>
          </p:nvPr>
        </p:nvSpPr>
        <p:spPr>
          <a:xfrm>
            <a:off x="419100" y="1657350"/>
            <a:ext cx="3827400" cy="18288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25" name="Google Shape;25;p6"/>
          <p:cNvSpPr txBox="1">
            <a:spLocks noGrp="1"/>
          </p:cNvSpPr>
          <p:nvPr>
            <p:ph type="body" idx="1"/>
          </p:nvPr>
        </p:nvSpPr>
        <p:spPr>
          <a:xfrm>
            <a:off x="5097463" y="531812"/>
            <a:ext cx="3551100" cy="4059300"/>
          </a:xfrm>
          <a:prstGeom prst="rect">
            <a:avLst/>
          </a:prstGeom>
          <a:noFill/>
          <a:ln>
            <a:noFill/>
          </a:ln>
        </p:spPr>
        <p:txBody>
          <a:bodyPr spcFirstLastPara="1" wrap="square" lIns="0" tIns="45700" rIns="0" bIns="45700" anchor="ctr" anchorCtr="0">
            <a:noAutofit/>
          </a:bodyPr>
          <a:lstStyle>
            <a:lvl1pPr marL="457200" marR="0" lvl="0" indent="-320040" algn="l" rtl="0">
              <a:lnSpc>
                <a:spcPct val="100000"/>
              </a:lnSpc>
              <a:spcBef>
                <a:spcPts val="1075"/>
              </a:spcBef>
              <a:spcAft>
                <a:spcPts val="0"/>
              </a:spcAft>
              <a:buClr>
                <a:schemeClr val="dk1"/>
              </a:buClr>
              <a:buSzPts val="1440"/>
              <a:buFont typeface="Arial"/>
              <a:buChar char="•"/>
              <a:defRPr sz="2400" b="0" i="0" u="none" strike="noStrike" cap="none">
                <a:solidFill>
                  <a:schemeClr val="dk1"/>
                </a:solidFill>
                <a:latin typeface="Arial"/>
                <a:ea typeface="Arial"/>
                <a:cs typeface="Arial"/>
                <a:sym typeface="Arial"/>
              </a:defRPr>
            </a:lvl1pPr>
            <a:lvl2pPr marL="914400" marR="0" lvl="1" indent="-320040" algn="l" rtl="0">
              <a:lnSpc>
                <a:spcPct val="100000"/>
              </a:lnSpc>
              <a:spcBef>
                <a:spcPts val="600"/>
              </a:spcBef>
              <a:spcAft>
                <a:spcPts val="0"/>
              </a:spcAft>
              <a:buClr>
                <a:schemeClr val="dk1"/>
              </a:buClr>
              <a:buSzPts val="1440"/>
              <a:buFont typeface="Arial"/>
              <a:buChar char="•"/>
              <a:defRPr sz="2400" b="0" i="0" u="none" strike="noStrike" cap="none">
                <a:solidFill>
                  <a:schemeClr val="dk1"/>
                </a:solidFill>
                <a:latin typeface="Arial"/>
                <a:ea typeface="Arial"/>
                <a:cs typeface="Arial"/>
                <a:sym typeface="Arial"/>
              </a:defRPr>
            </a:lvl2pPr>
            <a:lvl3pPr marL="1371600" marR="0" lvl="2" indent="-304800" algn="l" rtl="0">
              <a:lnSpc>
                <a:spcPct val="100000"/>
              </a:lnSpc>
              <a:spcBef>
                <a:spcPts val="625"/>
              </a:spcBef>
              <a:spcAft>
                <a:spcPts val="0"/>
              </a:spcAft>
              <a:buClr>
                <a:schemeClr val="dk1"/>
              </a:buClr>
              <a:buSzPts val="1200"/>
              <a:buFont typeface="Arial"/>
              <a:buChar char="•"/>
              <a:defRPr sz="2000" b="0" i="0" u="none" strike="noStrike" cap="none">
                <a:solidFill>
                  <a:schemeClr val="dk1"/>
                </a:solidFill>
                <a:latin typeface="Arial"/>
                <a:ea typeface="Arial"/>
                <a:cs typeface="Arial"/>
                <a:sym typeface="Arial"/>
              </a:defRPr>
            </a:lvl3pPr>
            <a:lvl4pPr marL="1828800" marR="0" lvl="3" indent="-297180" algn="l" rtl="0">
              <a:lnSpc>
                <a:spcPct val="100000"/>
              </a:lnSpc>
              <a:spcBef>
                <a:spcPts val="625"/>
              </a:spcBef>
              <a:spcAft>
                <a:spcPts val="0"/>
              </a:spcAft>
              <a:buClr>
                <a:schemeClr val="dk1"/>
              </a:buClr>
              <a:buSzPts val="1080"/>
              <a:buFont typeface="Arial"/>
              <a:buChar char="•"/>
              <a:defRPr sz="1800" b="0" i="0" u="none" strike="noStrike" cap="none">
                <a:solidFill>
                  <a:schemeClr val="dk1"/>
                </a:solidFill>
                <a:latin typeface="Arial"/>
                <a:ea typeface="Arial"/>
                <a:cs typeface="Arial"/>
                <a:sym typeface="Arial"/>
              </a:defRPr>
            </a:lvl4pPr>
            <a:lvl5pPr marL="2286000" marR="0" lvl="4" indent="-297179" algn="l" rtl="0">
              <a:lnSpc>
                <a:spcPct val="100000"/>
              </a:lnSpc>
              <a:spcBef>
                <a:spcPts val="625"/>
              </a:spcBef>
              <a:spcAft>
                <a:spcPts val="0"/>
              </a:spcAft>
              <a:buClr>
                <a:schemeClr val="dk1"/>
              </a:buClr>
              <a:buSzPts val="1080"/>
              <a:buFont typeface="Arial"/>
              <a:buChar char="•"/>
              <a:defRPr sz="18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6" name="Google Shape;26;p6"/>
          <p:cNvSpPr/>
          <p:nvPr/>
        </p:nvSpPr>
        <p:spPr>
          <a:xfrm>
            <a:off x="477679" y="4741653"/>
            <a:ext cx="34668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6">
          <p15:clr>
            <a:srgbClr val="FBAE40"/>
          </p15:clr>
        </p15:guide>
        <p15:guide id="4" pos="267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ullet_Heavy Text">
  <p:cSld name="Bullet_Heavy Text">
    <p:spTree>
      <p:nvGrpSpPr>
        <p:cNvPr id="1" name="Shape 27"/>
        <p:cNvGrpSpPr/>
        <p:nvPr/>
      </p:nvGrpSpPr>
      <p:grpSpPr>
        <a:xfrm>
          <a:off x="0" y="0"/>
          <a:ext cx="0" cy="0"/>
          <a:chOff x="0" y="0"/>
          <a:chExt cx="0" cy="0"/>
        </a:xfrm>
      </p:grpSpPr>
      <p:sp>
        <p:nvSpPr>
          <p:cNvPr id="28" name="Google Shape;28;p7"/>
          <p:cNvSpPr txBox="1">
            <a:spLocks noGrp="1"/>
          </p:cNvSpPr>
          <p:nvPr>
            <p:ph type="body" idx="1"/>
          </p:nvPr>
        </p:nvSpPr>
        <p:spPr>
          <a:xfrm>
            <a:off x="533399" y="1205898"/>
            <a:ext cx="3886200" cy="3083100"/>
          </a:xfrm>
          <a:prstGeom prst="rect">
            <a:avLst/>
          </a:prstGeom>
          <a:noFill/>
          <a:ln>
            <a:noFill/>
          </a:ln>
        </p:spPr>
        <p:txBody>
          <a:bodyPr spcFirstLastPara="1" wrap="square" lIns="0" tIns="45700" rIns="0" bIns="45700" anchor="t" anchorCtr="0">
            <a:noAutofit/>
          </a:bodyPr>
          <a:lstStyle>
            <a:lvl1pPr marL="457200" marR="0" lvl="0" indent="-304800" algn="l" rtl="0">
              <a:lnSpc>
                <a:spcPct val="95000"/>
              </a:lnSpc>
              <a:spcBef>
                <a:spcPts val="1110"/>
              </a:spcBef>
              <a:spcAft>
                <a:spcPts val="0"/>
              </a:spcAft>
              <a:buClr>
                <a:schemeClr val="dk1"/>
              </a:buClr>
              <a:buSzPts val="1200"/>
              <a:buFont typeface="Arial"/>
              <a:buChar char="•"/>
              <a:defRPr sz="2000" b="0" i="0" u="none" strike="noStrike" cap="none">
                <a:solidFill>
                  <a:schemeClr val="dk1"/>
                </a:solidFill>
                <a:latin typeface="Arial"/>
                <a:ea typeface="Arial"/>
                <a:cs typeface="Arial"/>
                <a:sym typeface="Arial"/>
              </a:defRPr>
            </a:lvl1pPr>
            <a:lvl2pPr marL="914400" marR="0" lvl="1" indent="-297180" algn="l" rtl="0">
              <a:lnSpc>
                <a:spcPct val="95000"/>
              </a:lnSpc>
              <a:spcBef>
                <a:spcPts val="450"/>
              </a:spcBef>
              <a:spcAft>
                <a:spcPts val="0"/>
              </a:spcAft>
              <a:buClr>
                <a:schemeClr val="dk1"/>
              </a:buClr>
              <a:buSzPts val="1080"/>
              <a:buFont typeface="Arial"/>
              <a:buChar char="•"/>
              <a:defRPr sz="1800" b="0" i="0" u="none" strike="noStrike" cap="none">
                <a:solidFill>
                  <a:schemeClr val="dk1"/>
                </a:solidFill>
                <a:latin typeface="Arial"/>
                <a:ea typeface="Arial"/>
                <a:cs typeface="Arial"/>
                <a:sym typeface="Arial"/>
              </a:defRPr>
            </a:lvl2pPr>
            <a:lvl3pPr marL="1371600" marR="0" lvl="2" indent="-289560" algn="l" rtl="0">
              <a:lnSpc>
                <a:spcPct val="95000"/>
              </a:lnSpc>
              <a:spcBef>
                <a:spcPts val="625"/>
              </a:spcBef>
              <a:spcAft>
                <a:spcPts val="0"/>
              </a:spcAft>
              <a:buClr>
                <a:schemeClr val="dk1"/>
              </a:buClr>
              <a:buSzPts val="960"/>
              <a:buFont typeface="Arial"/>
              <a:buChar char="•"/>
              <a:defRPr sz="1600" b="0" i="0" u="none" strike="noStrike" cap="none">
                <a:solidFill>
                  <a:schemeClr val="dk1"/>
                </a:solidFill>
                <a:latin typeface="Arial"/>
                <a:ea typeface="Arial"/>
                <a:cs typeface="Arial"/>
                <a:sym typeface="Arial"/>
              </a:defRPr>
            </a:lvl3pPr>
            <a:lvl4pPr marL="1828800" marR="0" lvl="3" indent="-281939" algn="l" rtl="0">
              <a:lnSpc>
                <a:spcPct val="95000"/>
              </a:lnSpc>
              <a:spcBef>
                <a:spcPts val="625"/>
              </a:spcBef>
              <a:spcAft>
                <a:spcPts val="0"/>
              </a:spcAft>
              <a:buClr>
                <a:schemeClr val="dk1"/>
              </a:buClr>
              <a:buSzPts val="840"/>
              <a:buFont typeface="Arial"/>
              <a:buChar char="•"/>
              <a:defRPr sz="1400" b="0" i="0" u="none" strike="noStrike" cap="none">
                <a:solidFill>
                  <a:schemeClr val="dk1"/>
                </a:solidFill>
                <a:latin typeface="Arial"/>
                <a:ea typeface="Arial"/>
                <a:cs typeface="Arial"/>
                <a:sym typeface="Arial"/>
              </a:defRPr>
            </a:lvl4pPr>
            <a:lvl5pPr marL="2286000" marR="0" lvl="4" indent="-274320" algn="l" rtl="0">
              <a:lnSpc>
                <a:spcPct val="95000"/>
              </a:lnSpc>
              <a:spcBef>
                <a:spcPts val="625"/>
              </a:spcBef>
              <a:spcAft>
                <a:spcPts val="0"/>
              </a:spcAft>
              <a:buClr>
                <a:schemeClr val="dk1"/>
              </a:buClr>
              <a:buSzPts val="720"/>
              <a:buFont typeface="Arial"/>
              <a:buChar char="•"/>
              <a:defRPr sz="12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29" name="Google Shape;29;p7"/>
          <p:cNvSpPr txBox="1">
            <a:spLocks noGrp="1"/>
          </p:cNvSpPr>
          <p:nvPr>
            <p:ph type="body" idx="2"/>
          </p:nvPr>
        </p:nvSpPr>
        <p:spPr>
          <a:xfrm>
            <a:off x="4755866" y="1205898"/>
            <a:ext cx="3886200" cy="3083100"/>
          </a:xfrm>
          <a:prstGeom prst="rect">
            <a:avLst/>
          </a:prstGeom>
          <a:noFill/>
          <a:ln>
            <a:noFill/>
          </a:ln>
        </p:spPr>
        <p:txBody>
          <a:bodyPr spcFirstLastPara="1" wrap="square" lIns="0" tIns="45700" rIns="0" bIns="45700" anchor="t" anchorCtr="0">
            <a:noAutofit/>
          </a:bodyPr>
          <a:lstStyle>
            <a:lvl1pPr marL="457200" marR="0" lvl="0" indent="-304800" algn="l" rtl="0">
              <a:lnSpc>
                <a:spcPct val="95000"/>
              </a:lnSpc>
              <a:spcBef>
                <a:spcPts val="1110"/>
              </a:spcBef>
              <a:spcAft>
                <a:spcPts val="0"/>
              </a:spcAft>
              <a:buClr>
                <a:schemeClr val="dk1"/>
              </a:buClr>
              <a:buSzPts val="1200"/>
              <a:buFont typeface="Arial"/>
              <a:buChar char="•"/>
              <a:defRPr sz="2000" b="0" i="0" u="none" strike="noStrike" cap="none">
                <a:solidFill>
                  <a:schemeClr val="dk1"/>
                </a:solidFill>
                <a:latin typeface="Arial"/>
                <a:ea typeface="Arial"/>
                <a:cs typeface="Arial"/>
                <a:sym typeface="Arial"/>
              </a:defRPr>
            </a:lvl1pPr>
            <a:lvl2pPr marL="914400" marR="0" lvl="1" indent="-297180" algn="l" rtl="0">
              <a:lnSpc>
                <a:spcPct val="95000"/>
              </a:lnSpc>
              <a:spcBef>
                <a:spcPts val="450"/>
              </a:spcBef>
              <a:spcAft>
                <a:spcPts val="0"/>
              </a:spcAft>
              <a:buClr>
                <a:schemeClr val="dk1"/>
              </a:buClr>
              <a:buSzPts val="1080"/>
              <a:buFont typeface="Arial"/>
              <a:buChar char="•"/>
              <a:defRPr sz="1800" b="0" i="0" u="none" strike="noStrike" cap="none">
                <a:solidFill>
                  <a:schemeClr val="dk1"/>
                </a:solidFill>
                <a:latin typeface="Arial"/>
                <a:ea typeface="Arial"/>
                <a:cs typeface="Arial"/>
                <a:sym typeface="Arial"/>
              </a:defRPr>
            </a:lvl2pPr>
            <a:lvl3pPr marL="1371600" marR="0" lvl="2" indent="-289560" algn="l" rtl="0">
              <a:lnSpc>
                <a:spcPct val="95000"/>
              </a:lnSpc>
              <a:spcBef>
                <a:spcPts val="625"/>
              </a:spcBef>
              <a:spcAft>
                <a:spcPts val="0"/>
              </a:spcAft>
              <a:buClr>
                <a:schemeClr val="dk1"/>
              </a:buClr>
              <a:buSzPts val="960"/>
              <a:buFont typeface="Arial"/>
              <a:buChar char="•"/>
              <a:defRPr sz="1600" b="0" i="0" u="none" strike="noStrike" cap="none">
                <a:solidFill>
                  <a:schemeClr val="dk1"/>
                </a:solidFill>
                <a:latin typeface="Arial"/>
                <a:ea typeface="Arial"/>
                <a:cs typeface="Arial"/>
                <a:sym typeface="Arial"/>
              </a:defRPr>
            </a:lvl3pPr>
            <a:lvl4pPr marL="1828800" marR="0" lvl="3" indent="-281939" algn="l" rtl="0">
              <a:lnSpc>
                <a:spcPct val="95000"/>
              </a:lnSpc>
              <a:spcBef>
                <a:spcPts val="625"/>
              </a:spcBef>
              <a:spcAft>
                <a:spcPts val="0"/>
              </a:spcAft>
              <a:buClr>
                <a:schemeClr val="dk1"/>
              </a:buClr>
              <a:buSzPts val="840"/>
              <a:buFont typeface="Arial"/>
              <a:buChar char="•"/>
              <a:defRPr sz="1400" b="0" i="0" u="none" strike="noStrike" cap="none">
                <a:solidFill>
                  <a:schemeClr val="dk1"/>
                </a:solidFill>
                <a:latin typeface="Arial"/>
                <a:ea typeface="Arial"/>
                <a:cs typeface="Arial"/>
                <a:sym typeface="Arial"/>
              </a:defRPr>
            </a:lvl4pPr>
            <a:lvl5pPr marL="2286000" marR="0" lvl="4" indent="-274320" algn="l" rtl="0">
              <a:lnSpc>
                <a:spcPct val="95000"/>
              </a:lnSpc>
              <a:spcBef>
                <a:spcPts val="625"/>
              </a:spcBef>
              <a:spcAft>
                <a:spcPts val="0"/>
              </a:spcAft>
              <a:buClr>
                <a:schemeClr val="dk1"/>
              </a:buClr>
              <a:buSzPts val="720"/>
              <a:buFont typeface="Arial"/>
              <a:buChar char="•"/>
              <a:defRPr sz="12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sz="2800">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Segue_White">
  <p:cSld name="1_Segue_White">
    <p:spTree>
      <p:nvGrpSpPr>
        <p:cNvPr id="1" name="Shape 31"/>
        <p:cNvGrpSpPr/>
        <p:nvPr/>
      </p:nvGrpSpPr>
      <p:grpSpPr>
        <a:xfrm>
          <a:off x="0" y="0"/>
          <a:ext cx="0" cy="0"/>
          <a:chOff x="0" y="0"/>
          <a:chExt cx="0" cy="0"/>
        </a:xfrm>
      </p:grpSpPr>
      <p:sp>
        <p:nvSpPr>
          <p:cNvPr id="32" name="Google Shape;32;p8"/>
          <p:cNvSpPr/>
          <p:nvPr/>
        </p:nvSpPr>
        <p:spPr>
          <a:xfrm>
            <a:off x="0" y="0"/>
            <a:ext cx="91440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2"/>
              </a:solidFill>
              <a:latin typeface="Arial"/>
              <a:ea typeface="Arial"/>
              <a:cs typeface="Arial"/>
              <a:sym typeface="Arial"/>
            </a:endParaRPr>
          </a:p>
        </p:txBody>
      </p:sp>
      <p:sp>
        <p:nvSpPr>
          <p:cNvPr id="33" name="Google Shape;33;p8"/>
          <p:cNvSpPr txBox="1">
            <a:spLocks noGrp="1"/>
          </p:cNvSpPr>
          <p:nvPr>
            <p:ph type="ctrTitle"/>
          </p:nvPr>
        </p:nvSpPr>
        <p:spPr>
          <a:xfrm>
            <a:off x="416425" y="915409"/>
            <a:ext cx="7598100" cy="2569800"/>
          </a:xfrm>
          <a:prstGeom prst="rect">
            <a:avLst/>
          </a:prstGeom>
          <a:noFill/>
          <a:ln>
            <a:noFill/>
          </a:ln>
        </p:spPr>
        <p:txBody>
          <a:bodyPr spcFirstLastPara="1" wrap="square" lIns="91400" tIns="45700" rIns="91400" bIns="45700" anchor="b" anchorCtr="0">
            <a:noAutofit/>
          </a:bodyPr>
          <a:lstStyle>
            <a:lvl1pPr lvl="0" algn="l">
              <a:lnSpc>
                <a:spcPct val="90000"/>
              </a:lnSpc>
              <a:spcBef>
                <a:spcPts val="0"/>
              </a:spcBef>
              <a:spcAft>
                <a:spcPts val="0"/>
              </a:spcAft>
              <a:buClr>
                <a:schemeClr val="lt1"/>
              </a:buClr>
              <a:buSzPts val="4600"/>
              <a:buFont typeface="Arial"/>
              <a:buNone/>
              <a:defRPr sz="4600" b="0" i="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8_Half_Page_Chart">
  <p:cSld name="8_Half_Page_Chart">
    <p:spTree>
      <p:nvGrpSpPr>
        <p:cNvPr id="1" name="Shape 34"/>
        <p:cNvGrpSpPr/>
        <p:nvPr/>
      </p:nvGrpSpPr>
      <p:grpSpPr>
        <a:xfrm>
          <a:off x="0" y="0"/>
          <a:ext cx="0" cy="0"/>
          <a:chOff x="0" y="0"/>
          <a:chExt cx="0" cy="0"/>
        </a:xfrm>
      </p:grpSpPr>
      <p:sp>
        <p:nvSpPr>
          <p:cNvPr id="35" name="Google Shape;35;p9"/>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36" name="Google Shape;36;p9"/>
          <p:cNvSpPr txBox="1">
            <a:spLocks noGrp="1"/>
          </p:cNvSpPr>
          <p:nvPr>
            <p:ph type="title"/>
          </p:nvPr>
        </p:nvSpPr>
        <p:spPr>
          <a:xfrm>
            <a:off x="437766" y="1659731"/>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37" name="Google Shape;37;p9"/>
          <p:cNvSpPr>
            <a:spLocks noGrp="1"/>
          </p:cNvSpPr>
          <p:nvPr>
            <p:ph type="chart" idx="2"/>
          </p:nvPr>
        </p:nvSpPr>
        <p:spPr>
          <a:xfrm>
            <a:off x="5089525" y="503238"/>
            <a:ext cx="3559200" cy="4087800"/>
          </a:xfrm>
          <a:prstGeom prst="rect">
            <a:avLst/>
          </a:prstGeom>
          <a:noFill/>
          <a:ln>
            <a:noFill/>
          </a:ln>
        </p:spPr>
        <p:txBody>
          <a:bodyPr spcFirstLastPara="1" wrap="square" lIns="91425" tIns="45700" rIns="91425" bIns="45700" anchor="ctr" anchorCtr="0">
            <a:noAutofit/>
          </a:bodyPr>
          <a:lstStyle>
            <a:lvl1pPr marR="0" lvl="0" algn="ctr" rtl="0">
              <a:lnSpc>
                <a:spcPct val="95000"/>
              </a:lnSpc>
              <a:spcBef>
                <a:spcPts val="1075"/>
              </a:spcBef>
              <a:spcAft>
                <a:spcPts val="0"/>
              </a:spcAft>
              <a:buClr>
                <a:schemeClr val="dk2"/>
              </a:buClr>
              <a:buSzPts val="1350"/>
              <a:buFont typeface="Arial"/>
              <a:buNone/>
              <a:defRPr sz="1500" b="0" i="0" u="none" strike="noStrike" cap="none">
                <a:solidFill>
                  <a:schemeClr val="dk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38" name="Google Shape;38;p9"/>
          <p:cNvSpPr/>
          <p:nvPr/>
        </p:nvSpPr>
        <p:spPr>
          <a:xfrm>
            <a:off x="477678" y="4741653"/>
            <a:ext cx="31800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2196">
          <p15:clr>
            <a:srgbClr val="FBAE40"/>
          </p15:clr>
        </p15:guide>
        <p15:guide id="2" pos="2675">
          <p15:clr>
            <a:srgbClr val="FBAE40"/>
          </p15:clr>
        </p15:guide>
        <p15:guide id="3" pos="320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7_Half_Page_Picture_Full">
  <p:cSld name="7_Half_Page_Picture_Full">
    <p:spTree>
      <p:nvGrpSpPr>
        <p:cNvPr id="1" name="Shape 39"/>
        <p:cNvGrpSpPr/>
        <p:nvPr/>
      </p:nvGrpSpPr>
      <p:grpSpPr>
        <a:xfrm>
          <a:off x="0" y="0"/>
          <a:ext cx="0" cy="0"/>
          <a:chOff x="0" y="0"/>
          <a:chExt cx="0" cy="0"/>
        </a:xfrm>
      </p:grpSpPr>
      <p:sp>
        <p:nvSpPr>
          <p:cNvPr id="40" name="Google Shape;40;p10"/>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41" name="Google Shape;41;p10"/>
          <p:cNvSpPr txBox="1">
            <a:spLocks noGrp="1"/>
          </p:cNvSpPr>
          <p:nvPr>
            <p:ph type="title"/>
          </p:nvPr>
        </p:nvSpPr>
        <p:spPr>
          <a:xfrm>
            <a:off x="437766" y="1659731"/>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42" name="Google Shape;42;p10"/>
          <p:cNvSpPr>
            <a:spLocks noGrp="1"/>
          </p:cNvSpPr>
          <p:nvPr>
            <p:ph type="pic" idx="2"/>
          </p:nvPr>
        </p:nvSpPr>
        <p:spPr>
          <a:xfrm>
            <a:off x="4580092" y="0"/>
            <a:ext cx="4563900" cy="5143500"/>
          </a:xfrm>
          <a:prstGeom prst="rect">
            <a:avLst/>
          </a:prstGeom>
          <a:noFill/>
          <a:ln>
            <a:noFill/>
          </a:ln>
        </p:spPr>
        <p:txBody>
          <a:bodyPr spcFirstLastPara="1" wrap="square" lIns="91425" tIns="45700" rIns="91425" bIns="45700" anchor="ctr" anchorCtr="0">
            <a:noAutofit/>
          </a:bodyPr>
          <a:lstStyle>
            <a:lvl1pPr marR="0" lvl="0" algn="ctr" rtl="0">
              <a:lnSpc>
                <a:spcPct val="95000"/>
              </a:lnSpc>
              <a:spcBef>
                <a:spcPts val="1075"/>
              </a:spcBef>
              <a:spcAft>
                <a:spcPts val="0"/>
              </a:spcAft>
              <a:buClr>
                <a:schemeClr val="dk2"/>
              </a:buClr>
              <a:buSzPts val="1350"/>
              <a:buFont typeface="Arial"/>
              <a:buNone/>
              <a:defRPr sz="1500" b="0" i="0" u="none" strike="noStrike" cap="none">
                <a:solidFill>
                  <a:schemeClr val="dk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43" name="Google Shape;43;p10"/>
          <p:cNvSpPr/>
          <p:nvPr/>
        </p:nvSpPr>
        <p:spPr>
          <a:xfrm>
            <a:off x="477679" y="4741653"/>
            <a:ext cx="32994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orient="horz" pos="2193">
          <p15:clr>
            <a:srgbClr val="FBAE40"/>
          </p15:clr>
        </p15:guide>
        <p15:guide id="3" pos="2675">
          <p15:clr>
            <a:srgbClr val="FBAE40"/>
          </p15:clr>
        </p15:guide>
        <p15:guide id="4" pos="320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Half_Page_Picture_Caption">
  <p:cSld name="4_Half_Page_Picture_Caption">
    <p:spTree>
      <p:nvGrpSpPr>
        <p:cNvPr id="1" name="Shape 44"/>
        <p:cNvGrpSpPr/>
        <p:nvPr/>
      </p:nvGrpSpPr>
      <p:grpSpPr>
        <a:xfrm>
          <a:off x="0" y="0"/>
          <a:ext cx="0" cy="0"/>
          <a:chOff x="0" y="0"/>
          <a:chExt cx="0" cy="0"/>
        </a:xfrm>
      </p:grpSpPr>
      <p:sp>
        <p:nvSpPr>
          <p:cNvPr id="45" name="Google Shape;45;p11"/>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46" name="Google Shape;46;p11"/>
          <p:cNvSpPr txBox="1">
            <a:spLocks noGrp="1"/>
          </p:cNvSpPr>
          <p:nvPr>
            <p:ph type="title"/>
          </p:nvPr>
        </p:nvSpPr>
        <p:spPr>
          <a:xfrm>
            <a:off x="437766" y="1659731"/>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47" name="Google Shape;47;p11"/>
          <p:cNvSpPr>
            <a:spLocks noGrp="1"/>
          </p:cNvSpPr>
          <p:nvPr>
            <p:ph type="pic" idx="2"/>
          </p:nvPr>
        </p:nvSpPr>
        <p:spPr>
          <a:xfrm>
            <a:off x="5089525" y="531813"/>
            <a:ext cx="3559200" cy="3364800"/>
          </a:xfrm>
          <a:prstGeom prst="rect">
            <a:avLst/>
          </a:prstGeom>
          <a:noFill/>
          <a:ln>
            <a:noFill/>
          </a:ln>
        </p:spPr>
        <p:txBody>
          <a:bodyPr spcFirstLastPara="1" wrap="square" lIns="91425" tIns="45700" rIns="91425" bIns="45700" anchor="ctr" anchorCtr="0">
            <a:noAutofit/>
          </a:bodyPr>
          <a:lstStyle>
            <a:lvl1pPr marR="0" lvl="0" algn="ctr" rtl="0">
              <a:lnSpc>
                <a:spcPct val="95000"/>
              </a:lnSpc>
              <a:spcBef>
                <a:spcPts val="1075"/>
              </a:spcBef>
              <a:spcAft>
                <a:spcPts val="0"/>
              </a:spcAft>
              <a:buClr>
                <a:schemeClr val="dk2"/>
              </a:buClr>
              <a:buSzPts val="1350"/>
              <a:buFont typeface="Arial"/>
              <a:buNone/>
              <a:defRPr sz="1500" b="0" i="0" u="none" strike="noStrike" cap="none">
                <a:solidFill>
                  <a:schemeClr val="dk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48" name="Google Shape;48;p11"/>
          <p:cNvSpPr txBox="1">
            <a:spLocks noGrp="1"/>
          </p:cNvSpPr>
          <p:nvPr>
            <p:ph type="body" idx="1"/>
          </p:nvPr>
        </p:nvSpPr>
        <p:spPr>
          <a:xfrm>
            <a:off x="5089525" y="4062350"/>
            <a:ext cx="3559200" cy="525000"/>
          </a:xfrm>
          <a:prstGeom prst="rect">
            <a:avLst/>
          </a:prstGeom>
          <a:noFill/>
          <a:ln>
            <a:noFill/>
          </a:ln>
        </p:spPr>
        <p:txBody>
          <a:bodyPr spcFirstLastPara="1" wrap="square" lIns="0" tIns="0" rIns="0" bIns="0" anchor="t" anchorCtr="0">
            <a:noAutofit/>
          </a:bodyPr>
          <a:lstStyle>
            <a:lvl1pPr marL="457200" marR="0" lvl="0" indent="-228600" algn="l" rtl="0">
              <a:lnSpc>
                <a:spcPct val="95000"/>
              </a:lnSpc>
              <a:spcBef>
                <a:spcPts val="1075"/>
              </a:spcBef>
              <a:spcAft>
                <a:spcPts val="0"/>
              </a:spcAft>
              <a:buClr>
                <a:schemeClr val="dk2"/>
              </a:buClr>
              <a:buSzPts val="1260"/>
              <a:buFont typeface="Arial"/>
              <a:buNone/>
              <a:defRPr sz="1400" b="0" i="0" u="none" strike="noStrike" cap="none">
                <a:solidFill>
                  <a:schemeClr val="dk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49" name="Google Shape;49;p11"/>
          <p:cNvSpPr/>
          <p:nvPr/>
        </p:nvSpPr>
        <p:spPr>
          <a:xfrm>
            <a:off x="477679" y="4741653"/>
            <a:ext cx="28632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3">
          <p15:clr>
            <a:srgbClr val="FBAE40"/>
          </p15:clr>
        </p15:guide>
        <p15:guide id="4" pos="2675">
          <p15:clr>
            <a:srgbClr val="FBAE40"/>
          </p15:clr>
        </p15:guide>
        <p15:guide id="5" pos="320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Full Bleed Photo With Text">
  <p:cSld name="Full Bleed Photo With Text">
    <p:spTree>
      <p:nvGrpSpPr>
        <p:cNvPr id="1" name="Shape 50"/>
        <p:cNvGrpSpPr/>
        <p:nvPr/>
      </p:nvGrpSpPr>
      <p:grpSpPr>
        <a:xfrm>
          <a:off x="0" y="0"/>
          <a:ext cx="0" cy="0"/>
          <a:chOff x="0" y="0"/>
          <a:chExt cx="0" cy="0"/>
        </a:xfrm>
      </p:grpSpPr>
      <p:sp>
        <p:nvSpPr>
          <p:cNvPr id="51" name="Google Shape;51;p12"/>
          <p:cNvSpPr>
            <a:spLocks noGrp="1"/>
          </p:cNvSpPr>
          <p:nvPr>
            <p:ph type="pic" idx="2"/>
          </p:nvPr>
        </p:nvSpPr>
        <p:spPr>
          <a:xfrm>
            <a:off x="0" y="0"/>
            <a:ext cx="9144000" cy="5143500"/>
          </a:xfrm>
          <a:prstGeom prst="rect">
            <a:avLst/>
          </a:prstGeom>
          <a:noFill/>
          <a:ln>
            <a:noFill/>
          </a:ln>
        </p:spPr>
        <p:txBody>
          <a:bodyPr spcFirstLastPara="1" wrap="square" lIns="91400" tIns="45700" rIns="91400" bIns="45700" anchor="t" anchorCtr="0">
            <a:noAutofit/>
          </a:bodyPr>
          <a:lstStyle>
            <a:lvl1pPr marR="0" lvl="0" algn="ctr" rtl="0">
              <a:lnSpc>
                <a:spcPct val="95000"/>
              </a:lnSpc>
              <a:spcBef>
                <a:spcPts val="1075"/>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52" name="Google Shape;52;p12"/>
          <p:cNvSpPr txBox="1">
            <a:spLocks noGrp="1"/>
          </p:cNvSpPr>
          <p:nvPr>
            <p:ph type="body" idx="1"/>
          </p:nvPr>
        </p:nvSpPr>
        <p:spPr>
          <a:xfrm>
            <a:off x="500063" y="3911435"/>
            <a:ext cx="8139000" cy="525000"/>
          </a:xfrm>
          <a:prstGeom prst="rect">
            <a:avLst/>
          </a:prstGeom>
          <a:noFill/>
          <a:ln>
            <a:noFill/>
          </a:ln>
        </p:spPr>
        <p:txBody>
          <a:bodyPr spcFirstLastPara="1" wrap="square" lIns="182875" tIns="91425" rIns="182875" bIns="91425" anchor="ctr" anchorCtr="0">
            <a:spAutoFit/>
          </a:bodyPr>
          <a:lstStyle>
            <a:lvl1pPr marL="457200" marR="0" lvl="0" indent="-228600" algn="ctr" rtl="0">
              <a:lnSpc>
                <a:spcPct val="120833"/>
              </a:lnSpc>
              <a:spcBef>
                <a:spcPts val="0"/>
              </a:spcBef>
              <a:spcAft>
                <a:spcPts val="0"/>
              </a:spcAft>
              <a:buClr>
                <a:schemeClr val="dk2"/>
              </a:buClr>
              <a:buSzPts val="2160"/>
              <a:buFont typeface="Arial"/>
              <a:buNone/>
              <a:defRPr sz="24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Slide">
  <p:cSld name="Quote Slide">
    <p:bg>
      <p:bgPr>
        <a:solidFill>
          <a:schemeClr val="accent5"/>
        </a:solidFill>
        <a:effectLst/>
      </p:bgPr>
    </p:bg>
    <p:spTree>
      <p:nvGrpSpPr>
        <p:cNvPr id="1" name="Shape 53"/>
        <p:cNvGrpSpPr/>
        <p:nvPr/>
      </p:nvGrpSpPr>
      <p:grpSpPr>
        <a:xfrm>
          <a:off x="0" y="0"/>
          <a:ext cx="0" cy="0"/>
          <a:chOff x="0" y="0"/>
          <a:chExt cx="0" cy="0"/>
        </a:xfrm>
      </p:grpSpPr>
      <p:sp>
        <p:nvSpPr>
          <p:cNvPr id="54" name="Google Shape;54;p13"/>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55" name="Google Shape;55;p13"/>
          <p:cNvSpPr txBox="1">
            <a:spLocks noGrp="1"/>
          </p:cNvSpPr>
          <p:nvPr>
            <p:ph type="body" idx="1"/>
          </p:nvPr>
        </p:nvSpPr>
        <p:spPr>
          <a:xfrm>
            <a:off x="468313" y="3916058"/>
            <a:ext cx="7791900" cy="349500"/>
          </a:xfrm>
          <a:prstGeom prst="rect">
            <a:avLst/>
          </a:prstGeom>
          <a:noFill/>
          <a:ln>
            <a:noFill/>
          </a:ln>
        </p:spPr>
        <p:txBody>
          <a:bodyPr spcFirstLastPara="1" wrap="square" lIns="91400" tIns="45700" rIns="91400" bIns="45700" anchor="b" anchorCtr="0">
            <a:noAutofit/>
          </a:bodyPr>
          <a:lstStyle>
            <a:lvl1pPr marL="457200" marR="0" lvl="0" indent="-228600" algn="l" rtl="0">
              <a:lnSpc>
                <a:spcPct val="100000"/>
              </a:lnSpc>
              <a:spcBef>
                <a:spcPts val="1100"/>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6" name="Google Shape;56;p13"/>
          <p:cNvSpPr txBox="1">
            <a:spLocks noGrp="1"/>
          </p:cNvSpPr>
          <p:nvPr>
            <p:ph type="ctrTitle"/>
          </p:nvPr>
        </p:nvSpPr>
        <p:spPr>
          <a:xfrm>
            <a:off x="287923" y="1540551"/>
            <a:ext cx="7972200" cy="2278800"/>
          </a:xfrm>
          <a:prstGeom prst="rect">
            <a:avLst/>
          </a:prstGeom>
          <a:noFill/>
          <a:ln>
            <a:noFill/>
          </a:ln>
        </p:spPr>
        <p:txBody>
          <a:bodyPr spcFirstLastPara="1" wrap="square" lIns="91400" tIns="45700" rIns="91400" bIns="45700" anchor="ctr" anchorCtr="0">
            <a:noAutofit/>
          </a:bodyPr>
          <a:lstStyle>
            <a:lvl1pPr lvl="0" algn="l">
              <a:lnSpc>
                <a:spcPct val="90000"/>
              </a:lnSpc>
              <a:spcBef>
                <a:spcPts val="0"/>
              </a:spcBef>
              <a:spcAft>
                <a:spcPts val="0"/>
              </a:spcAft>
              <a:buSzPts val="1400"/>
              <a:buNone/>
              <a:defRPr sz="4000" b="0" i="1">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Quote Slide">
  <p:cSld name="1_Quote Slide">
    <p:bg>
      <p:bgPr>
        <a:solidFill>
          <a:schemeClr val="accent5"/>
        </a:solidFill>
        <a:effectLst/>
      </p:bgPr>
    </p:bg>
    <p:spTree>
      <p:nvGrpSpPr>
        <p:cNvPr id="1" name="Shape 57"/>
        <p:cNvGrpSpPr/>
        <p:nvPr/>
      </p:nvGrpSpPr>
      <p:grpSpPr>
        <a:xfrm>
          <a:off x="0" y="0"/>
          <a:ext cx="0" cy="0"/>
          <a:chOff x="0" y="0"/>
          <a:chExt cx="0" cy="0"/>
        </a:xfrm>
      </p:grpSpPr>
      <p:sp>
        <p:nvSpPr>
          <p:cNvPr id="58" name="Google Shape;58;p14"/>
          <p:cNvSpPr/>
          <p:nvPr/>
        </p:nvSpPr>
        <p:spPr>
          <a:xfrm>
            <a:off x="0" y="0"/>
            <a:ext cx="91440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2"/>
              </a:solidFill>
              <a:latin typeface="Arial"/>
              <a:ea typeface="Arial"/>
              <a:cs typeface="Arial"/>
              <a:sym typeface="Arial"/>
            </a:endParaRPr>
          </a:p>
        </p:txBody>
      </p:sp>
      <p:sp>
        <p:nvSpPr>
          <p:cNvPr id="59" name="Google Shape;59;p14"/>
          <p:cNvSpPr txBox="1">
            <a:spLocks noGrp="1"/>
          </p:cNvSpPr>
          <p:nvPr>
            <p:ph type="body" idx="1"/>
          </p:nvPr>
        </p:nvSpPr>
        <p:spPr>
          <a:xfrm>
            <a:off x="468313" y="3916058"/>
            <a:ext cx="7791900" cy="349500"/>
          </a:xfrm>
          <a:prstGeom prst="rect">
            <a:avLst/>
          </a:prstGeom>
          <a:noFill/>
          <a:ln>
            <a:noFill/>
          </a:ln>
        </p:spPr>
        <p:txBody>
          <a:bodyPr spcFirstLastPara="1" wrap="square" lIns="91400" tIns="45700" rIns="91400" bIns="45700" anchor="b" anchorCtr="0">
            <a:noAutofit/>
          </a:bodyPr>
          <a:lstStyle>
            <a:lvl1pPr marL="457200" marR="0" lvl="0" indent="-228600" algn="l" rtl="0">
              <a:lnSpc>
                <a:spcPct val="100000"/>
              </a:lnSpc>
              <a:spcBef>
                <a:spcPts val="1100"/>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ctrTitle"/>
          </p:nvPr>
        </p:nvSpPr>
        <p:spPr>
          <a:xfrm>
            <a:off x="287923" y="1540551"/>
            <a:ext cx="7972200" cy="2278800"/>
          </a:xfrm>
          <a:prstGeom prst="rect">
            <a:avLst/>
          </a:prstGeom>
          <a:noFill/>
          <a:ln>
            <a:noFill/>
          </a:ln>
        </p:spPr>
        <p:txBody>
          <a:bodyPr spcFirstLastPara="1" wrap="square" lIns="91400" tIns="45700" rIns="91400" bIns="45700" anchor="ctr" anchorCtr="0">
            <a:noAutofit/>
          </a:bodyPr>
          <a:lstStyle>
            <a:lvl1pPr lvl="0" algn="l">
              <a:lnSpc>
                <a:spcPct val="90000"/>
              </a:lnSpc>
              <a:spcBef>
                <a:spcPts val="0"/>
              </a:spcBef>
              <a:spcAft>
                <a:spcPts val="0"/>
              </a:spcAft>
              <a:buSzPts val="1400"/>
              <a:buNone/>
              <a:defRPr sz="4000" b="0" i="1">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alf Page Photo With Text">
  <p:cSld name="Half Page Photo With Text">
    <p:bg>
      <p:bgPr>
        <a:solidFill>
          <a:schemeClr val="lt2"/>
        </a:solidFill>
        <a:effectLst/>
      </p:bgPr>
    </p:bg>
    <p:spTree>
      <p:nvGrpSpPr>
        <p:cNvPr id="1" name="Shape 61"/>
        <p:cNvGrpSpPr/>
        <p:nvPr/>
      </p:nvGrpSpPr>
      <p:grpSpPr>
        <a:xfrm>
          <a:off x="0" y="0"/>
          <a:ext cx="0" cy="0"/>
          <a:chOff x="0" y="0"/>
          <a:chExt cx="0" cy="0"/>
        </a:xfrm>
      </p:grpSpPr>
      <p:sp>
        <p:nvSpPr>
          <p:cNvPr id="62" name="Google Shape;62;p15"/>
          <p:cNvSpPr>
            <a:spLocks noGrp="1"/>
          </p:cNvSpPr>
          <p:nvPr>
            <p:ph type="pic" idx="2"/>
          </p:nvPr>
        </p:nvSpPr>
        <p:spPr>
          <a:xfrm>
            <a:off x="0" y="1"/>
            <a:ext cx="9301200" cy="2843100"/>
          </a:xfrm>
          <a:prstGeom prst="rect">
            <a:avLst/>
          </a:prstGeom>
          <a:solidFill>
            <a:schemeClr val="lt2"/>
          </a:solidFill>
          <a:ln>
            <a:noFill/>
          </a:ln>
        </p:spPr>
        <p:txBody>
          <a:bodyPr spcFirstLastPara="1" wrap="square" lIns="91400" tIns="45700" rIns="91400" bIns="45700" anchor="t" anchorCtr="0">
            <a:noAutofit/>
          </a:bodyPr>
          <a:lstStyle>
            <a:lvl1pPr marR="0" lvl="0" algn="ctr" rtl="0">
              <a:lnSpc>
                <a:spcPct val="95000"/>
              </a:lnSpc>
              <a:spcBef>
                <a:spcPts val="1075"/>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63" name="Google Shape;63;p15"/>
          <p:cNvSpPr txBox="1">
            <a:spLocks noGrp="1"/>
          </p:cNvSpPr>
          <p:nvPr>
            <p:ph type="body" idx="1"/>
          </p:nvPr>
        </p:nvSpPr>
        <p:spPr>
          <a:xfrm>
            <a:off x="448785" y="3054518"/>
            <a:ext cx="8364300" cy="56430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5000"/>
              </a:lnSpc>
              <a:spcBef>
                <a:spcPts val="1075"/>
              </a:spcBef>
              <a:spcAft>
                <a:spcPts val="0"/>
              </a:spcAft>
              <a:buClr>
                <a:schemeClr val="dk2"/>
              </a:buClr>
              <a:buSzPts val="2880"/>
              <a:buFont typeface="Arial"/>
              <a:buNone/>
              <a:defRPr sz="3200" b="0" i="0" u="none" strike="noStrike" cap="none">
                <a:solidFill>
                  <a:schemeClr val="lt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Full bleed photo">
  <p:cSld name="Full bleed photo">
    <p:spTree>
      <p:nvGrpSpPr>
        <p:cNvPr id="1" name="Shape 64"/>
        <p:cNvGrpSpPr/>
        <p:nvPr/>
      </p:nvGrpSpPr>
      <p:grpSpPr>
        <a:xfrm>
          <a:off x="0" y="0"/>
          <a:ext cx="0" cy="0"/>
          <a:chOff x="0" y="0"/>
          <a:chExt cx="0" cy="0"/>
        </a:xfrm>
      </p:grpSpPr>
      <p:sp>
        <p:nvSpPr>
          <p:cNvPr id="65" name="Google Shape;65;p16"/>
          <p:cNvSpPr>
            <a:spLocks noGrp="1"/>
          </p:cNvSpPr>
          <p:nvPr>
            <p:ph type="pic" idx="2"/>
          </p:nvPr>
        </p:nvSpPr>
        <p:spPr>
          <a:xfrm>
            <a:off x="0" y="0"/>
            <a:ext cx="9147300" cy="5143500"/>
          </a:xfrm>
          <a:prstGeom prst="rect">
            <a:avLst/>
          </a:prstGeom>
          <a:noFill/>
          <a:ln>
            <a:noFill/>
          </a:ln>
        </p:spPr>
        <p:txBody>
          <a:bodyPr spcFirstLastPara="1" wrap="square" lIns="91400" tIns="45700" rIns="91400" bIns="45700" anchor="t" anchorCtr="0">
            <a:noAutofit/>
          </a:bodyPr>
          <a:lstStyle>
            <a:lvl1pPr marR="0" lvl="0" algn="ctr" rtl="0">
              <a:lnSpc>
                <a:spcPct val="95000"/>
              </a:lnSpc>
              <a:spcBef>
                <a:spcPts val="1075"/>
              </a:spcBef>
              <a:spcAft>
                <a:spcPts val="0"/>
              </a:spcAft>
              <a:buClr>
                <a:schemeClr val="dk2"/>
              </a:buClr>
              <a:buSzPts val="1980"/>
              <a:buFont typeface="Arial"/>
              <a:buNone/>
              <a:defRPr sz="2200" b="0" i="0" u="none" strike="noStrike" cap="none">
                <a:solidFill>
                  <a:schemeClr val="lt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Full bleed photo">
  <p:cSld name="1_Full bleed photo">
    <p:bg>
      <p:bgPr>
        <a:solidFill>
          <a:schemeClr val="accent1"/>
        </a:solidFill>
        <a:effectLst/>
      </p:bgPr>
    </p:bg>
    <p:spTree>
      <p:nvGrpSpPr>
        <p:cNvPr id="1" name="Shape 66"/>
        <p:cNvGrpSpPr/>
        <p:nvPr/>
      </p:nvGrpSpPr>
      <p:grpSpPr>
        <a:xfrm>
          <a:off x="0" y="0"/>
          <a:ext cx="0" cy="0"/>
          <a:chOff x="0" y="0"/>
          <a:chExt cx="0" cy="0"/>
        </a:xfrm>
      </p:grpSpPr>
      <p:sp>
        <p:nvSpPr>
          <p:cNvPr id="67" name="Google Shape;67;p17"/>
          <p:cNvSpPr/>
          <p:nvPr/>
        </p:nvSpPr>
        <p:spPr>
          <a:xfrm>
            <a:off x="0" y="0"/>
            <a:ext cx="90933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68" name="Google Shape;68;p17"/>
          <p:cNvSpPr/>
          <p:nvPr/>
        </p:nvSpPr>
        <p:spPr>
          <a:xfrm>
            <a:off x="477679" y="4741653"/>
            <a:ext cx="34668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
        <p:nvSpPr>
          <p:cNvPr id="69" name="Google Shape;69;p17"/>
          <p:cNvSpPr>
            <a:spLocks noGrp="1"/>
          </p:cNvSpPr>
          <p:nvPr>
            <p:ph type="pic" idx="2"/>
          </p:nvPr>
        </p:nvSpPr>
        <p:spPr>
          <a:xfrm>
            <a:off x="308012" y="240631"/>
            <a:ext cx="8480400" cy="4266600"/>
          </a:xfrm>
          <a:prstGeom prst="rect">
            <a:avLst/>
          </a:prstGeom>
          <a:solidFill>
            <a:schemeClr val="lt2"/>
          </a:solidFill>
          <a:ln>
            <a:noFill/>
          </a:ln>
        </p:spPr>
        <p:txBody>
          <a:bodyPr spcFirstLastPara="1" wrap="square" lIns="91400" tIns="45700" rIns="91400" bIns="45700" anchor="t" anchorCtr="0">
            <a:noAutofit/>
          </a:bodyPr>
          <a:lstStyle>
            <a:lvl1pPr marR="0" lvl="0" algn="ctr" rtl="0">
              <a:lnSpc>
                <a:spcPct val="95000"/>
              </a:lnSpc>
              <a:spcBef>
                <a:spcPts val="1075"/>
              </a:spcBef>
              <a:spcAft>
                <a:spcPts val="0"/>
              </a:spcAft>
              <a:buClr>
                <a:schemeClr val="dk2"/>
              </a:buClr>
              <a:buSzPts val="1350"/>
              <a:buFont typeface="Arial"/>
              <a:buNone/>
              <a:defRPr sz="1500" b="0" i="0" u="none" strike="noStrike" cap="none">
                <a:solidFill>
                  <a:schemeClr val="lt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ullet">
  <p:cSld name="Bullet">
    <p:spTree>
      <p:nvGrpSpPr>
        <p:cNvPr id="1" name="Shape 70"/>
        <p:cNvGrpSpPr/>
        <p:nvPr/>
      </p:nvGrpSpPr>
      <p:grpSpPr>
        <a:xfrm>
          <a:off x="0" y="0"/>
          <a:ext cx="0" cy="0"/>
          <a:chOff x="0" y="0"/>
          <a:chExt cx="0" cy="0"/>
        </a:xfrm>
      </p:grpSpPr>
      <p:sp>
        <p:nvSpPr>
          <p:cNvPr id="71" name="Google Shape;71;p18"/>
          <p:cNvSpPr txBox="1">
            <a:spLocks noGrp="1"/>
          </p:cNvSpPr>
          <p:nvPr>
            <p:ph type="body" idx="1"/>
          </p:nvPr>
        </p:nvSpPr>
        <p:spPr>
          <a:xfrm>
            <a:off x="462301" y="1201738"/>
            <a:ext cx="8277300" cy="3389400"/>
          </a:xfrm>
          <a:prstGeom prst="rect">
            <a:avLst/>
          </a:prstGeom>
          <a:noFill/>
          <a:ln>
            <a:noFill/>
          </a:ln>
        </p:spPr>
        <p:txBody>
          <a:bodyPr spcFirstLastPara="1" wrap="square" lIns="91400" tIns="45700" rIns="91400" bIns="45700" anchor="t" anchorCtr="0">
            <a:noAutofit/>
          </a:bodyPr>
          <a:lstStyle>
            <a:lvl1pPr marL="457200" marR="0" lvl="0" indent="-330200" algn="l" rtl="0">
              <a:lnSpc>
                <a:spcPct val="95000"/>
              </a:lnSpc>
              <a:spcBef>
                <a:spcPts val="1110"/>
              </a:spcBef>
              <a:spcAft>
                <a:spcPts val="0"/>
              </a:spcAft>
              <a:buClr>
                <a:schemeClr val="dk1"/>
              </a:buClr>
              <a:buSzPts val="1600"/>
              <a:buFont typeface="Arial"/>
              <a:buChar char="•"/>
              <a:defRPr sz="2000" b="0" i="0" u="none" strike="noStrike" cap="none">
                <a:solidFill>
                  <a:schemeClr val="dk1"/>
                </a:solidFill>
                <a:latin typeface="Arial"/>
                <a:ea typeface="Arial"/>
                <a:cs typeface="Arial"/>
                <a:sym typeface="Arial"/>
              </a:defRPr>
            </a:lvl1pPr>
            <a:lvl2pPr marL="914400" marR="0" lvl="1" indent="-320040" algn="l" rtl="0">
              <a:lnSpc>
                <a:spcPct val="95000"/>
              </a:lnSpc>
              <a:spcBef>
                <a:spcPts val="450"/>
              </a:spcBef>
              <a:spcAft>
                <a:spcPts val="0"/>
              </a:spcAft>
              <a:buClr>
                <a:schemeClr val="dk1"/>
              </a:buClr>
              <a:buSzPts val="1440"/>
              <a:buFont typeface="Arial"/>
              <a:buChar char="•"/>
              <a:defRPr sz="1800" b="0" i="0" u="none" strike="noStrike" cap="none">
                <a:solidFill>
                  <a:schemeClr val="dk1"/>
                </a:solidFill>
                <a:latin typeface="Arial"/>
                <a:ea typeface="Arial"/>
                <a:cs typeface="Arial"/>
                <a:sym typeface="Arial"/>
              </a:defRPr>
            </a:lvl2pPr>
            <a:lvl3pPr marL="1371600" marR="0" lvl="2" indent="-309880" algn="l" rtl="0">
              <a:lnSpc>
                <a:spcPct val="95000"/>
              </a:lnSpc>
              <a:spcBef>
                <a:spcPts val="625"/>
              </a:spcBef>
              <a:spcAft>
                <a:spcPts val="0"/>
              </a:spcAft>
              <a:buClr>
                <a:schemeClr val="dk1"/>
              </a:buClr>
              <a:buSzPts val="1280"/>
              <a:buFont typeface="Arial"/>
              <a:buChar char="•"/>
              <a:defRPr sz="1600" b="0" i="0" u="none" strike="noStrike" cap="none">
                <a:solidFill>
                  <a:schemeClr val="dk1"/>
                </a:solidFill>
                <a:latin typeface="Arial"/>
                <a:ea typeface="Arial"/>
                <a:cs typeface="Arial"/>
                <a:sym typeface="Arial"/>
              </a:defRPr>
            </a:lvl3pPr>
            <a:lvl4pPr marL="1828800" marR="0" lvl="3" indent="-299719" algn="l" rtl="0">
              <a:lnSpc>
                <a:spcPct val="95000"/>
              </a:lnSpc>
              <a:spcBef>
                <a:spcPts val="625"/>
              </a:spcBef>
              <a:spcAft>
                <a:spcPts val="0"/>
              </a:spcAft>
              <a:buClr>
                <a:schemeClr val="dk1"/>
              </a:buClr>
              <a:buSzPts val="1120"/>
              <a:buFont typeface="Arial"/>
              <a:buChar char="•"/>
              <a:defRPr sz="1400" b="0" i="0" u="none" strike="noStrike" cap="none">
                <a:solidFill>
                  <a:schemeClr val="dk1"/>
                </a:solidFill>
                <a:latin typeface="Arial"/>
                <a:ea typeface="Arial"/>
                <a:cs typeface="Arial"/>
                <a:sym typeface="Arial"/>
              </a:defRPr>
            </a:lvl4pPr>
            <a:lvl5pPr marL="2286000" marR="0" lvl="4" indent="-289560" algn="l" rtl="0">
              <a:lnSpc>
                <a:spcPct val="95000"/>
              </a:lnSpc>
              <a:spcBef>
                <a:spcPts val="625"/>
              </a:spcBef>
              <a:spcAft>
                <a:spcPts val="0"/>
              </a:spcAft>
              <a:buClr>
                <a:schemeClr val="dk1"/>
              </a:buClr>
              <a:buSzPts val="960"/>
              <a:buFont typeface="Arial"/>
              <a:buChar char="•"/>
              <a:defRPr sz="12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2" name="Google Shape;72;p18"/>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sz="2800">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Table">
  <p:cSld name="1_Title and Table">
    <p:spTree>
      <p:nvGrpSpPr>
        <p:cNvPr id="1" name="Shape 73"/>
        <p:cNvGrpSpPr/>
        <p:nvPr/>
      </p:nvGrpSpPr>
      <p:grpSpPr>
        <a:xfrm>
          <a:off x="0" y="0"/>
          <a:ext cx="0" cy="0"/>
          <a:chOff x="0" y="0"/>
          <a:chExt cx="0" cy="0"/>
        </a:xfrm>
      </p:grpSpPr>
      <p:sp>
        <p:nvSpPr>
          <p:cNvPr id="74" name="Google Shape;74;p19"/>
          <p:cNvSpPr>
            <a:spLocks noGrp="1"/>
          </p:cNvSpPr>
          <p:nvPr>
            <p:ph type="tbl" idx="2"/>
          </p:nvPr>
        </p:nvSpPr>
        <p:spPr>
          <a:xfrm>
            <a:off x="533400" y="1347788"/>
            <a:ext cx="8115300" cy="2658600"/>
          </a:xfrm>
          <a:prstGeom prst="rect">
            <a:avLst/>
          </a:prstGeom>
          <a:noFill/>
          <a:ln>
            <a:noFill/>
          </a:ln>
        </p:spPr>
        <p:txBody>
          <a:bodyPr spcFirstLastPara="1" wrap="square" lIns="91400" tIns="45700" rIns="91400" bIns="45700" anchor="t" anchorCtr="0">
            <a:noAutofit/>
          </a:bodyPr>
          <a:lstStyle>
            <a:lvl1pPr marR="0" lvl="0" algn="ctr" rtl="0">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chemeClr val="dk1"/>
                </a:solidFill>
                <a:latin typeface="Arial"/>
                <a:ea typeface="Arial"/>
                <a:cs typeface="Arial"/>
                <a:sym typeface="Arial"/>
              </a:defRPr>
            </a:lvl9pPr>
          </a:lstStyle>
          <a:p>
            <a:endParaRPr dirty="0"/>
          </a:p>
        </p:txBody>
      </p:sp>
      <p:sp>
        <p:nvSpPr>
          <p:cNvPr id="75" name="Google Shape;75;p19"/>
          <p:cNvSpPr txBox="1">
            <a:spLocks noGrp="1"/>
          </p:cNvSpPr>
          <p:nvPr>
            <p:ph type="body" idx="1"/>
          </p:nvPr>
        </p:nvSpPr>
        <p:spPr>
          <a:xfrm>
            <a:off x="437767" y="4148220"/>
            <a:ext cx="7180200" cy="326100"/>
          </a:xfrm>
          <a:prstGeom prst="rect">
            <a:avLst/>
          </a:prstGeom>
          <a:noFill/>
          <a:ln>
            <a:noFill/>
          </a:ln>
        </p:spPr>
        <p:txBody>
          <a:bodyPr spcFirstLastPara="1" wrap="square" lIns="91400" tIns="45700" rIns="91400" bIns="45700" anchor="b" anchorCtr="0">
            <a:noAutofit/>
          </a:bodyPr>
          <a:lstStyle>
            <a:lvl1pPr marL="457200" marR="0" lvl="0" indent="-228600" algn="l" rtl="0">
              <a:lnSpc>
                <a:spcPct val="100000"/>
              </a:lnSpc>
              <a:spcBef>
                <a:spcPts val="700"/>
              </a:spcBef>
              <a:spcAft>
                <a:spcPts val="0"/>
              </a:spcAft>
              <a:buClr>
                <a:schemeClr val="dk2"/>
              </a:buClr>
              <a:buSzPts val="126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76" name="Google Shape;76;p19"/>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sz="2800">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hart">
  <p:cSld name="Title and Chart">
    <p:spTree>
      <p:nvGrpSpPr>
        <p:cNvPr id="1" name="Shape 77"/>
        <p:cNvGrpSpPr/>
        <p:nvPr/>
      </p:nvGrpSpPr>
      <p:grpSpPr>
        <a:xfrm>
          <a:off x="0" y="0"/>
          <a:ext cx="0" cy="0"/>
          <a:chOff x="0" y="0"/>
          <a:chExt cx="0" cy="0"/>
        </a:xfrm>
      </p:grpSpPr>
      <p:sp>
        <p:nvSpPr>
          <p:cNvPr id="78" name="Google Shape;78;p20"/>
          <p:cNvSpPr>
            <a:spLocks noGrp="1"/>
          </p:cNvSpPr>
          <p:nvPr>
            <p:ph type="chart" idx="2"/>
          </p:nvPr>
        </p:nvSpPr>
        <p:spPr>
          <a:xfrm>
            <a:off x="533400" y="1201738"/>
            <a:ext cx="8115300" cy="2808300"/>
          </a:xfrm>
          <a:prstGeom prst="rect">
            <a:avLst/>
          </a:prstGeom>
          <a:noFill/>
          <a:ln>
            <a:noFill/>
          </a:ln>
        </p:spPr>
        <p:txBody>
          <a:bodyPr spcFirstLastPara="1" wrap="square" lIns="91400" tIns="45700" rIns="91400" bIns="45700" anchor="t" anchorCtr="0">
            <a:noAutofit/>
          </a:bodyPr>
          <a:lstStyle>
            <a:lvl1pPr marR="0" lvl="0" algn="ctr" rtl="0">
              <a:lnSpc>
                <a:spcPct val="95000"/>
              </a:lnSpc>
              <a:spcBef>
                <a:spcPts val="1075"/>
              </a:spcBef>
              <a:spcAft>
                <a:spcPts val="0"/>
              </a:spcAft>
              <a:buClr>
                <a:schemeClr val="dk2"/>
              </a:buClr>
              <a:buSzPts val="1800"/>
              <a:buFont typeface="Arial"/>
              <a:buNone/>
              <a:defRPr sz="2000" b="0" i="0" u="none" strike="noStrike" cap="none">
                <a:solidFill>
                  <a:schemeClr val="dk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79" name="Google Shape;79;p20"/>
          <p:cNvSpPr txBox="1">
            <a:spLocks noGrp="1"/>
          </p:cNvSpPr>
          <p:nvPr>
            <p:ph type="body" idx="1"/>
          </p:nvPr>
        </p:nvSpPr>
        <p:spPr>
          <a:xfrm>
            <a:off x="437767" y="4148220"/>
            <a:ext cx="7180200" cy="326100"/>
          </a:xfrm>
          <a:prstGeom prst="rect">
            <a:avLst/>
          </a:prstGeom>
          <a:noFill/>
          <a:ln>
            <a:noFill/>
          </a:ln>
        </p:spPr>
        <p:txBody>
          <a:bodyPr spcFirstLastPara="1" wrap="square" lIns="91400" tIns="45700" rIns="91400" bIns="45700" anchor="b" anchorCtr="0">
            <a:noAutofit/>
          </a:bodyPr>
          <a:lstStyle>
            <a:lvl1pPr marL="457200" marR="0" lvl="0" indent="-228600" algn="l" rtl="0">
              <a:lnSpc>
                <a:spcPct val="100000"/>
              </a:lnSpc>
              <a:spcBef>
                <a:spcPts val="700"/>
              </a:spcBef>
              <a:spcAft>
                <a:spcPts val="0"/>
              </a:spcAft>
              <a:buClr>
                <a:schemeClr val="dk2"/>
              </a:buClr>
              <a:buSzPts val="126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95000"/>
              </a:lnSpc>
              <a:spcBef>
                <a:spcPts val="600"/>
              </a:spcBef>
              <a:spcAft>
                <a:spcPts val="0"/>
              </a:spcAft>
              <a:buClr>
                <a:schemeClr val="dk2"/>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95000"/>
              </a:lnSpc>
              <a:spcBef>
                <a:spcPts val="625"/>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0" name="Google Shape;80;p20"/>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ulti_Slide">
  <p:cSld name="Multi_Slide">
    <p:spTree>
      <p:nvGrpSpPr>
        <p:cNvPr id="1" name="Shape 81"/>
        <p:cNvGrpSpPr/>
        <p:nvPr/>
      </p:nvGrpSpPr>
      <p:grpSpPr>
        <a:xfrm>
          <a:off x="0" y="0"/>
          <a:ext cx="0" cy="0"/>
          <a:chOff x="0" y="0"/>
          <a:chExt cx="0" cy="0"/>
        </a:xfrm>
      </p:grpSpPr>
      <p:sp>
        <p:nvSpPr>
          <p:cNvPr id="82" name="Google Shape;82;p21"/>
          <p:cNvSpPr txBox="1">
            <a:spLocks noGrp="1"/>
          </p:cNvSpPr>
          <p:nvPr>
            <p:ph type="body" idx="1"/>
          </p:nvPr>
        </p:nvSpPr>
        <p:spPr>
          <a:xfrm>
            <a:off x="474662" y="1347788"/>
            <a:ext cx="8280000" cy="3073800"/>
          </a:xfrm>
          <a:prstGeom prst="rect">
            <a:avLst/>
          </a:prstGeom>
          <a:noFill/>
          <a:ln>
            <a:noFill/>
          </a:ln>
        </p:spPr>
        <p:txBody>
          <a:bodyPr spcFirstLastPara="1" wrap="square" lIns="91400" tIns="45700" rIns="91400" bIns="45700" anchor="t" anchorCtr="0">
            <a:noAutofit/>
          </a:bodyPr>
          <a:lstStyle>
            <a:lvl1pPr marL="457200" marR="0" lvl="0" indent="-228600" algn="ctr"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317500"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3" name="Google Shape;83;p21"/>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Half_Page_Blank">
  <p:cSld name="1_Half_Page_Blank">
    <p:spTree>
      <p:nvGrpSpPr>
        <p:cNvPr id="1" name="Shape 84"/>
        <p:cNvGrpSpPr/>
        <p:nvPr/>
      </p:nvGrpSpPr>
      <p:grpSpPr>
        <a:xfrm>
          <a:off x="0" y="0"/>
          <a:ext cx="0" cy="0"/>
          <a:chOff x="0" y="0"/>
          <a:chExt cx="0" cy="0"/>
        </a:xfrm>
      </p:grpSpPr>
      <p:sp>
        <p:nvSpPr>
          <p:cNvPr id="85" name="Google Shape;85;p22"/>
          <p:cNvSpPr/>
          <p:nvPr/>
        </p:nvSpPr>
        <p:spPr>
          <a:xfrm>
            <a:off x="-8092"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86" name="Google Shape;86;p22"/>
          <p:cNvSpPr txBox="1">
            <a:spLocks noGrp="1"/>
          </p:cNvSpPr>
          <p:nvPr>
            <p:ph type="body" idx="1"/>
          </p:nvPr>
        </p:nvSpPr>
        <p:spPr>
          <a:xfrm>
            <a:off x="462301" y="1665182"/>
            <a:ext cx="3662100" cy="2925900"/>
          </a:xfrm>
          <a:prstGeom prst="rect">
            <a:avLst/>
          </a:prstGeom>
          <a:noFill/>
          <a:ln>
            <a:noFill/>
          </a:ln>
        </p:spPr>
        <p:txBody>
          <a:bodyPr spcFirstLastPara="1" wrap="square" lIns="91400" tIns="45700" rIns="91400" bIns="45700" anchor="t" anchorCtr="0">
            <a:noAutofit/>
          </a:bodyPr>
          <a:lstStyle>
            <a:lvl1pPr marL="457200" marR="0" lvl="0" indent="-304800" algn="l" rtl="0">
              <a:lnSpc>
                <a:spcPct val="95000"/>
              </a:lnSpc>
              <a:spcBef>
                <a:spcPts val="1110"/>
              </a:spcBef>
              <a:spcAft>
                <a:spcPts val="0"/>
              </a:spcAft>
              <a:buClr>
                <a:schemeClr val="dk2"/>
              </a:buClr>
              <a:buSzPts val="1200"/>
              <a:buFont typeface="Arial"/>
              <a:buChar char="•"/>
              <a:defRPr sz="2000" b="0" i="0" u="none" strike="noStrike" cap="none">
                <a:solidFill>
                  <a:schemeClr val="lt1"/>
                </a:solidFill>
                <a:latin typeface="Arial"/>
                <a:ea typeface="Arial"/>
                <a:cs typeface="Arial"/>
                <a:sym typeface="Arial"/>
              </a:defRPr>
            </a:lvl1pPr>
            <a:lvl2pPr marL="914400" marR="0" lvl="1" indent="-297180" algn="l" rtl="0">
              <a:lnSpc>
                <a:spcPct val="95000"/>
              </a:lnSpc>
              <a:spcBef>
                <a:spcPts val="450"/>
              </a:spcBef>
              <a:spcAft>
                <a:spcPts val="0"/>
              </a:spcAft>
              <a:buClr>
                <a:schemeClr val="dk2"/>
              </a:buClr>
              <a:buSzPts val="1080"/>
              <a:buFont typeface="Arial"/>
              <a:buChar char="•"/>
              <a:defRPr sz="1800" b="0" i="0" u="none" strike="noStrike" cap="none">
                <a:solidFill>
                  <a:schemeClr val="lt1"/>
                </a:solidFill>
                <a:latin typeface="Arial"/>
                <a:ea typeface="Arial"/>
                <a:cs typeface="Arial"/>
                <a:sym typeface="Arial"/>
              </a:defRPr>
            </a:lvl2pPr>
            <a:lvl3pPr marL="1371600" marR="0" lvl="2" indent="-289560" algn="l" rtl="0">
              <a:lnSpc>
                <a:spcPct val="95000"/>
              </a:lnSpc>
              <a:spcBef>
                <a:spcPts val="625"/>
              </a:spcBef>
              <a:spcAft>
                <a:spcPts val="0"/>
              </a:spcAft>
              <a:buClr>
                <a:schemeClr val="dk2"/>
              </a:buClr>
              <a:buSzPts val="960"/>
              <a:buFont typeface="Arial"/>
              <a:buChar char="•"/>
              <a:defRPr sz="1600" b="0" i="0" u="none" strike="noStrike" cap="none">
                <a:solidFill>
                  <a:schemeClr val="lt1"/>
                </a:solidFill>
                <a:latin typeface="Arial"/>
                <a:ea typeface="Arial"/>
                <a:cs typeface="Arial"/>
                <a:sym typeface="Arial"/>
              </a:defRPr>
            </a:lvl3pPr>
            <a:lvl4pPr marL="1828800" marR="0" lvl="3" indent="-281939" algn="l" rtl="0">
              <a:lnSpc>
                <a:spcPct val="95000"/>
              </a:lnSpc>
              <a:spcBef>
                <a:spcPts val="625"/>
              </a:spcBef>
              <a:spcAft>
                <a:spcPts val="0"/>
              </a:spcAft>
              <a:buClr>
                <a:schemeClr val="dk2"/>
              </a:buClr>
              <a:buSzPts val="840"/>
              <a:buFont typeface="Arial"/>
              <a:buChar char="•"/>
              <a:defRPr sz="1400" b="0" i="0" u="none" strike="noStrike" cap="none">
                <a:solidFill>
                  <a:schemeClr val="lt1"/>
                </a:solidFill>
                <a:latin typeface="Arial"/>
                <a:ea typeface="Arial"/>
                <a:cs typeface="Arial"/>
                <a:sym typeface="Arial"/>
              </a:defRPr>
            </a:lvl4pPr>
            <a:lvl5pPr marL="2286000" marR="0" lvl="4" indent="-274320" algn="l" rtl="0">
              <a:lnSpc>
                <a:spcPct val="95000"/>
              </a:lnSpc>
              <a:spcBef>
                <a:spcPts val="625"/>
              </a:spcBef>
              <a:spcAft>
                <a:spcPts val="0"/>
              </a:spcAft>
              <a:buClr>
                <a:schemeClr val="dk2"/>
              </a:buClr>
              <a:buSzPts val="720"/>
              <a:buFont typeface="Arial"/>
              <a:buChar char="•"/>
              <a:defRPr sz="12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87" name="Google Shape;87;p22"/>
          <p:cNvSpPr txBox="1">
            <a:spLocks noGrp="1"/>
          </p:cNvSpPr>
          <p:nvPr>
            <p:ph type="title"/>
          </p:nvPr>
        </p:nvSpPr>
        <p:spPr>
          <a:xfrm>
            <a:off x="437766" y="341313"/>
            <a:ext cx="3686700" cy="731700"/>
          </a:xfrm>
          <a:prstGeom prst="rect">
            <a:avLst/>
          </a:prstGeom>
          <a:noFill/>
          <a:ln>
            <a:noFill/>
          </a:ln>
        </p:spPr>
        <p:txBody>
          <a:bodyPr spcFirstLastPara="1" wrap="square" lIns="91400" tIns="45700" rIns="91400" bIns="45700" anchor="ctr" anchorCtr="0">
            <a:noAutofit/>
          </a:bodyPr>
          <a:lstStyle>
            <a:lvl1pPr lvl="0" algn="l">
              <a:lnSpc>
                <a:spcPct val="80000"/>
              </a:lnSpc>
              <a:spcBef>
                <a:spcPts val="0"/>
              </a:spcBef>
              <a:spcAft>
                <a:spcPts val="0"/>
              </a:spcAft>
              <a:buSzPts val="1400"/>
              <a:buNone/>
              <a:defRPr sz="3200">
                <a:solidFill>
                  <a:schemeClr val="l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88" name="Google Shape;88;p22"/>
          <p:cNvSpPr/>
          <p:nvPr/>
        </p:nvSpPr>
        <p:spPr>
          <a:xfrm>
            <a:off x="477679" y="4741653"/>
            <a:ext cx="35685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pos="288">
          <p15:clr>
            <a:srgbClr val="FBAE40"/>
          </p15:clr>
        </p15:guide>
        <p15:guide id="2" pos="259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_Half_Page_Text_2 column">
  <p:cSld name="3_Half_Page_Text_2 column">
    <p:spTree>
      <p:nvGrpSpPr>
        <p:cNvPr id="1" name="Shape 89"/>
        <p:cNvGrpSpPr/>
        <p:nvPr/>
      </p:nvGrpSpPr>
      <p:grpSpPr>
        <a:xfrm>
          <a:off x="0" y="0"/>
          <a:ext cx="0" cy="0"/>
          <a:chOff x="0" y="0"/>
          <a:chExt cx="0" cy="0"/>
        </a:xfrm>
      </p:grpSpPr>
      <p:sp>
        <p:nvSpPr>
          <p:cNvPr id="90" name="Google Shape;90;p23"/>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91" name="Google Shape;91;p23"/>
          <p:cNvSpPr txBox="1">
            <a:spLocks noGrp="1"/>
          </p:cNvSpPr>
          <p:nvPr>
            <p:ph type="title"/>
          </p:nvPr>
        </p:nvSpPr>
        <p:spPr>
          <a:xfrm>
            <a:off x="437766" y="510540"/>
            <a:ext cx="3808800" cy="655200"/>
          </a:xfrm>
          <a:prstGeom prst="rect">
            <a:avLst/>
          </a:prstGeom>
          <a:noFill/>
          <a:ln>
            <a:noFill/>
          </a:ln>
        </p:spPr>
        <p:txBody>
          <a:bodyPr spcFirstLastPara="1" wrap="square" lIns="91400" tIns="45700" rIns="91400" bIns="45700" anchor="t"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92" name="Google Shape;92;p23"/>
          <p:cNvSpPr txBox="1">
            <a:spLocks noGrp="1"/>
          </p:cNvSpPr>
          <p:nvPr>
            <p:ph type="body" idx="1"/>
          </p:nvPr>
        </p:nvSpPr>
        <p:spPr>
          <a:xfrm>
            <a:off x="5097463" y="510540"/>
            <a:ext cx="3551100" cy="4080600"/>
          </a:xfrm>
          <a:prstGeom prst="rect">
            <a:avLst/>
          </a:prstGeom>
          <a:noFill/>
          <a:ln>
            <a:noFill/>
          </a:ln>
        </p:spPr>
        <p:txBody>
          <a:bodyPr spcFirstLastPara="1" wrap="square" lIns="0" tIns="45700" rIns="0" bIns="45700" anchor="t" anchorCtr="0">
            <a:noAutofit/>
          </a:bodyPr>
          <a:lstStyle>
            <a:lvl1pPr marL="457200" marR="0" lvl="0" indent="-304800" algn="l" rtl="0">
              <a:lnSpc>
                <a:spcPct val="100000"/>
              </a:lnSpc>
              <a:spcBef>
                <a:spcPts val="1075"/>
              </a:spcBef>
              <a:spcAft>
                <a:spcPts val="0"/>
              </a:spcAft>
              <a:buClr>
                <a:schemeClr val="dk1"/>
              </a:buClr>
              <a:buSzPts val="1200"/>
              <a:buFont typeface="Arial"/>
              <a:buChar char="•"/>
              <a:defRPr sz="2000" b="0" i="0" u="none" strike="noStrike" cap="none">
                <a:solidFill>
                  <a:schemeClr val="dk1"/>
                </a:solidFill>
                <a:latin typeface="Arial"/>
                <a:ea typeface="Arial"/>
                <a:cs typeface="Arial"/>
                <a:sym typeface="Arial"/>
              </a:defRPr>
            </a:lvl1pPr>
            <a:lvl2pPr marL="914400" marR="0" lvl="1" indent="-304800" algn="l" rtl="0">
              <a:lnSpc>
                <a:spcPct val="100000"/>
              </a:lnSpc>
              <a:spcBef>
                <a:spcPts val="600"/>
              </a:spcBef>
              <a:spcAft>
                <a:spcPts val="0"/>
              </a:spcAft>
              <a:buClr>
                <a:schemeClr val="dk1"/>
              </a:buClr>
              <a:buSzPts val="1200"/>
              <a:buFont typeface="Arial"/>
              <a:buChar char="•"/>
              <a:defRPr sz="2000" b="0" i="0" u="none" strike="noStrike" cap="none">
                <a:solidFill>
                  <a:schemeClr val="dk1"/>
                </a:solidFill>
                <a:latin typeface="Arial"/>
                <a:ea typeface="Arial"/>
                <a:cs typeface="Arial"/>
                <a:sym typeface="Arial"/>
              </a:defRPr>
            </a:lvl2pPr>
            <a:lvl3pPr marL="1371600" marR="0" lvl="2" indent="-297180" algn="l" rtl="0">
              <a:lnSpc>
                <a:spcPct val="100000"/>
              </a:lnSpc>
              <a:spcBef>
                <a:spcPts val="625"/>
              </a:spcBef>
              <a:spcAft>
                <a:spcPts val="0"/>
              </a:spcAft>
              <a:buClr>
                <a:schemeClr val="dk1"/>
              </a:buClr>
              <a:buSzPts val="1080"/>
              <a:buFont typeface="Arial"/>
              <a:buChar char="•"/>
              <a:defRPr sz="1800" b="0" i="0" u="none" strike="noStrike" cap="none">
                <a:solidFill>
                  <a:schemeClr val="dk1"/>
                </a:solidFill>
                <a:latin typeface="Arial"/>
                <a:ea typeface="Arial"/>
                <a:cs typeface="Arial"/>
                <a:sym typeface="Arial"/>
              </a:defRPr>
            </a:lvl3pPr>
            <a:lvl4pPr marL="1828800" marR="0" lvl="3" indent="-289560" algn="l" rtl="0">
              <a:lnSpc>
                <a:spcPct val="100000"/>
              </a:lnSpc>
              <a:spcBef>
                <a:spcPts val="625"/>
              </a:spcBef>
              <a:spcAft>
                <a:spcPts val="0"/>
              </a:spcAft>
              <a:buClr>
                <a:schemeClr val="dk1"/>
              </a:buClr>
              <a:buSzPts val="960"/>
              <a:buFont typeface="Arial"/>
              <a:buChar char="•"/>
              <a:defRPr sz="1600" b="0" i="0" u="none" strike="noStrike" cap="none">
                <a:solidFill>
                  <a:schemeClr val="dk1"/>
                </a:solidFill>
                <a:latin typeface="Arial"/>
                <a:ea typeface="Arial"/>
                <a:cs typeface="Arial"/>
                <a:sym typeface="Arial"/>
              </a:defRPr>
            </a:lvl4pPr>
            <a:lvl5pPr marL="2286000" marR="0" lvl="4" indent="-289560" algn="l" rtl="0">
              <a:lnSpc>
                <a:spcPct val="100000"/>
              </a:lnSpc>
              <a:spcBef>
                <a:spcPts val="625"/>
              </a:spcBef>
              <a:spcAft>
                <a:spcPts val="0"/>
              </a:spcAft>
              <a:buClr>
                <a:schemeClr val="dk1"/>
              </a:buClr>
              <a:buSzPts val="960"/>
              <a:buFont typeface="Arial"/>
              <a:buChar char="•"/>
              <a:defRPr sz="1600" b="0" i="0" u="none" strike="noStrike" cap="none">
                <a:solidFill>
                  <a:schemeClr val="dk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3" name="Google Shape;93;p23"/>
          <p:cNvSpPr txBox="1">
            <a:spLocks noGrp="1"/>
          </p:cNvSpPr>
          <p:nvPr>
            <p:ph type="body" idx="2"/>
          </p:nvPr>
        </p:nvSpPr>
        <p:spPr>
          <a:xfrm>
            <a:off x="437766" y="1659842"/>
            <a:ext cx="3808800" cy="2931300"/>
          </a:xfrm>
          <a:prstGeom prst="rect">
            <a:avLst/>
          </a:prstGeom>
          <a:noFill/>
          <a:ln>
            <a:noFill/>
          </a:ln>
        </p:spPr>
        <p:txBody>
          <a:bodyPr spcFirstLastPara="1" wrap="square" lIns="91425" tIns="45700" rIns="91425" bIns="45700" anchor="t" anchorCtr="0">
            <a:noAutofit/>
          </a:bodyPr>
          <a:lstStyle>
            <a:lvl1pPr marL="457200" marR="0" lvl="0" indent="-304800" algn="l" rtl="0">
              <a:lnSpc>
                <a:spcPct val="95000"/>
              </a:lnSpc>
              <a:spcBef>
                <a:spcPts val="1075"/>
              </a:spcBef>
              <a:spcAft>
                <a:spcPts val="0"/>
              </a:spcAft>
              <a:buClr>
                <a:schemeClr val="dk2"/>
              </a:buClr>
              <a:buSzPts val="1200"/>
              <a:buFont typeface="Arial"/>
              <a:buChar char="•"/>
              <a:defRPr sz="2000" b="0" i="0" u="none" strike="noStrike" cap="none">
                <a:solidFill>
                  <a:schemeClr val="lt1"/>
                </a:solidFill>
                <a:latin typeface="Arial"/>
                <a:ea typeface="Arial"/>
                <a:cs typeface="Arial"/>
                <a:sym typeface="Arial"/>
              </a:defRPr>
            </a:lvl1pPr>
            <a:lvl2pPr marL="914400" marR="0" lvl="1" indent="-304800" algn="l" rtl="0">
              <a:lnSpc>
                <a:spcPct val="95000"/>
              </a:lnSpc>
              <a:spcBef>
                <a:spcPts val="600"/>
              </a:spcBef>
              <a:spcAft>
                <a:spcPts val="0"/>
              </a:spcAft>
              <a:buClr>
                <a:schemeClr val="dk2"/>
              </a:buClr>
              <a:buSzPts val="1200"/>
              <a:buFont typeface="Arial"/>
              <a:buChar char="•"/>
              <a:defRPr sz="2000" b="0" i="0" u="none" strike="noStrike" cap="none">
                <a:solidFill>
                  <a:schemeClr val="lt1"/>
                </a:solidFill>
                <a:latin typeface="Arial"/>
                <a:ea typeface="Arial"/>
                <a:cs typeface="Arial"/>
                <a:sym typeface="Arial"/>
              </a:defRPr>
            </a:lvl2pPr>
            <a:lvl3pPr marL="1371600" marR="0" lvl="2" indent="-297180" algn="l" rtl="0">
              <a:lnSpc>
                <a:spcPct val="95000"/>
              </a:lnSpc>
              <a:spcBef>
                <a:spcPts val="625"/>
              </a:spcBef>
              <a:spcAft>
                <a:spcPts val="0"/>
              </a:spcAft>
              <a:buClr>
                <a:schemeClr val="dk2"/>
              </a:buClr>
              <a:buSzPts val="1080"/>
              <a:buFont typeface="Arial"/>
              <a:buChar char="•"/>
              <a:defRPr sz="1800" b="0" i="0" u="none" strike="noStrike" cap="none">
                <a:solidFill>
                  <a:schemeClr val="lt1"/>
                </a:solidFill>
                <a:latin typeface="Arial"/>
                <a:ea typeface="Arial"/>
                <a:cs typeface="Arial"/>
                <a:sym typeface="Arial"/>
              </a:defRPr>
            </a:lvl3pPr>
            <a:lvl4pPr marL="1828800" marR="0" lvl="3" indent="-289560" algn="l" rtl="0">
              <a:lnSpc>
                <a:spcPct val="95000"/>
              </a:lnSpc>
              <a:spcBef>
                <a:spcPts val="625"/>
              </a:spcBef>
              <a:spcAft>
                <a:spcPts val="0"/>
              </a:spcAft>
              <a:buClr>
                <a:schemeClr val="dk2"/>
              </a:buClr>
              <a:buSzPts val="960"/>
              <a:buFont typeface="Arial"/>
              <a:buChar char="•"/>
              <a:defRPr sz="1600" b="0" i="0" u="none" strike="noStrike" cap="none">
                <a:solidFill>
                  <a:schemeClr val="lt1"/>
                </a:solidFill>
                <a:latin typeface="Arial"/>
                <a:ea typeface="Arial"/>
                <a:cs typeface="Arial"/>
                <a:sym typeface="Arial"/>
              </a:defRPr>
            </a:lvl4pPr>
            <a:lvl5pPr marL="2286000" marR="0" lvl="4" indent="-289560" algn="l" rtl="0">
              <a:lnSpc>
                <a:spcPct val="95000"/>
              </a:lnSpc>
              <a:spcBef>
                <a:spcPts val="625"/>
              </a:spcBef>
              <a:spcAft>
                <a:spcPts val="0"/>
              </a:spcAft>
              <a:buClr>
                <a:schemeClr val="dk2"/>
              </a:buClr>
              <a:buSzPts val="960"/>
              <a:buFont typeface="Arial"/>
              <a:buChar char="•"/>
              <a:defRPr sz="1600" b="0" i="0" u="none" strike="noStrike" cap="none">
                <a:solidFill>
                  <a:schemeClr val="lt1"/>
                </a:solidFill>
                <a:latin typeface="Arial"/>
                <a:ea typeface="Arial"/>
                <a:cs typeface="Arial"/>
                <a:sym typeface="Arial"/>
              </a:defRPr>
            </a:lvl5pPr>
            <a:lvl6pPr marL="2743200" marR="0" lvl="5" indent="-285750"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79400"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L="3657600" marR="0" lvl="7" indent="-228600"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94" name="Google Shape;94;p23"/>
          <p:cNvSpPr/>
          <p:nvPr/>
        </p:nvSpPr>
        <p:spPr>
          <a:xfrm>
            <a:off x="477678" y="4741653"/>
            <a:ext cx="33591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pos="267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5_Half_Page_Picture">
  <p:cSld name="5_Half_Page_Picture">
    <p:spTree>
      <p:nvGrpSpPr>
        <p:cNvPr id="1" name="Shape 95"/>
        <p:cNvGrpSpPr/>
        <p:nvPr/>
      </p:nvGrpSpPr>
      <p:grpSpPr>
        <a:xfrm>
          <a:off x="0" y="0"/>
          <a:ext cx="0" cy="0"/>
          <a:chOff x="0" y="0"/>
          <a:chExt cx="0" cy="0"/>
        </a:xfrm>
      </p:grpSpPr>
      <p:sp>
        <p:nvSpPr>
          <p:cNvPr id="96" name="Google Shape;96;p24"/>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97" name="Google Shape;97;p24"/>
          <p:cNvSpPr txBox="1">
            <a:spLocks noGrp="1"/>
          </p:cNvSpPr>
          <p:nvPr>
            <p:ph type="title"/>
          </p:nvPr>
        </p:nvSpPr>
        <p:spPr>
          <a:xfrm>
            <a:off x="437766" y="1655763"/>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98" name="Google Shape;98;p24"/>
          <p:cNvSpPr>
            <a:spLocks noGrp="1"/>
          </p:cNvSpPr>
          <p:nvPr>
            <p:ph type="pic" idx="2"/>
          </p:nvPr>
        </p:nvSpPr>
        <p:spPr>
          <a:xfrm>
            <a:off x="5089525" y="531813"/>
            <a:ext cx="3559200" cy="4059300"/>
          </a:xfrm>
          <a:prstGeom prst="rect">
            <a:avLst/>
          </a:prstGeom>
          <a:noFill/>
          <a:ln>
            <a:noFill/>
          </a:ln>
        </p:spPr>
        <p:txBody>
          <a:bodyPr spcFirstLastPara="1" wrap="square" lIns="91425" tIns="45700" rIns="91425" bIns="45700" anchor="ctr" anchorCtr="0">
            <a:noAutofit/>
          </a:bodyPr>
          <a:lstStyle>
            <a:lvl1pPr marR="0" lvl="0" algn="ctr" rtl="0">
              <a:lnSpc>
                <a:spcPct val="95000"/>
              </a:lnSpc>
              <a:spcBef>
                <a:spcPts val="1075"/>
              </a:spcBef>
              <a:spcAft>
                <a:spcPts val="0"/>
              </a:spcAft>
              <a:buClr>
                <a:schemeClr val="dk2"/>
              </a:buClr>
              <a:buSzPts val="1350"/>
              <a:buFont typeface="Arial"/>
              <a:buNone/>
              <a:defRPr sz="1500" b="0" i="0" u="none" strike="noStrike" cap="none">
                <a:solidFill>
                  <a:schemeClr val="dk1"/>
                </a:solidFill>
                <a:latin typeface="Arial"/>
                <a:ea typeface="Arial"/>
                <a:cs typeface="Arial"/>
                <a:sym typeface="Arial"/>
              </a:defRPr>
            </a:lvl1pPr>
            <a:lvl2pPr marR="0" lvl="1" algn="l" rtl="0">
              <a:lnSpc>
                <a:spcPct val="95000"/>
              </a:lnSpc>
              <a:spcBef>
                <a:spcPts val="60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2pPr>
            <a:lvl3pPr marR="0" lvl="2" algn="l" rtl="0">
              <a:lnSpc>
                <a:spcPct val="95000"/>
              </a:lnSpc>
              <a:spcBef>
                <a:spcPts val="62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95000"/>
              </a:lnSpc>
              <a:spcBef>
                <a:spcPts val="62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R="0" lvl="5" algn="l" rtl="0">
              <a:spcBef>
                <a:spcPts val="6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R="0" lvl="6" algn="l" rtl="0">
              <a:spcBef>
                <a:spcPts val="6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dirty="0"/>
          </a:p>
        </p:txBody>
      </p:sp>
      <p:sp>
        <p:nvSpPr>
          <p:cNvPr id="99" name="Google Shape;99;p24"/>
          <p:cNvSpPr/>
          <p:nvPr/>
        </p:nvSpPr>
        <p:spPr>
          <a:xfrm>
            <a:off x="477679" y="4741653"/>
            <a:ext cx="32637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3">
          <p15:clr>
            <a:srgbClr val="FBAE40"/>
          </p15:clr>
        </p15:guide>
        <p15:guide id="4" pos="2675">
          <p15:clr>
            <a:srgbClr val="FBAE40"/>
          </p15:clr>
        </p15:guide>
        <p15:guide id="5" pos="320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6_Half_Page_Headline Only">
  <p:cSld name="6_Half_Page_Headline Only">
    <p:spTree>
      <p:nvGrpSpPr>
        <p:cNvPr id="1" name="Shape 100"/>
        <p:cNvGrpSpPr/>
        <p:nvPr/>
      </p:nvGrpSpPr>
      <p:grpSpPr>
        <a:xfrm>
          <a:off x="0" y="0"/>
          <a:ext cx="0" cy="0"/>
          <a:chOff x="0" y="0"/>
          <a:chExt cx="0" cy="0"/>
        </a:xfrm>
      </p:grpSpPr>
      <p:sp>
        <p:nvSpPr>
          <p:cNvPr id="101" name="Google Shape;101;p25"/>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102" name="Google Shape;102;p25"/>
          <p:cNvSpPr txBox="1">
            <a:spLocks noGrp="1"/>
          </p:cNvSpPr>
          <p:nvPr>
            <p:ph type="title"/>
          </p:nvPr>
        </p:nvSpPr>
        <p:spPr>
          <a:xfrm>
            <a:off x="437766" y="1659731"/>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03" name="Google Shape;103;p25"/>
          <p:cNvSpPr/>
          <p:nvPr/>
        </p:nvSpPr>
        <p:spPr>
          <a:xfrm>
            <a:off x="477678" y="4741653"/>
            <a:ext cx="29469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orient="horz" pos="2193">
          <p15:clr>
            <a:srgbClr val="FBAE40"/>
          </p15:clr>
        </p15:guide>
        <p15:guide id="3" pos="2675">
          <p15:clr>
            <a:srgbClr val="FBAE40"/>
          </p15:clr>
        </p15:guide>
        <p15:guide id="4" pos="320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9_Half_Page_Table">
  <p:cSld name="9_Half_Page_Table">
    <p:spTree>
      <p:nvGrpSpPr>
        <p:cNvPr id="1" name="Shape 104"/>
        <p:cNvGrpSpPr/>
        <p:nvPr/>
      </p:nvGrpSpPr>
      <p:grpSpPr>
        <a:xfrm>
          <a:off x="0" y="0"/>
          <a:ext cx="0" cy="0"/>
          <a:chOff x="0" y="0"/>
          <a:chExt cx="0" cy="0"/>
        </a:xfrm>
      </p:grpSpPr>
      <p:sp>
        <p:nvSpPr>
          <p:cNvPr id="105" name="Google Shape;105;p26"/>
          <p:cNvSpPr/>
          <p:nvPr/>
        </p:nvSpPr>
        <p:spPr>
          <a:xfrm>
            <a:off x="0" y="0"/>
            <a:ext cx="45801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dirty="0">
              <a:solidFill>
                <a:schemeClr val="lt1"/>
              </a:solidFill>
              <a:latin typeface="Arial"/>
              <a:ea typeface="Arial"/>
              <a:cs typeface="Arial"/>
              <a:sym typeface="Arial"/>
            </a:endParaRPr>
          </a:p>
        </p:txBody>
      </p:sp>
      <p:sp>
        <p:nvSpPr>
          <p:cNvPr id="106" name="Google Shape;106;p26"/>
          <p:cNvSpPr txBox="1">
            <a:spLocks noGrp="1"/>
          </p:cNvSpPr>
          <p:nvPr>
            <p:ph type="title"/>
          </p:nvPr>
        </p:nvSpPr>
        <p:spPr>
          <a:xfrm>
            <a:off x="437766" y="1659731"/>
            <a:ext cx="3808800" cy="1824000"/>
          </a:xfrm>
          <a:prstGeom prst="rect">
            <a:avLst/>
          </a:prstGeom>
          <a:noFill/>
          <a:ln>
            <a:noFill/>
          </a:ln>
        </p:spPr>
        <p:txBody>
          <a:bodyPr spcFirstLastPara="1" wrap="square" lIns="91400" tIns="45700" rIns="91400" bIns="45700" anchor="ctr" anchorCtr="0">
            <a:noAutofit/>
          </a:bodyPr>
          <a:lstStyle>
            <a:lvl1pPr lvl="0" algn="l">
              <a:lnSpc>
                <a:spcPct val="85000"/>
              </a:lnSpc>
              <a:spcBef>
                <a:spcPts val="0"/>
              </a:spcBef>
              <a:spcAft>
                <a:spcPts val="0"/>
              </a:spcAft>
              <a:buSzPts val="1400"/>
              <a:buNone/>
              <a:defRPr sz="3200">
                <a:solidFill>
                  <a:schemeClr val="l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107" name="Google Shape;107;p26"/>
          <p:cNvSpPr>
            <a:spLocks noGrp="1"/>
          </p:cNvSpPr>
          <p:nvPr>
            <p:ph type="tbl" idx="2"/>
          </p:nvPr>
        </p:nvSpPr>
        <p:spPr>
          <a:xfrm>
            <a:off x="5089525" y="503238"/>
            <a:ext cx="3559200" cy="4087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1400"/>
              <a:buFont typeface="Arial"/>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chemeClr val="dk1"/>
                </a:solidFill>
                <a:latin typeface="Arial"/>
                <a:ea typeface="Arial"/>
                <a:cs typeface="Arial"/>
                <a:sym typeface="Arial"/>
              </a:defRPr>
            </a:lvl9pPr>
          </a:lstStyle>
          <a:p>
            <a:endParaRPr dirty="0"/>
          </a:p>
        </p:txBody>
      </p:sp>
      <p:sp>
        <p:nvSpPr>
          <p:cNvPr id="108" name="Google Shape;108;p26"/>
          <p:cNvSpPr/>
          <p:nvPr/>
        </p:nvSpPr>
        <p:spPr>
          <a:xfrm>
            <a:off x="477678" y="4741653"/>
            <a:ext cx="34071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a:solidFill>
                  <a:schemeClr val="lt1"/>
                </a:solidFill>
                <a:latin typeface="Arial"/>
                <a:ea typeface="Arial"/>
                <a:cs typeface="Arial"/>
                <a:sym typeface="Arial"/>
              </a:rPr>
              <a:t>© 2021  Cisco and/or its affiliates. All rights reserved.   Cisco Confidential</a:t>
            </a:r>
            <a:endParaRPr dirty="0"/>
          </a:p>
        </p:txBody>
      </p:sp>
    </p:spTree>
  </p:cSld>
  <p:clrMapOvr>
    <a:masterClrMapping/>
  </p:clrMapOvr>
  <p:extLst>
    <p:ext uri="{DCECCB84-F9BA-43D5-87BE-67443E8EF086}">
      <p15:sldGuideLst xmlns:p15="http://schemas.microsoft.com/office/powerpoint/2012/main">
        <p15:guide id="1" orient="horz" pos="1044">
          <p15:clr>
            <a:srgbClr val="FBAE40"/>
          </p15:clr>
        </p15:guide>
        <p15:guide id="2" orient="horz" pos="2196">
          <p15:clr>
            <a:srgbClr val="FBAE40"/>
          </p15:clr>
        </p15:guide>
        <p15:guide id="3" pos="2675">
          <p15:clr>
            <a:srgbClr val="FBAE40"/>
          </p15:clr>
        </p15:guide>
        <p15:guide id="4" pos="320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accent3"/>
        </a:solidFill>
        <a:effectLst/>
      </p:bgPr>
    </p:bg>
    <p:spTree>
      <p:nvGrpSpPr>
        <p:cNvPr id="1" name="Shape 109"/>
        <p:cNvGrpSpPr/>
        <p:nvPr/>
      </p:nvGrpSpPr>
      <p:grpSpPr>
        <a:xfrm>
          <a:off x="0" y="0"/>
          <a:ext cx="0" cy="0"/>
          <a:chOff x="0" y="0"/>
          <a:chExt cx="0" cy="0"/>
        </a:xfrm>
      </p:grpSpPr>
      <p:sp>
        <p:nvSpPr>
          <p:cNvPr id="110" name="Google Shape;110;p27"/>
          <p:cNvSpPr/>
          <p:nvPr/>
        </p:nvSpPr>
        <p:spPr>
          <a:xfrm>
            <a:off x="0" y="0"/>
            <a:ext cx="9144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pic>
        <p:nvPicPr>
          <p:cNvPr id="111" name="Google Shape;111;p27"/>
          <p:cNvPicPr preferRelativeResize="0"/>
          <p:nvPr/>
        </p:nvPicPr>
        <p:blipFill rotWithShape="1">
          <a:blip r:embed="rId2">
            <a:alphaModFix/>
          </a:blip>
          <a:srcRect/>
          <a:stretch/>
        </p:blipFill>
        <p:spPr>
          <a:xfrm>
            <a:off x="2915068" y="2316342"/>
            <a:ext cx="3313866" cy="51081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2"/>
        <p:cNvGrpSpPr/>
        <p:nvPr/>
      </p:nvGrpSpPr>
      <p:grpSpPr>
        <a:xfrm>
          <a:off x="0" y="0"/>
          <a:ext cx="0" cy="0"/>
          <a:chOff x="0" y="0"/>
          <a:chExt cx="0" cy="0"/>
        </a:xfrm>
      </p:grpSpPr>
      <p:sp>
        <p:nvSpPr>
          <p:cNvPr id="113" name="Google Shape;113;p28"/>
          <p:cNvSpPr txBox="1">
            <a:spLocks noGrp="1"/>
          </p:cNvSpPr>
          <p:nvPr>
            <p:ph type="ctrTitle"/>
          </p:nvPr>
        </p:nvSpPr>
        <p:spPr>
          <a:xfrm>
            <a:off x="311708" y="744575"/>
            <a:ext cx="8520600" cy="2052600"/>
          </a:xfrm>
          <a:prstGeom prst="rect">
            <a:avLst/>
          </a:prstGeom>
        </p:spPr>
        <p:txBody>
          <a:bodyPr spcFirstLastPara="1" wrap="square" lIns="91400" tIns="45700" rIns="91400" bIns="45700"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4" name="Google Shape;114;p2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5" name="Google Shape;11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6"/>
        <p:cNvGrpSpPr/>
        <p:nvPr/>
      </p:nvGrpSpPr>
      <p:grpSpPr>
        <a:xfrm>
          <a:off x="0" y="0"/>
          <a:ext cx="0" cy="0"/>
          <a:chOff x="0" y="0"/>
          <a:chExt cx="0" cy="0"/>
        </a:xfrm>
      </p:grpSpPr>
      <p:sp>
        <p:nvSpPr>
          <p:cNvPr id="117" name="Google Shape;117;p29"/>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 name="Google Shape;118;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9" name="Google Shape;11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0"/>
        <p:cNvGrpSpPr/>
        <p:nvPr/>
      </p:nvGrpSpPr>
      <p:grpSpPr>
        <a:xfrm>
          <a:off x="0" y="0"/>
          <a:ext cx="0" cy="0"/>
          <a:chOff x="0" y="0"/>
          <a:chExt cx="0" cy="0"/>
        </a:xfrm>
      </p:grpSpPr>
      <p:sp>
        <p:nvSpPr>
          <p:cNvPr id="121" name="Google Shape;121;p3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122;p30"/>
          <p:cNvSpPr txBox="1">
            <a:spLocks noGrp="1"/>
          </p:cNvSpPr>
          <p:nvPr>
            <p:ph type="title"/>
          </p:nvPr>
        </p:nvSpPr>
        <p:spPr>
          <a:xfrm>
            <a:off x="265500" y="1233175"/>
            <a:ext cx="4045200" cy="1482300"/>
          </a:xfrm>
          <a:prstGeom prst="rect">
            <a:avLst/>
          </a:prstGeom>
        </p:spPr>
        <p:txBody>
          <a:bodyPr spcFirstLastPara="1" wrap="square" lIns="91400" tIns="45700" rIns="91400" bIns="45700"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23" name="Google Shape;123;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4" name="Google Shape;124;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5" name="Google Shape;125;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lvl1pPr marR="0" lvl="0" algn="l" rtl="0">
              <a:lnSpc>
                <a:spcPct val="80000"/>
              </a:lnSpc>
              <a:spcBef>
                <a:spcPts val="0"/>
              </a:spcBef>
              <a:spcAft>
                <a:spcPts val="0"/>
              </a:spcAft>
              <a:buSzPts val="1400"/>
              <a:buNone/>
              <a:defRPr sz="2800" b="0" i="0" u="none" strike="noStrike" cap="none">
                <a:solidFill>
                  <a:schemeClr val="lt1"/>
                </a:solidFill>
                <a:latin typeface="Arial"/>
                <a:ea typeface="Arial"/>
                <a:cs typeface="Arial"/>
                <a:sym typeface="Arial"/>
              </a:defRPr>
            </a:lvl1pPr>
            <a:lvl2pPr marR="0" lvl="1"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2pPr>
            <a:lvl3pPr marR="0" lvl="2"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3pPr>
            <a:lvl4pPr marR="0" lvl="3"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4pPr>
            <a:lvl5pPr marR="0" lvl="4"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5pPr>
            <a:lvl6pPr marR="0" lvl="5"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6pPr>
            <a:lvl7pPr marR="0" lvl="6"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7pPr>
            <a:lvl8pPr marR="0" lvl="7"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8pPr>
            <a:lvl9pPr marR="0" lvl="8" algn="l" rtl="0">
              <a:lnSpc>
                <a:spcPct val="80000"/>
              </a:lnSpc>
              <a:spcBef>
                <a:spcPts val="0"/>
              </a:spcBef>
              <a:spcAft>
                <a:spcPts val="0"/>
              </a:spcAft>
              <a:buSzPts val="1400"/>
              <a:buNone/>
              <a:defRPr sz="3200" b="0" i="0" u="none" strike="noStrike" cap="none">
                <a:solidFill>
                  <a:srgbClr val="676767"/>
                </a:solidFill>
                <a:latin typeface="Arial"/>
                <a:ea typeface="Arial"/>
                <a:cs typeface="Arial"/>
                <a:sym typeface="Arial"/>
              </a:defRPr>
            </a:lvl9pPr>
          </a:lstStyle>
          <a:p>
            <a:endParaRPr/>
          </a:p>
        </p:txBody>
      </p:sp>
      <p:sp>
        <p:nvSpPr>
          <p:cNvPr id="7" name="Google Shape;7;p1"/>
          <p:cNvSpPr/>
          <p:nvPr/>
        </p:nvSpPr>
        <p:spPr>
          <a:xfrm>
            <a:off x="477679" y="4741653"/>
            <a:ext cx="34011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r>
              <a:rPr lang="en" sz="600" b="0" i="0" u="none" strike="noStrike" cap="none">
                <a:solidFill>
                  <a:srgbClr val="A5A5A5"/>
                </a:solidFill>
                <a:latin typeface="Arial"/>
                <a:ea typeface="Arial"/>
                <a:cs typeface="Arial"/>
                <a:sym typeface="Arial"/>
              </a:rPr>
              <a:t>© 2021  Cisco and/or its affiliates. All rights reserved.   Cisco Confidential</a:t>
            </a:r>
            <a:endParaRPr dirty="0"/>
          </a:p>
        </p:txBody>
      </p:sp>
      <p:sp>
        <p:nvSpPr>
          <p:cNvPr id="8" name="Google Shape;8;p1"/>
          <p:cNvSpPr/>
          <p:nvPr/>
        </p:nvSpPr>
        <p:spPr>
          <a:xfrm>
            <a:off x="8515707" y="4742907"/>
            <a:ext cx="223500" cy="154500"/>
          </a:xfrm>
          <a:prstGeom prst="rect">
            <a:avLst/>
          </a:prstGeom>
          <a:noFill/>
          <a:ln>
            <a:noFill/>
          </a:ln>
        </p:spPr>
        <p:txBody>
          <a:bodyPr spcFirstLastPara="1" wrap="square" lIns="61575" tIns="30775" rIns="61575" bIns="30775" anchor="b" anchorCtr="0">
            <a:noAutofit/>
          </a:bodyPr>
          <a:lstStyle/>
          <a:p>
            <a:pPr marL="0" marR="0" lvl="0" indent="0" algn="l" rtl="0">
              <a:spcBef>
                <a:spcPts val="0"/>
              </a:spcBef>
              <a:spcAft>
                <a:spcPts val="0"/>
              </a:spcAft>
              <a:buNone/>
            </a:pPr>
            <a:fld id="{00000000-1234-1234-1234-123412341234}" type="slidenum">
              <a:rPr lang="en" sz="600" b="0" i="0" u="none" strike="noStrike" cap="none">
                <a:solidFill>
                  <a:srgbClr val="A5A5A5"/>
                </a:solidFill>
                <a:latin typeface="Arial"/>
                <a:ea typeface="Arial"/>
                <a:cs typeface="Arial"/>
                <a:sym typeface="Arial"/>
              </a:rPr>
              <a:t>‹#›</a:t>
            </a:fld>
            <a:endParaRPr sz="600" b="0" i="0" u="none" strike="noStrike" cap="none" dirty="0">
              <a:solidFill>
                <a:srgbClr val="A5A5A5"/>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92">
          <p15:clr>
            <a:srgbClr val="F26B43"/>
          </p15:clr>
        </p15:guide>
        <p15:guide id="2" pos="336">
          <p15:clr>
            <a:srgbClr val="F26B43"/>
          </p15:clr>
        </p15:guide>
        <p15:guide id="3" pos="5448">
          <p15:clr>
            <a:srgbClr val="F26B43"/>
          </p15:clr>
        </p15:guide>
        <p15:guide id="4" orient="horz" pos="757">
          <p15:clr>
            <a:srgbClr val="F26B43"/>
          </p15:clr>
        </p15:guide>
        <p15:guide id="5" orient="horz" pos="335">
          <p15:clr>
            <a:srgbClr val="F26B43"/>
          </p15:clr>
        </p15:guide>
        <p15:guide id="6" pos="2876">
          <p15:clr>
            <a:srgbClr val="F26B43"/>
          </p15:clr>
        </p15:guide>
        <p15:guide id="7" orient="horz" pos="10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g"/><Relationship Id="rId12"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jp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hyperlink" Target="https://www.agingcare.com/articles/medication-problems-elderly-people-have-146111.htm#:~:text=Fifty%2Dfive%20percent%20of%20the,due%20to%20adverse%20drug%20reactions." TargetMode="External"/><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hyperlink" Target="https://www.aarp.org/content/dam/aarp/ppi/2017/07/prescription-drug-abuse-among-older-adults.pdf"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microsoft.com/office/2017/06/relationships/model3d" Target="../media/model3d2.glb"/><Relationship Id="rId2" Type="http://schemas.openxmlformats.org/officeDocument/2006/relationships/notesSlide" Target="../notesSlides/notesSlide10.xml"/><Relationship Id="rId1" Type="http://schemas.openxmlformats.org/officeDocument/2006/relationships/slideLayout" Target="../slideLayouts/slideLayout27.xml"/><Relationship Id="rId6" Type="http://schemas.openxmlformats.org/officeDocument/2006/relationships/image" Target="../media/image20.png"/><Relationship Id="rId5" Type="http://schemas.microsoft.com/office/2017/06/relationships/model3d" Target="../media/model3d1.glb"/><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1"/>
          <p:cNvSpPr txBox="1"/>
          <p:nvPr/>
        </p:nvSpPr>
        <p:spPr>
          <a:xfrm>
            <a:off x="4100750" y="2371650"/>
            <a:ext cx="3769800" cy="677100"/>
          </a:xfrm>
          <a:prstGeom prst="rect">
            <a:avLst/>
          </a:prstGeom>
          <a:solidFill>
            <a:srgbClr val="00BCEB"/>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b="1" dirty="0">
                <a:solidFill>
                  <a:srgbClr val="173A64"/>
                </a:solidFill>
                <a:latin typeface="Hind"/>
                <a:ea typeface="Hind"/>
                <a:cs typeface="Hind"/>
                <a:sym typeface="Hind"/>
              </a:rPr>
              <a:t>Capstone Project</a:t>
            </a:r>
            <a:endParaRPr sz="3200" b="1" dirty="0">
              <a:solidFill>
                <a:srgbClr val="173A64"/>
              </a:solidFill>
              <a:latin typeface="Hind"/>
              <a:ea typeface="Hind"/>
              <a:cs typeface="Hind"/>
              <a:sym typeface="Hind"/>
            </a:endParaRPr>
          </a:p>
        </p:txBody>
      </p:sp>
      <p:sp>
        <p:nvSpPr>
          <p:cNvPr id="131" name="Google Shape;131;p31"/>
          <p:cNvSpPr txBox="1"/>
          <p:nvPr/>
        </p:nvSpPr>
        <p:spPr>
          <a:xfrm>
            <a:off x="492300" y="4114050"/>
            <a:ext cx="8159400" cy="477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900" b="1" dirty="0">
                <a:solidFill>
                  <a:srgbClr val="173A64"/>
                </a:solidFill>
                <a:latin typeface="Hind"/>
                <a:ea typeface="Hind"/>
                <a:cs typeface="Hind"/>
                <a:sym typeface="Hind"/>
              </a:rPr>
              <a:t>Group 5 – Black Widow</a:t>
            </a:r>
          </a:p>
        </p:txBody>
      </p:sp>
      <p:pic>
        <p:nvPicPr>
          <p:cNvPr id="2054" name="Picture 6" descr="Black Widow Spider Insect - Free vector graphic on Pixabay">
            <a:extLst>
              <a:ext uri="{FF2B5EF4-FFF2-40B4-BE49-F238E27FC236}">
                <a16:creationId xmlns:a16="http://schemas.microsoft.com/office/drawing/2014/main" id="{A2405E6E-AFB7-4036-B4D9-54F0EFE1A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955802">
            <a:off x="655071" y="506194"/>
            <a:ext cx="2002219" cy="31893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C9439-678F-4EC2-A68A-EFBCC4AEF383}"/>
              </a:ext>
            </a:extLst>
          </p:cNvPr>
          <p:cNvSpPr>
            <a:spLocks noGrp="1"/>
          </p:cNvSpPr>
          <p:nvPr>
            <p:ph type="ctrTitle"/>
          </p:nvPr>
        </p:nvSpPr>
        <p:spPr>
          <a:xfrm>
            <a:off x="3361558" y="0"/>
            <a:ext cx="2420883" cy="834500"/>
          </a:xfrm>
        </p:spPr>
        <p:txBody>
          <a:bodyPr/>
          <a:lstStyle/>
          <a:p>
            <a:r>
              <a:rPr lang="en-US" sz="3600" dirty="0"/>
              <a:t>Our Group</a:t>
            </a:r>
          </a:p>
        </p:txBody>
      </p:sp>
      <p:pic>
        <p:nvPicPr>
          <p:cNvPr id="6" name="Picture 5" descr="A person smiling for the camera&#10;&#10;Description automatically generated with low confidence">
            <a:extLst>
              <a:ext uri="{FF2B5EF4-FFF2-40B4-BE49-F238E27FC236}">
                <a16:creationId xmlns:a16="http://schemas.microsoft.com/office/drawing/2014/main" id="{7C2E786D-B3CD-4720-938B-F3C8F03BE09A}"/>
              </a:ext>
            </a:extLst>
          </p:cNvPr>
          <p:cNvPicPr>
            <a:picLocks noChangeAspect="1"/>
          </p:cNvPicPr>
          <p:nvPr/>
        </p:nvPicPr>
        <p:blipFill>
          <a:blip r:embed="rId3"/>
          <a:stretch>
            <a:fillRect/>
          </a:stretch>
        </p:blipFill>
        <p:spPr>
          <a:xfrm>
            <a:off x="356775" y="1031874"/>
            <a:ext cx="1538441" cy="1535838"/>
          </a:xfrm>
          <a:prstGeom prst="rect">
            <a:avLst/>
          </a:prstGeom>
        </p:spPr>
      </p:pic>
      <p:pic>
        <p:nvPicPr>
          <p:cNvPr id="14" name="Picture 13" descr="A person smiling for the camera&#10;&#10;Description automatically generated with low confidence">
            <a:extLst>
              <a:ext uri="{FF2B5EF4-FFF2-40B4-BE49-F238E27FC236}">
                <a16:creationId xmlns:a16="http://schemas.microsoft.com/office/drawing/2014/main" id="{D261D396-E1F2-4E7D-B881-4FAF3943CA82}"/>
              </a:ext>
            </a:extLst>
          </p:cNvPr>
          <p:cNvPicPr>
            <a:picLocks noChangeAspect="1"/>
          </p:cNvPicPr>
          <p:nvPr/>
        </p:nvPicPr>
        <p:blipFill>
          <a:blip r:embed="rId4"/>
          <a:stretch>
            <a:fillRect/>
          </a:stretch>
        </p:blipFill>
        <p:spPr>
          <a:xfrm>
            <a:off x="2462245" y="945872"/>
            <a:ext cx="1158584" cy="1621840"/>
          </a:xfrm>
          <a:prstGeom prst="rect">
            <a:avLst/>
          </a:prstGeom>
        </p:spPr>
      </p:pic>
      <p:pic>
        <p:nvPicPr>
          <p:cNvPr id="16" name="Picture 15" descr="A picture containing wall, person, indoor&#10;&#10;Description automatically generated">
            <a:extLst>
              <a:ext uri="{FF2B5EF4-FFF2-40B4-BE49-F238E27FC236}">
                <a16:creationId xmlns:a16="http://schemas.microsoft.com/office/drawing/2014/main" id="{9B4D8C4A-215D-43C2-AFDA-A9ED4FCC92F3}"/>
              </a:ext>
            </a:extLst>
          </p:cNvPr>
          <p:cNvPicPr>
            <a:picLocks noChangeAspect="1"/>
          </p:cNvPicPr>
          <p:nvPr/>
        </p:nvPicPr>
        <p:blipFill>
          <a:blip r:embed="rId5"/>
          <a:stretch>
            <a:fillRect/>
          </a:stretch>
        </p:blipFill>
        <p:spPr>
          <a:xfrm>
            <a:off x="4187858" y="925985"/>
            <a:ext cx="1210442" cy="1613922"/>
          </a:xfrm>
          <a:prstGeom prst="rect">
            <a:avLst/>
          </a:prstGeom>
        </p:spPr>
      </p:pic>
      <p:pic>
        <p:nvPicPr>
          <p:cNvPr id="18" name="Picture 17" descr="A picture containing outdoor, tree, person, posing&#10;&#10;Description automatically generated">
            <a:extLst>
              <a:ext uri="{FF2B5EF4-FFF2-40B4-BE49-F238E27FC236}">
                <a16:creationId xmlns:a16="http://schemas.microsoft.com/office/drawing/2014/main" id="{C8965A62-3186-4684-8C6F-F85250421AC0}"/>
              </a:ext>
            </a:extLst>
          </p:cNvPr>
          <p:cNvPicPr>
            <a:picLocks noChangeAspect="1"/>
          </p:cNvPicPr>
          <p:nvPr/>
        </p:nvPicPr>
        <p:blipFill>
          <a:blip r:embed="rId6"/>
          <a:stretch>
            <a:fillRect/>
          </a:stretch>
        </p:blipFill>
        <p:spPr>
          <a:xfrm>
            <a:off x="5965329" y="902139"/>
            <a:ext cx="1152275" cy="1661614"/>
          </a:xfrm>
          <a:prstGeom prst="rect">
            <a:avLst/>
          </a:prstGeom>
        </p:spPr>
      </p:pic>
      <p:pic>
        <p:nvPicPr>
          <p:cNvPr id="22" name="Picture 21" descr="A person drinking from a bottle&#10;&#10;Description automatically generated with medium confidence">
            <a:extLst>
              <a:ext uri="{FF2B5EF4-FFF2-40B4-BE49-F238E27FC236}">
                <a16:creationId xmlns:a16="http://schemas.microsoft.com/office/drawing/2014/main" id="{2C37C524-F767-4ABD-8B2A-9871D0218361}"/>
              </a:ext>
            </a:extLst>
          </p:cNvPr>
          <p:cNvPicPr>
            <a:picLocks noChangeAspect="1"/>
          </p:cNvPicPr>
          <p:nvPr/>
        </p:nvPicPr>
        <p:blipFill>
          <a:blip r:embed="rId7"/>
          <a:stretch>
            <a:fillRect/>
          </a:stretch>
        </p:blipFill>
        <p:spPr>
          <a:xfrm rot="5400000">
            <a:off x="7476916" y="1083112"/>
            <a:ext cx="1661737" cy="1246303"/>
          </a:xfrm>
          <a:prstGeom prst="rect">
            <a:avLst/>
          </a:prstGeom>
        </p:spPr>
      </p:pic>
      <p:pic>
        <p:nvPicPr>
          <p:cNvPr id="26" name="Picture 25" descr="A child smiling for the camera&#10;&#10;Description automatically generated with low confidence">
            <a:extLst>
              <a:ext uri="{FF2B5EF4-FFF2-40B4-BE49-F238E27FC236}">
                <a16:creationId xmlns:a16="http://schemas.microsoft.com/office/drawing/2014/main" id="{3AE164C0-8CF7-4CB6-B75B-2B81C99C90EF}"/>
              </a:ext>
            </a:extLst>
          </p:cNvPr>
          <p:cNvPicPr>
            <a:picLocks noChangeAspect="1"/>
          </p:cNvPicPr>
          <p:nvPr/>
        </p:nvPicPr>
        <p:blipFill>
          <a:blip r:embed="rId8"/>
          <a:stretch>
            <a:fillRect/>
          </a:stretch>
        </p:blipFill>
        <p:spPr>
          <a:xfrm>
            <a:off x="356775" y="3184419"/>
            <a:ext cx="1538441" cy="1605840"/>
          </a:xfrm>
          <a:prstGeom prst="rect">
            <a:avLst/>
          </a:prstGeom>
        </p:spPr>
      </p:pic>
      <p:pic>
        <p:nvPicPr>
          <p:cNvPr id="28" name="Picture 27" descr="A person wearing sunglasses&#10;&#10;Description automatically generated with medium confidence">
            <a:extLst>
              <a:ext uri="{FF2B5EF4-FFF2-40B4-BE49-F238E27FC236}">
                <a16:creationId xmlns:a16="http://schemas.microsoft.com/office/drawing/2014/main" id="{2A869A6B-F92E-4013-9549-000FADAF044B}"/>
              </a:ext>
            </a:extLst>
          </p:cNvPr>
          <p:cNvPicPr>
            <a:picLocks noChangeAspect="1"/>
          </p:cNvPicPr>
          <p:nvPr/>
        </p:nvPicPr>
        <p:blipFill>
          <a:blip r:embed="rId9"/>
          <a:stretch>
            <a:fillRect/>
          </a:stretch>
        </p:blipFill>
        <p:spPr>
          <a:xfrm>
            <a:off x="2413216" y="3020274"/>
            <a:ext cx="1256641" cy="1769985"/>
          </a:xfrm>
          <a:prstGeom prst="rect">
            <a:avLst/>
          </a:prstGeom>
        </p:spPr>
      </p:pic>
      <p:pic>
        <p:nvPicPr>
          <p:cNvPr id="3074" name="Picture 2">
            <a:extLst>
              <a:ext uri="{FF2B5EF4-FFF2-40B4-BE49-F238E27FC236}">
                <a16:creationId xmlns:a16="http://schemas.microsoft.com/office/drawing/2014/main" id="{35C99A5B-6F1B-4C96-BD73-7F8CC1C01B7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20621" r="40166"/>
          <a:stretch/>
        </p:blipFill>
        <p:spPr bwMode="auto">
          <a:xfrm>
            <a:off x="4176600" y="3020275"/>
            <a:ext cx="1334171" cy="1769986"/>
          </a:xfrm>
          <a:prstGeom prst="rect">
            <a:avLst/>
          </a:prstGeom>
          <a:noFill/>
          <a:extLst>
            <a:ext uri="{909E8E84-426E-40DD-AFC4-6F175D3DCCD1}">
              <a14:hiddenFill xmlns:a14="http://schemas.microsoft.com/office/drawing/2010/main">
                <a:solidFill>
                  <a:srgbClr val="FFFFFF"/>
                </a:solidFill>
              </a14:hiddenFill>
            </a:ext>
          </a:extLst>
        </p:spPr>
      </p:pic>
      <p:sp>
        <p:nvSpPr>
          <p:cNvPr id="30" name="Google Shape;159;p32">
            <a:extLst>
              <a:ext uri="{FF2B5EF4-FFF2-40B4-BE49-F238E27FC236}">
                <a16:creationId xmlns:a16="http://schemas.microsoft.com/office/drawing/2014/main" id="{E3C9E47C-92FC-4B21-8B66-BE12D0A673D2}"/>
              </a:ext>
            </a:extLst>
          </p:cNvPr>
          <p:cNvSpPr txBox="1"/>
          <p:nvPr/>
        </p:nvSpPr>
        <p:spPr>
          <a:xfrm>
            <a:off x="258889" y="2597307"/>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Ameer Sulyans</a:t>
            </a:r>
            <a:endParaRPr sz="1100" b="1" dirty="0">
              <a:solidFill>
                <a:srgbClr val="282828"/>
              </a:solidFill>
            </a:endParaRPr>
          </a:p>
        </p:txBody>
      </p:sp>
      <p:sp>
        <p:nvSpPr>
          <p:cNvPr id="31" name="Google Shape;159;p32">
            <a:extLst>
              <a:ext uri="{FF2B5EF4-FFF2-40B4-BE49-F238E27FC236}">
                <a16:creationId xmlns:a16="http://schemas.microsoft.com/office/drawing/2014/main" id="{D2BE3193-5965-4602-A9DB-D5D9389F0E47}"/>
              </a:ext>
            </a:extLst>
          </p:cNvPr>
          <p:cNvSpPr txBox="1"/>
          <p:nvPr/>
        </p:nvSpPr>
        <p:spPr>
          <a:xfrm>
            <a:off x="2217744" y="2597306"/>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Edward Silva</a:t>
            </a:r>
            <a:endParaRPr sz="1100" b="1" dirty="0">
              <a:solidFill>
                <a:srgbClr val="282828"/>
              </a:solidFill>
            </a:endParaRPr>
          </a:p>
        </p:txBody>
      </p:sp>
      <p:sp>
        <p:nvSpPr>
          <p:cNvPr id="32" name="Google Shape;159;p32">
            <a:extLst>
              <a:ext uri="{FF2B5EF4-FFF2-40B4-BE49-F238E27FC236}">
                <a16:creationId xmlns:a16="http://schemas.microsoft.com/office/drawing/2014/main" id="{6EA4E49D-F7D2-4D34-A729-47CC1A980674}"/>
              </a:ext>
            </a:extLst>
          </p:cNvPr>
          <p:cNvSpPr txBox="1"/>
          <p:nvPr/>
        </p:nvSpPr>
        <p:spPr>
          <a:xfrm>
            <a:off x="3995099" y="2567712"/>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Marcus Robles</a:t>
            </a:r>
            <a:endParaRPr sz="1100" b="1" dirty="0">
              <a:solidFill>
                <a:srgbClr val="282828"/>
              </a:solidFill>
            </a:endParaRPr>
          </a:p>
        </p:txBody>
      </p:sp>
      <p:sp>
        <p:nvSpPr>
          <p:cNvPr id="33" name="Google Shape;159;p32">
            <a:extLst>
              <a:ext uri="{FF2B5EF4-FFF2-40B4-BE49-F238E27FC236}">
                <a16:creationId xmlns:a16="http://schemas.microsoft.com/office/drawing/2014/main" id="{731CA95C-8138-4495-80CE-76BE11856734}"/>
              </a:ext>
            </a:extLst>
          </p:cNvPr>
          <p:cNvSpPr txBox="1"/>
          <p:nvPr/>
        </p:nvSpPr>
        <p:spPr>
          <a:xfrm>
            <a:off x="5746640" y="2563753"/>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Bella Gigoux</a:t>
            </a:r>
            <a:endParaRPr sz="1100" b="1" dirty="0">
              <a:solidFill>
                <a:srgbClr val="282828"/>
              </a:solidFill>
            </a:endParaRPr>
          </a:p>
        </p:txBody>
      </p:sp>
      <p:sp>
        <p:nvSpPr>
          <p:cNvPr id="34" name="Google Shape;159;p32">
            <a:extLst>
              <a:ext uri="{FF2B5EF4-FFF2-40B4-BE49-F238E27FC236}">
                <a16:creationId xmlns:a16="http://schemas.microsoft.com/office/drawing/2014/main" id="{078284E7-0E42-4C73-B32D-138F4F3B8526}"/>
              </a:ext>
            </a:extLst>
          </p:cNvPr>
          <p:cNvSpPr txBox="1"/>
          <p:nvPr/>
        </p:nvSpPr>
        <p:spPr>
          <a:xfrm>
            <a:off x="7498181" y="2537132"/>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Jeffrey Wei</a:t>
            </a:r>
            <a:endParaRPr sz="1100" b="1" dirty="0">
              <a:solidFill>
                <a:srgbClr val="282828"/>
              </a:solidFill>
            </a:endParaRPr>
          </a:p>
        </p:txBody>
      </p:sp>
      <p:sp>
        <p:nvSpPr>
          <p:cNvPr id="35" name="Google Shape;159;p32">
            <a:extLst>
              <a:ext uri="{FF2B5EF4-FFF2-40B4-BE49-F238E27FC236}">
                <a16:creationId xmlns:a16="http://schemas.microsoft.com/office/drawing/2014/main" id="{B9D2518D-29EB-43B7-B849-5D751CD53106}"/>
              </a:ext>
            </a:extLst>
          </p:cNvPr>
          <p:cNvSpPr txBox="1"/>
          <p:nvPr/>
        </p:nvSpPr>
        <p:spPr>
          <a:xfrm>
            <a:off x="316822" y="4719544"/>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Kevin Shim </a:t>
            </a:r>
            <a:endParaRPr sz="1100" b="1" dirty="0">
              <a:solidFill>
                <a:srgbClr val="282828"/>
              </a:solidFill>
            </a:endParaRPr>
          </a:p>
        </p:txBody>
      </p:sp>
      <p:sp>
        <p:nvSpPr>
          <p:cNvPr id="36" name="Google Shape;159;p32">
            <a:extLst>
              <a:ext uri="{FF2B5EF4-FFF2-40B4-BE49-F238E27FC236}">
                <a16:creationId xmlns:a16="http://schemas.microsoft.com/office/drawing/2014/main" id="{7CA0E11A-3467-4916-AA29-550E29A5438D}"/>
              </a:ext>
            </a:extLst>
          </p:cNvPr>
          <p:cNvSpPr txBox="1"/>
          <p:nvPr/>
        </p:nvSpPr>
        <p:spPr>
          <a:xfrm>
            <a:off x="2246711" y="4719544"/>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Rushil Gupta</a:t>
            </a:r>
            <a:endParaRPr sz="1100" b="1" dirty="0">
              <a:solidFill>
                <a:srgbClr val="282828"/>
              </a:solidFill>
            </a:endParaRPr>
          </a:p>
        </p:txBody>
      </p:sp>
      <p:sp>
        <p:nvSpPr>
          <p:cNvPr id="37" name="Google Shape;159;p32">
            <a:extLst>
              <a:ext uri="{FF2B5EF4-FFF2-40B4-BE49-F238E27FC236}">
                <a16:creationId xmlns:a16="http://schemas.microsoft.com/office/drawing/2014/main" id="{956BF10C-C118-4C05-9BA6-9CFF0935B899}"/>
              </a:ext>
            </a:extLst>
          </p:cNvPr>
          <p:cNvSpPr txBox="1"/>
          <p:nvPr/>
        </p:nvSpPr>
        <p:spPr>
          <a:xfrm>
            <a:off x="4048859" y="4719544"/>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Sasha Humeniuk</a:t>
            </a:r>
            <a:endParaRPr sz="1100" b="1" dirty="0">
              <a:solidFill>
                <a:srgbClr val="282828"/>
              </a:solidFill>
            </a:endParaRPr>
          </a:p>
        </p:txBody>
      </p:sp>
      <p:sp>
        <p:nvSpPr>
          <p:cNvPr id="38" name="Google Shape;159;p32">
            <a:extLst>
              <a:ext uri="{FF2B5EF4-FFF2-40B4-BE49-F238E27FC236}">
                <a16:creationId xmlns:a16="http://schemas.microsoft.com/office/drawing/2014/main" id="{B4F24532-D9E2-49E2-9DFE-67DD488C60A5}"/>
              </a:ext>
            </a:extLst>
          </p:cNvPr>
          <p:cNvSpPr txBox="1"/>
          <p:nvPr/>
        </p:nvSpPr>
        <p:spPr>
          <a:xfrm>
            <a:off x="5782441" y="4719544"/>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Dylan Halim</a:t>
            </a:r>
            <a:endParaRPr sz="1100" b="1" dirty="0">
              <a:solidFill>
                <a:srgbClr val="282828"/>
              </a:solidFill>
            </a:endParaRPr>
          </a:p>
        </p:txBody>
      </p:sp>
      <p:sp>
        <p:nvSpPr>
          <p:cNvPr id="39" name="Google Shape;159;p32">
            <a:extLst>
              <a:ext uri="{FF2B5EF4-FFF2-40B4-BE49-F238E27FC236}">
                <a16:creationId xmlns:a16="http://schemas.microsoft.com/office/drawing/2014/main" id="{FF410EF6-081A-4305-BDD8-2FAE413A1539}"/>
              </a:ext>
            </a:extLst>
          </p:cNvPr>
          <p:cNvSpPr txBox="1"/>
          <p:nvPr/>
        </p:nvSpPr>
        <p:spPr>
          <a:xfrm>
            <a:off x="7498180" y="4704949"/>
            <a:ext cx="1589651" cy="438551"/>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US" sz="1100" b="1" dirty="0">
                <a:solidFill>
                  <a:srgbClr val="282828"/>
                </a:solidFill>
              </a:rPr>
              <a:t>Tia Kachalia</a:t>
            </a:r>
            <a:endParaRPr sz="1100" b="1" dirty="0">
              <a:solidFill>
                <a:srgbClr val="282828"/>
              </a:solidFill>
            </a:endParaRPr>
          </a:p>
        </p:txBody>
      </p:sp>
      <p:pic>
        <p:nvPicPr>
          <p:cNvPr id="4" name="Picture 3" descr="A person in a suit standing next to a pillar&#10;&#10;Description automatically generated with medium confidence">
            <a:extLst>
              <a:ext uri="{FF2B5EF4-FFF2-40B4-BE49-F238E27FC236}">
                <a16:creationId xmlns:a16="http://schemas.microsoft.com/office/drawing/2014/main" id="{DC1665D1-CB1E-450A-A90A-FCEEBDB27271}"/>
              </a:ext>
            </a:extLst>
          </p:cNvPr>
          <p:cNvPicPr>
            <a:picLocks noChangeAspect="1"/>
          </p:cNvPicPr>
          <p:nvPr/>
        </p:nvPicPr>
        <p:blipFill>
          <a:blip r:embed="rId11"/>
          <a:stretch>
            <a:fillRect/>
          </a:stretch>
        </p:blipFill>
        <p:spPr>
          <a:xfrm>
            <a:off x="5958858" y="3002304"/>
            <a:ext cx="1187333" cy="1787955"/>
          </a:xfrm>
          <a:prstGeom prst="rect">
            <a:avLst/>
          </a:prstGeom>
        </p:spPr>
      </p:pic>
      <p:pic>
        <p:nvPicPr>
          <p:cNvPr id="7" name="Picture 6" descr="A person smiling for the camera&#10;&#10;Description automatically generated with low confidence">
            <a:extLst>
              <a:ext uri="{FF2B5EF4-FFF2-40B4-BE49-F238E27FC236}">
                <a16:creationId xmlns:a16="http://schemas.microsoft.com/office/drawing/2014/main" id="{4852E651-64F1-4699-B089-E0F4FA9650FD}"/>
              </a:ext>
            </a:extLst>
          </p:cNvPr>
          <p:cNvPicPr>
            <a:picLocks noChangeAspect="1"/>
          </p:cNvPicPr>
          <p:nvPr/>
        </p:nvPicPr>
        <p:blipFill>
          <a:blip r:embed="rId12"/>
          <a:stretch>
            <a:fillRect/>
          </a:stretch>
        </p:blipFill>
        <p:spPr>
          <a:xfrm>
            <a:off x="7594278" y="3092390"/>
            <a:ext cx="1357383" cy="1697869"/>
          </a:xfrm>
          <a:prstGeom prst="rect">
            <a:avLst/>
          </a:prstGeom>
        </p:spPr>
      </p:pic>
    </p:spTree>
    <p:extLst>
      <p:ext uri="{BB962C8B-B14F-4D97-AF65-F5344CB8AC3E}">
        <p14:creationId xmlns:p14="http://schemas.microsoft.com/office/powerpoint/2010/main" val="3367464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311700" y="5212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sz="3000"/>
              <a:t>Agenda</a:t>
            </a:r>
            <a:endParaRPr dirty="0"/>
          </a:p>
        </p:txBody>
      </p:sp>
      <p:cxnSp>
        <p:nvCxnSpPr>
          <p:cNvPr id="137" name="Google Shape;137;p32"/>
          <p:cNvCxnSpPr/>
          <p:nvPr/>
        </p:nvCxnSpPr>
        <p:spPr>
          <a:xfrm rot="10800000" flipH="1">
            <a:off x="311700" y="1152475"/>
            <a:ext cx="7148700" cy="20100"/>
          </a:xfrm>
          <a:prstGeom prst="straightConnector1">
            <a:avLst/>
          </a:prstGeom>
          <a:noFill/>
          <a:ln w="76200" cap="flat" cmpd="sng">
            <a:solidFill>
              <a:srgbClr val="00BCEB"/>
            </a:solidFill>
            <a:prstDash val="solid"/>
            <a:round/>
            <a:headEnd type="none" w="med" len="med"/>
            <a:tailEnd type="none" w="med" len="med"/>
          </a:ln>
        </p:spPr>
      </p:cxnSp>
      <p:grpSp>
        <p:nvGrpSpPr>
          <p:cNvPr id="138" name="Google Shape;138;p32"/>
          <p:cNvGrpSpPr/>
          <p:nvPr/>
        </p:nvGrpSpPr>
        <p:grpSpPr>
          <a:xfrm>
            <a:off x="546888" y="1979776"/>
            <a:ext cx="8037513" cy="1751013"/>
            <a:chOff x="534988" y="1784751"/>
            <a:chExt cx="8037513" cy="1751013"/>
          </a:xfrm>
        </p:grpSpPr>
        <p:sp>
          <p:nvSpPr>
            <p:cNvPr id="139" name="Google Shape;139;p32"/>
            <p:cNvSpPr/>
            <p:nvPr/>
          </p:nvSpPr>
          <p:spPr>
            <a:xfrm>
              <a:off x="534988" y="2572151"/>
              <a:ext cx="1744663" cy="963613"/>
            </a:xfrm>
            <a:custGeom>
              <a:avLst/>
              <a:gdLst/>
              <a:ahLst/>
              <a:cxnLst/>
              <a:rect l="l" t="t" r="r" b="b"/>
              <a:pathLst>
                <a:path w="714" h="393" extrusionOk="0">
                  <a:moveTo>
                    <a:pt x="35" y="0"/>
                  </a:moveTo>
                  <a:cubicBezTo>
                    <a:pt x="16" y="0"/>
                    <a:pt x="0" y="16"/>
                    <a:pt x="0" y="36"/>
                  </a:cubicBezTo>
                  <a:cubicBezTo>
                    <a:pt x="0" y="85"/>
                    <a:pt x="10" y="132"/>
                    <a:pt x="28" y="175"/>
                  </a:cubicBezTo>
                  <a:cubicBezTo>
                    <a:pt x="55" y="239"/>
                    <a:pt x="100" y="294"/>
                    <a:pt x="157" y="332"/>
                  </a:cubicBezTo>
                  <a:cubicBezTo>
                    <a:pt x="214" y="371"/>
                    <a:pt x="283" y="393"/>
                    <a:pt x="357" y="393"/>
                  </a:cubicBezTo>
                  <a:cubicBezTo>
                    <a:pt x="357" y="393"/>
                    <a:pt x="357" y="393"/>
                    <a:pt x="357" y="393"/>
                  </a:cubicBezTo>
                  <a:cubicBezTo>
                    <a:pt x="406" y="393"/>
                    <a:pt x="453" y="383"/>
                    <a:pt x="496" y="365"/>
                  </a:cubicBezTo>
                  <a:cubicBezTo>
                    <a:pt x="560" y="338"/>
                    <a:pt x="615" y="293"/>
                    <a:pt x="653" y="236"/>
                  </a:cubicBezTo>
                  <a:cubicBezTo>
                    <a:pt x="692" y="179"/>
                    <a:pt x="714" y="110"/>
                    <a:pt x="714" y="37"/>
                  </a:cubicBezTo>
                  <a:cubicBezTo>
                    <a:pt x="714" y="56"/>
                    <a:pt x="698" y="72"/>
                    <a:pt x="679" y="72"/>
                  </a:cubicBezTo>
                  <a:cubicBezTo>
                    <a:pt x="660" y="72"/>
                    <a:pt x="644" y="56"/>
                    <a:pt x="644" y="36"/>
                  </a:cubicBezTo>
                  <a:cubicBezTo>
                    <a:pt x="644" y="36"/>
                    <a:pt x="644" y="36"/>
                    <a:pt x="644" y="36"/>
                  </a:cubicBezTo>
                  <a:cubicBezTo>
                    <a:pt x="644" y="36"/>
                    <a:pt x="644" y="36"/>
                    <a:pt x="644" y="36"/>
                  </a:cubicBezTo>
                  <a:cubicBezTo>
                    <a:pt x="644" y="75"/>
                    <a:pt x="636" y="113"/>
                    <a:pt x="621" y="147"/>
                  </a:cubicBezTo>
                  <a:cubicBezTo>
                    <a:pt x="599" y="199"/>
                    <a:pt x="563" y="243"/>
                    <a:pt x="517" y="274"/>
                  </a:cubicBezTo>
                  <a:cubicBezTo>
                    <a:pt x="472" y="304"/>
                    <a:pt x="417" y="322"/>
                    <a:pt x="357" y="322"/>
                  </a:cubicBezTo>
                  <a:cubicBezTo>
                    <a:pt x="317" y="322"/>
                    <a:pt x="280" y="314"/>
                    <a:pt x="245" y="300"/>
                  </a:cubicBezTo>
                  <a:cubicBezTo>
                    <a:pt x="194" y="278"/>
                    <a:pt x="150" y="242"/>
                    <a:pt x="119" y="196"/>
                  </a:cubicBezTo>
                  <a:cubicBezTo>
                    <a:pt x="88" y="150"/>
                    <a:pt x="70" y="95"/>
                    <a:pt x="70" y="36"/>
                  </a:cubicBezTo>
                  <a:cubicBezTo>
                    <a:pt x="70" y="16"/>
                    <a:pt x="55" y="0"/>
                    <a:pt x="35"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0" name="Google Shape;140;p32"/>
            <p:cNvSpPr/>
            <p:nvPr/>
          </p:nvSpPr>
          <p:spPr>
            <a:xfrm>
              <a:off x="2108201" y="1784751"/>
              <a:ext cx="1744663" cy="885825"/>
            </a:xfrm>
            <a:custGeom>
              <a:avLst/>
              <a:gdLst/>
              <a:ahLst/>
              <a:cxnLst/>
              <a:rect l="l" t="t" r="r" b="b"/>
              <a:pathLst>
                <a:path w="714" h="361" extrusionOk="0">
                  <a:moveTo>
                    <a:pt x="357" y="0"/>
                  </a:moveTo>
                  <a:cubicBezTo>
                    <a:pt x="357" y="0"/>
                    <a:pt x="357" y="0"/>
                    <a:pt x="357" y="0"/>
                  </a:cubicBezTo>
                  <a:cubicBezTo>
                    <a:pt x="308" y="0"/>
                    <a:pt x="261" y="10"/>
                    <a:pt x="218" y="28"/>
                  </a:cubicBezTo>
                  <a:cubicBezTo>
                    <a:pt x="154" y="55"/>
                    <a:pt x="99" y="100"/>
                    <a:pt x="61" y="157"/>
                  </a:cubicBezTo>
                  <a:cubicBezTo>
                    <a:pt x="22" y="214"/>
                    <a:pt x="0" y="283"/>
                    <a:pt x="0" y="357"/>
                  </a:cubicBezTo>
                  <a:cubicBezTo>
                    <a:pt x="0" y="357"/>
                    <a:pt x="0" y="357"/>
                    <a:pt x="0" y="357"/>
                  </a:cubicBezTo>
                  <a:cubicBezTo>
                    <a:pt x="0" y="337"/>
                    <a:pt x="16" y="321"/>
                    <a:pt x="35" y="321"/>
                  </a:cubicBezTo>
                  <a:cubicBezTo>
                    <a:pt x="55" y="321"/>
                    <a:pt x="70" y="337"/>
                    <a:pt x="70" y="357"/>
                  </a:cubicBezTo>
                  <a:cubicBezTo>
                    <a:pt x="70" y="357"/>
                    <a:pt x="70" y="357"/>
                    <a:pt x="70" y="358"/>
                  </a:cubicBezTo>
                  <a:cubicBezTo>
                    <a:pt x="70" y="357"/>
                    <a:pt x="70" y="357"/>
                    <a:pt x="70" y="357"/>
                  </a:cubicBezTo>
                  <a:cubicBezTo>
                    <a:pt x="70" y="318"/>
                    <a:pt x="78" y="280"/>
                    <a:pt x="93" y="246"/>
                  </a:cubicBezTo>
                  <a:cubicBezTo>
                    <a:pt x="115" y="194"/>
                    <a:pt x="151" y="150"/>
                    <a:pt x="197" y="120"/>
                  </a:cubicBezTo>
                  <a:cubicBezTo>
                    <a:pt x="243" y="89"/>
                    <a:pt x="298" y="71"/>
                    <a:pt x="357" y="71"/>
                  </a:cubicBezTo>
                  <a:cubicBezTo>
                    <a:pt x="397" y="71"/>
                    <a:pt x="434" y="79"/>
                    <a:pt x="469" y="93"/>
                  </a:cubicBezTo>
                  <a:cubicBezTo>
                    <a:pt x="520" y="115"/>
                    <a:pt x="564" y="151"/>
                    <a:pt x="595" y="197"/>
                  </a:cubicBezTo>
                  <a:cubicBezTo>
                    <a:pt x="625" y="242"/>
                    <a:pt x="643" y="295"/>
                    <a:pt x="644" y="353"/>
                  </a:cubicBezTo>
                  <a:cubicBezTo>
                    <a:pt x="645" y="335"/>
                    <a:pt x="661" y="321"/>
                    <a:pt x="679" y="321"/>
                  </a:cubicBezTo>
                  <a:cubicBezTo>
                    <a:pt x="698" y="321"/>
                    <a:pt x="714" y="337"/>
                    <a:pt x="714" y="357"/>
                  </a:cubicBezTo>
                  <a:cubicBezTo>
                    <a:pt x="714" y="358"/>
                    <a:pt x="714" y="360"/>
                    <a:pt x="714" y="361"/>
                  </a:cubicBezTo>
                  <a:cubicBezTo>
                    <a:pt x="714" y="360"/>
                    <a:pt x="714" y="359"/>
                    <a:pt x="714" y="357"/>
                  </a:cubicBezTo>
                  <a:cubicBezTo>
                    <a:pt x="714" y="308"/>
                    <a:pt x="704" y="261"/>
                    <a:pt x="686" y="218"/>
                  </a:cubicBezTo>
                  <a:cubicBezTo>
                    <a:pt x="659" y="154"/>
                    <a:pt x="614" y="100"/>
                    <a:pt x="557" y="61"/>
                  </a:cubicBezTo>
                  <a:cubicBezTo>
                    <a:pt x="500" y="23"/>
                    <a:pt x="431" y="0"/>
                    <a:pt x="357" y="0"/>
                  </a:cubicBezTo>
                </a:path>
              </a:pathLst>
            </a:custGeom>
            <a:solidFill>
              <a:srgbClr val="1E4471"/>
            </a:solidFill>
            <a:ln w="9525" cap="flat" cmpd="sng">
              <a:solidFill>
                <a:srgbClr val="1E447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1" name="Google Shape;141;p32"/>
            <p:cNvSpPr/>
            <p:nvPr/>
          </p:nvSpPr>
          <p:spPr>
            <a:xfrm>
              <a:off x="2108201" y="2572151"/>
              <a:ext cx="171450" cy="176213"/>
            </a:xfrm>
            <a:custGeom>
              <a:avLst/>
              <a:gdLst/>
              <a:ahLst/>
              <a:cxnLst/>
              <a:rect l="l" t="t" r="r" b="b"/>
              <a:pathLst>
                <a:path w="70" h="72" extrusionOk="0">
                  <a:moveTo>
                    <a:pt x="35" y="0"/>
                  </a:moveTo>
                  <a:cubicBezTo>
                    <a:pt x="16" y="0"/>
                    <a:pt x="0" y="16"/>
                    <a:pt x="0" y="36"/>
                  </a:cubicBezTo>
                  <a:cubicBezTo>
                    <a:pt x="0" y="36"/>
                    <a:pt x="0" y="36"/>
                    <a:pt x="0" y="36"/>
                  </a:cubicBezTo>
                  <a:cubicBezTo>
                    <a:pt x="0" y="36"/>
                    <a:pt x="0" y="36"/>
                    <a:pt x="0" y="36"/>
                  </a:cubicBezTo>
                  <a:cubicBezTo>
                    <a:pt x="0" y="56"/>
                    <a:pt x="16" y="72"/>
                    <a:pt x="35" y="72"/>
                  </a:cubicBezTo>
                  <a:cubicBezTo>
                    <a:pt x="54" y="72"/>
                    <a:pt x="70" y="56"/>
                    <a:pt x="70" y="37"/>
                  </a:cubicBezTo>
                  <a:cubicBezTo>
                    <a:pt x="70" y="36"/>
                    <a:pt x="70" y="36"/>
                    <a:pt x="70" y="36"/>
                  </a:cubicBezTo>
                  <a:cubicBezTo>
                    <a:pt x="70" y="16"/>
                    <a:pt x="55" y="0"/>
                    <a:pt x="35" y="0"/>
                  </a:cubicBezTo>
                </a:path>
              </a:pathLst>
            </a:custGeom>
            <a:solidFill>
              <a:srgbClr val="003B6A"/>
            </a:solidFill>
            <a:ln w="9525" cap="flat" cmpd="sng">
              <a:solidFill>
                <a:srgbClr val="003B6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2" name="Google Shape;142;p32"/>
            <p:cNvSpPr/>
            <p:nvPr/>
          </p:nvSpPr>
          <p:spPr>
            <a:xfrm>
              <a:off x="3681413" y="2649939"/>
              <a:ext cx="1744663" cy="885825"/>
            </a:xfrm>
            <a:custGeom>
              <a:avLst/>
              <a:gdLst/>
              <a:ahLst/>
              <a:cxnLst/>
              <a:rect l="l" t="t" r="r" b="b"/>
              <a:pathLst>
                <a:path w="714" h="361" extrusionOk="0">
                  <a:moveTo>
                    <a:pt x="0" y="0"/>
                  </a:moveTo>
                  <a:cubicBezTo>
                    <a:pt x="0" y="1"/>
                    <a:pt x="0" y="3"/>
                    <a:pt x="0" y="4"/>
                  </a:cubicBezTo>
                  <a:cubicBezTo>
                    <a:pt x="0" y="53"/>
                    <a:pt x="10" y="100"/>
                    <a:pt x="28" y="143"/>
                  </a:cubicBezTo>
                  <a:cubicBezTo>
                    <a:pt x="55" y="207"/>
                    <a:pt x="100" y="262"/>
                    <a:pt x="157" y="300"/>
                  </a:cubicBezTo>
                  <a:cubicBezTo>
                    <a:pt x="214" y="339"/>
                    <a:pt x="283" y="361"/>
                    <a:pt x="357" y="361"/>
                  </a:cubicBezTo>
                  <a:cubicBezTo>
                    <a:pt x="357" y="361"/>
                    <a:pt x="357" y="361"/>
                    <a:pt x="357" y="361"/>
                  </a:cubicBezTo>
                  <a:cubicBezTo>
                    <a:pt x="406" y="361"/>
                    <a:pt x="453" y="351"/>
                    <a:pt x="496" y="333"/>
                  </a:cubicBezTo>
                  <a:cubicBezTo>
                    <a:pt x="560" y="306"/>
                    <a:pt x="615" y="261"/>
                    <a:pt x="653" y="204"/>
                  </a:cubicBezTo>
                  <a:cubicBezTo>
                    <a:pt x="692" y="147"/>
                    <a:pt x="714" y="78"/>
                    <a:pt x="714" y="5"/>
                  </a:cubicBezTo>
                  <a:cubicBezTo>
                    <a:pt x="714" y="24"/>
                    <a:pt x="698" y="40"/>
                    <a:pt x="679" y="40"/>
                  </a:cubicBezTo>
                  <a:cubicBezTo>
                    <a:pt x="659" y="40"/>
                    <a:pt x="644" y="24"/>
                    <a:pt x="644" y="4"/>
                  </a:cubicBezTo>
                  <a:cubicBezTo>
                    <a:pt x="644" y="4"/>
                    <a:pt x="644" y="4"/>
                    <a:pt x="644" y="4"/>
                  </a:cubicBezTo>
                  <a:cubicBezTo>
                    <a:pt x="644" y="4"/>
                    <a:pt x="644" y="4"/>
                    <a:pt x="644" y="4"/>
                  </a:cubicBezTo>
                  <a:cubicBezTo>
                    <a:pt x="644" y="43"/>
                    <a:pt x="635" y="81"/>
                    <a:pt x="621" y="115"/>
                  </a:cubicBezTo>
                  <a:cubicBezTo>
                    <a:pt x="599" y="167"/>
                    <a:pt x="563" y="211"/>
                    <a:pt x="517" y="242"/>
                  </a:cubicBezTo>
                  <a:cubicBezTo>
                    <a:pt x="471" y="272"/>
                    <a:pt x="416" y="290"/>
                    <a:pt x="357" y="290"/>
                  </a:cubicBezTo>
                  <a:cubicBezTo>
                    <a:pt x="317" y="290"/>
                    <a:pt x="280" y="282"/>
                    <a:pt x="245" y="268"/>
                  </a:cubicBezTo>
                  <a:cubicBezTo>
                    <a:pt x="194" y="246"/>
                    <a:pt x="150" y="210"/>
                    <a:pt x="119" y="164"/>
                  </a:cubicBezTo>
                  <a:cubicBezTo>
                    <a:pt x="89" y="119"/>
                    <a:pt x="71" y="66"/>
                    <a:pt x="70" y="8"/>
                  </a:cubicBezTo>
                  <a:cubicBezTo>
                    <a:pt x="68" y="26"/>
                    <a:pt x="53" y="40"/>
                    <a:pt x="35" y="40"/>
                  </a:cubicBezTo>
                  <a:cubicBezTo>
                    <a:pt x="16" y="40"/>
                    <a:pt x="0" y="24"/>
                    <a:pt x="0" y="4"/>
                  </a:cubicBezTo>
                  <a:cubicBezTo>
                    <a:pt x="0" y="3"/>
                    <a:pt x="0" y="2"/>
                    <a:pt x="0" y="0"/>
                  </a:cubicBezTo>
                </a:path>
              </a:pathLst>
            </a:custGeom>
            <a:solidFill>
              <a:srgbClr val="74BF4B"/>
            </a:solidFill>
            <a:ln w="9525" cap="flat" cmpd="sng">
              <a:solidFill>
                <a:srgbClr val="74BF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3" name="Google Shape;143;p32"/>
            <p:cNvSpPr/>
            <p:nvPr/>
          </p:nvSpPr>
          <p:spPr>
            <a:xfrm>
              <a:off x="3681413" y="2572151"/>
              <a:ext cx="171450" cy="176213"/>
            </a:xfrm>
            <a:custGeom>
              <a:avLst/>
              <a:gdLst/>
              <a:ahLst/>
              <a:cxnLst/>
              <a:rect l="l" t="t" r="r" b="b"/>
              <a:pathLst>
                <a:path w="70" h="72" extrusionOk="0">
                  <a:moveTo>
                    <a:pt x="35" y="0"/>
                  </a:moveTo>
                  <a:cubicBezTo>
                    <a:pt x="17" y="0"/>
                    <a:pt x="1" y="14"/>
                    <a:pt x="0" y="32"/>
                  </a:cubicBezTo>
                  <a:cubicBezTo>
                    <a:pt x="0" y="34"/>
                    <a:pt x="0" y="35"/>
                    <a:pt x="0" y="36"/>
                  </a:cubicBezTo>
                  <a:cubicBezTo>
                    <a:pt x="0" y="56"/>
                    <a:pt x="16" y="72"/>
                    <a:pt x="35" y="72"/>
                  </a:cubicBezTo>
                  <a:cubicBezTo>
                    <a:pt x="53" y="72"/>
                    <a:pt x="68" y="58"/>
                    <a:pt x="70" y="40"/>
                  </a:cubicBezTo>
                  <a:cubicBezTo>
                    <a:pt x="70" y="39"/>
                    <a:pt x="70" y="37"/>
                    <a:pt x="70" y="36"/>
                  </a:cubicBezTo>
                  <a:cubicBezTo>
                    <a:pt x="70" y="16"/>
                    <a:pt x="54" y="0"/>
                    <a:pt x="35" y="0"/>
                  </a:cubicBezTo>
                </a:path>
              </a:pathLst>
            </a:custGeom>
            <a:solidFill>
              <a:srgbClr val="163354"/>
            </a:solidFill>
            <a:ln w="9525" cap="flat" cmpd="sng">
              <a:solidFill>
                <a:srgbClr val="16335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4" name="Google Shape;144;p32"/>
            <p:cNvSpPr/>
            <p:nvPr/>
          </p:nvSpPr>
          <p:spPr>
            <a:xfrm>
              <a:off x="6826251" y="2572151"/>
              <a:ext cx="1746250" cy="963613"/>
            </a:xfrm>
            <a:custGeom>
              <a:avLst/>
              <a:gdLst/>
              <a:ahLst/>
              <a:cxnLst/>
              <a:rect l="l" t="t" r="r" b="b"/>
              <a:pathLst>
                <a:path w="715" h="393" extrusionOk="0">
                  <a:moveTo>
                    <a:pt x="679" y="0"/>
                  </a:moveTo>
                  <a:cubicBezTo>
                    <a:pt x="660" y="0"/>
                    <a:pt x="644" y="16"/>
                    <a:pt x="644" y="36"/>
                  </a:cubicBezTo>
                  <a:cubicBezTo>
                    <a:pt x="644" y="75"/>
                    <a:pt x="636" y="113"/>
                    <a:pt x="621" y="147"/>
                  </a:cubicBezTo>
                  <a:cubicBezTo>
                    <a:pt x="600" y="199"/>
                    <a:pt x="563" y="243"/>
                    <a:pt x="518" y="274"/>
                  </a:cubicBezTo>
                  <a:cubicBezTo>
                    <a:pt x="472" y="304"/>
                    <a:pt x="417" y="322"/>
                    <a:pt x="357" y="322"/>
                  </a:cubicBezTo>
                  <a:cubicBezTo>
                    <a:pt x="318" y="322"/>
                    <a:pt x="280" y="314"/>
                    <a:pt x="246" y="300"/>
                  </a:cubicBezTo>
                  <a:cubicBezTo>
                    <a:pt x="194" y="278"/>
                    <a:pt x="151" y="242"/>
                    <a:pt x="120" y="196"/>
                  </a:cubicBezTo>
                  <a:cubicBezTo>
                    <a:pt x="90" y="152"/>
                    <a:pt x="72" y="99"/>
                    <a:pt x="71" y="42"/>
                  </a:cubicBezTo>
                  <a:cubicBezTo>
                    <a:pt x="68" y="59"/>
                    <a:pt x="53" y="72"/>
                    <a:pt x="36" y="72"/>
                  </a:cubicBezTo>
                  <a:cubicBezTo>
                    <a:pt x="16" y="72"/>
                    <a:pt x="1" y="56"/>
                    <a:pt x="1" y="36"/>
                  </a:cubicBezTo>
                  <a:cubicBezTo>
                    <a:pt x="1" y="34"/>
                    <a:pt x="0" y="32"/>
                    <a:pt x="0" y="30"/>
                  </a:cubicBezTo>
                  <a:cubicBezTo>
                    <a:pt x="0" y="32"/>
                    <a:pt x="0" y="34"/>
                    <a:pt x="0" y="36"/>
                  </a:cubicBezTo>
                  <a:cubicBezTo>
                    <a:pt x="0" y="85"/>
                    <a:pt x="10" y="132"/>
                    <a:pt x="28" y="175"/>
                  </a:cubicBezTo>
                  <a:cubicBezTo>
                    <a:pt x="55" y="239"/>
                    <a:pt x="101" y="294"/>
                    <a:pt x="158" y="332"/>
                  </a:cubicBezTo>
                  <a:cubicBezTo>
                    <a:pt x="214" y="371"/>
                    <a:pt x="283" y="393"/>
                    <a:pt x="357" y="393"/>
                  </a:cubicBezTo>
                  <a:cubicBezTo>
                    <a:pt x="357" y="393"/>
                    <a:pt x="357" y="393"/>
                    <a:pt x="357" y="393"/>
                  </a:cubicBezTo>
                  <a:cubicBezTo>
                    <a:pt x="407" y="393"/>
                    <a:pt x="454" y="383"/>
                    <a:pt x="496" y="365"/>
                  </a:cubicBezTo>
                  <a:cubicBezTo>
                    <a:pt x="561" y="338"/>
                    <a:pt x="615" y="293"/>
                    <a:pt x="654" y="236"/>
                  </a:cubicBezTo>
                  <a:cubicBezTo>
                    <a:pt x="692" y="179"/>
                    <a:pt x="715" y="110"/>
                    <a:pt x="715" y="36"/>
                  </a:cubicBezTo>
                  <a:cubicBezTo>
                    <a:pt x="715" y="16"/>
                    <a:pt x="699" y="0"/>
                    <a:pt x="679" y="0"/>
                  </a:cubicBezTo>
                </a:path>
              </a:pathLst>
            </a:custGeom>
            <a:solidFill>
              <a:srgbClr val="E3241B"/>
            </a:solidFill>
            <a:ln w="9525" cap="flat" cmpd="sng">
              <a:solidFill>
                <a:srgbClr val="E3241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5" name="Google Shape;145;p32"/>
            <p:cNvSpPr/>
            <p:nvPr/>
          </p:nvSpPr>
          <p:spPr>
            <a:xfrm>
              <a:off x="5254626" y="1784751"/>
              <a:ext cx="1744663" cy="890588"/>
            </a:xfrm>
            <a:custGeom>
              <a:avLst/>
              <a:gdLst/>
              <a:ahLst/>
              <a:cxnLst/>
              <a:rect l="l" t="t" r="r" b="b"/>
              <a:pathLst>
                <a:path w="714" h="363" extrusionOk="0">
                  <a:moveTo>
                    <a:pt x="357" y="0"/>
                  </a:moveTo>
                  <a:cubicBezTo>
                    <a:pt x="357" y="0"/>
                    <a:pt x="357" y="0"/>
                    <a:pt x="357" y="0"/>
                  </a:cubicBezTo>
                  <a:cubicBezTo>
                    <a:pt x="308" y="0"/>
                    <a:pt x="261" y="10"/>
                    <a:pt x="218" y="28"/>
                  </a:cubicBezTo>
                  <a:cubicBezTo>
                    <a:pt x="154" y="55"/>
                    <a:pt x="99" y="100"/>
                    <a:pt x="61" y="157"/>
                  </a:cubicBezTo>
                  <a:cubicBezTo>
                    <a:pt x="22" y="214"/>
                    <a:pt x="0" y="283"/>
                    <a:pt x="0" y="357"/>
                  </a:cubicBezTo>
                  <a:cubicBezTo>
                    <a:pt x="0" y="337"/>
                    <a:pt x="15" y="321"/>
                    <a:pt x="35" y="321"/>
                  </a:cubicBezTo>
                  <a:cubicBezTo>
                    <a:pt x="54" y="321"/>
                    <a:pt x="70" y="337"/>
                    <a:pt x="70" y="357"/>
                  </a:cubicBezTo>
                  <a:cubicBezTo>
                    <a:pt x="70" y="357"/>
                    <a:pt x="70" y="357"/>
                    <a:pt x="70" y="358"/>
                  </a:cubicBezTo>
                  <a:cubicBezTo>
                    <a:pt x="70" y="357"/>
                    <a:pt x="70" y="357"/>
                    <a:pt x="70" y="357"/>
                  </a:cubicBezTo>
                  <a:cubicBezTo>
                    <a:pt x="70" y="318"/>
                    <a:pt x="78" y="280"/>
                    <a:pt x="93" y="246"/>
                  </a:cubicBezTo>
                  <a:cubicBezTo>
                    <a:pt x="114" y="194"/>
                    <a:pt x="151" y="150"/>
                    <a:pt x="197" y="120"/>
                  </a:cubicBezTo>
                  <a:cubicBezTo>
                    <a:pt x="242" y="89"/>
                    <a:pt x="297" y="71"/>
                    <a:pt x="357" y="71"/>
                  </a:cubicBezTo>
                  <a:cubicBezTo>
                    <a:pt x="397" y="71"/>
                    <a:pt x="434" y="79"/>
                    <a:pt x="468" y="93"/>
                  </a:cubicBezTo>
                  <a:cubicBezTo>
                    <a:pt x="520" y="115"/>
                    <a:pt x="564" y="151"/>
                    <a:pt x="595" y="197"/>
                  </a:cubicBezTo>
                  <a:cubicBezTo>
                    <a:pt x="624" y="241"/>
                    <a:pt x="642" y="294"/>
                    <a:pt x="643" y="351"/>
                  </a:cubicBezTo>
                  <a:cubicBezTo>
                    <a:pt x="646" y="334"/>
                    <a:pt x="661" y="321"/>
                    <a:pt x="678" y="321"/>
                  </a:cubicBezTo>
                  <a:cubicBezTo>
                    <a:pt x="698" y="321"/>
                    <a:pt x="714" y="337"/>
                    <a:pt x="714" y="357"/>
                  </a:cubicBezTo>
                  <a:cubicBezTo>
                    <a:pt x="714" y="359"/>
                    <a:pt x="714" y="361"/>
                    <a:pt x="714" y="363"/>
                  </a:cubicBezTo>
                  <a:cubicBezTo>
                    <a:pt x="714" y="361"/>
                    <a:pt x="714" y="359"/>
                    <a:pt x="714" y="357"/>
                  </a:cubicBezTo>
                  <a:cubicBezTo>
                    <a:pt x="714" y="308"/>
                    <a:pt x="704" y="261"/>
                    <a:pt x="686" y="218"/>
                  </a:cubicBezTo>
                  <a:cubicBezTo>
                    <a:pt x="659" y="154"/>
                    <a:pt x="614" y="100"/>
                    <a:pt x="557" y="61"/>
                  </a:cubicBezTo>
                  <a:cubicBezTo>
                    <a:pt x="500" y="23"/>
                    <a:pt x="431" y="0"/>
                    <a:pt x="357" y="0"/>
                  </a:cubicBezTo>
                </a:path>
              </a:pathLst>
            </a:cu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6" name="Google Shape;146;p32"/>
            <p:cNvSpPr/>
            <p:nvPr/>
          </p:nvSpPr>
          <p:spPr>
            <a:xfrm>
              <a:off x="5254626" y="2572151"/>
              <a:ext cx="171450" cy="176213"/>
            </a:xfrm>
            <a:custGeom>
              <a:avLst/>
              <a:gdLst/>
              <a:ahLst/>
              <a:cxnLst/>
              <a:rect l="l" t="t" r="r" b="b"/>
              <a:pathLst>
                <a:path w="70" h="72" extrusionOk="0">
                  <a:moveTo>
                    <a:pt x="35" y="0"/>
                  </a:moveTo>
                  <a:cubicBezTo>
                    <a:pt x="15" y="0"/>
                    <a:pt x="0" y="16"/>
                    <a:pt x="0" y="36"/>
                  </a:cubicBezTo>
                  <a:cubicBezTo>
                    <a:pt x="0" y="36"/>
                    <a:pt x="0" y="36"/>
                    <a:pt x="0" y="36"/>
                  </a:cubicBezTo>
                  <a:cubicBezTo>
                    <a:pt x="0" y="56"/>
                    <a:pt x="15" y="72"/>
                    <a:pt x="35" y="72"/>
                  </a:cubicBezTo>
                  <a:cubicBezTo>
                    <a:pt x="54" y="72"/>
                    <a:pt x="70" y="56"/>
                    <a:pt x="70" y="37"/>
                  </a:cubicBezTo>
                  <a:cubicBezTo>
                    <a:pt x="70" y="36"/>
                    <a:pt x="70" y="36"/>
                    <a:pt x="70" y="36"/>
                  </a:cubicBezTo>
                  <a:cubicBezTo>
                    <a:pt x="70" y="16"/>
                    <a:pt x="54" y="0"/>
                    <a:pt x="35" y="0"/>
                  </a:cubicBezTo>
                </a:path>
              </a:pathLst>
            </a:custGeom>
            <a:solidFill>
              <a:srgbClr val="2F6002"/>
            </a:solidFill>
            <a:ln w="9525" cap="flat" cmpd="sng">
              <a:solidFill>
                <a:srgbClr val="2F600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47" name="Google Shape;147;p32"/>
            <p:cNvSpPr/>
            <p:nvPr/>
          </p:nvSpPr>
          <p:spPr>
            <a:xfrm>
              <a:off x="6826251" y="2572151"/>
              <a:ext cx="173038" cy="176213"/>
            </a:xfrm>
            <a:custGeom>
              <a:avLst/>
              <a:gdLst/>
              <a:ahLst/>
              <a:cxnLst/>
              <a:rect l="l" t="t" r="r" b="b"/>
              <a:pathLst>
                <a:path w="71" h="72" extrusionOk="0">
                  <a:moveTo>
                    <a:pt x="35" y="0"/>
                  </a:moveTo>
                  <a:cubicBezTo>
                    <a:pt x="18" y="0"/>
                    <a:pt x="3" y="13"/>
                    <a:pt x="0" y="30"/>
                  </a:cubicBezTo>
                  <a:cubicBezTo>
                    <a:pt x="0" y="32"/>
                    <a:pt x="1" y="34"/>
                    <a:pt x="1" y="36"/>
                  </a:cubicBezTo>
                  <a:cubicBezTo>
                    <a:pt x="1" y="56"/>
                    <a:pt x="16" y="72"/>
                    <a:pt x="36" y="72"/>
                  </a:cubicBezTo>
                  <a:cubicBezTo>
                    <a:pt x="53" y="72"/>
                    <a:pt x="68" y="59"/>
                    <a:pt x="71" y="42"/>
                  </a:cubicBezTo>
                  <a:cubicBezTo>
                    <a:pt x="71" y="40"/>
                    <a:pt x="71" y="38"/>
                    <a:pt x="71" y="36"/>
                  </a:cubicBezTo>
                  <a:cubicBezTo>
                    <a:pt x="71" y="16"/>
                    <a:pt x="55" y="0"/>
                    <a:pt x="35" y="0"/>
                  </a:cubicBezTo>
                </a:path>
              </a:pathLst>
            </a:custGeom>
            <a:solidFill>
              <a:srgbClr val="C50401"/>
            </a:solidFill>
            <a:ln w="9525" cap="flat" cmpd="sng">
              <a:solidFill>
                <a:srgbClr val="C5040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148" name="Google Shape;148;p32"/>
          <p:cNvGrpSpPr/>
          <p:nvPr/>
        </p:nvGrpSpPr>
        <p:grpSpPr>
          <a:xfrm>
            <a:off x="704573" y="1380996"/>
            <a:ext cx="1432017" cy="1133254"/>
            <a:chOff x="3971939" y="709851"/>
            <a:chExt cx="2098501" cy="1133254"/>
          </a:xfrm>
        </p:grpSpPr>
        <p:sp>
          <p:nvSpPr>
            <p:cNvPr id="149" name="Google Shape;149;p32"/>
            <p:cNvSpPr txBox="1"/>
            <p:nvPr/>
          </p:nvSpPr>
          <p:spPr>
            <a:xfrm>
              <a:off x="3971940" y="709851"/>
              <a:ext cx="20985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a:solidFill>
                    <a:srgbClr val="00BCEB"/>
                  </a:solidFill>
                </a:rPr>
                <a:t>What is the Problem?</a:t>
              </a:r>
              <a:endParaRPr dirty="0"/>
            </a:p>
          </p:txBody>
        </p:sp>
        <p:sp>
          <p:nvSpPr>
            <p:cNvPr id="150" name="Google Shape;150;p32"/>
            <p:cNvSpPr txBox="1"/>
            <p:nvPr/>
          </p:nvSpPr>
          <p:spPr>
            <a:xfrm>
              <a:off x="3971939" y="1273705"/>
              <a:ext cx="20985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 sz="1000" dirty="0">
                  <a:solidFill>
                    <a:srgbClr val="282828"/>
                  </a:solidFill>
                </a:rPr>
                <a:t>Who we are Helping</a:t>
              </a:r>
              <a:endParaRPr sz="1000" dirty="0">
                <a:solidFill>
                  <a:srgbClr val="282828"/>
                </a:solidFill>
              </a:endParaRPr>
            </a:p>
            <a:p>
              <a:pPr marL="0" marR="0" lvl="0" indent="0" algn="ctr" rtl="0">
                <a:lnSpc>
                  <a:spcPct val="150000"/>
                </a:lnSpc>
                <a:spcBef>
                  <a:spcPts val="0"/>
                </a:spcBef>
                <a:spcAft>
                  <a:spcPts val="0"/>
                </a:spcAft>
                <a:buNone/>
              </a:pPr>
              <a:r>
                <a:rPr lang="en" sz="1000" dirty="0">
                  <a:solidFill>
                    <a:srgbClr val="282828"/>
                  </a:solidFill>
                </a:rPr>
                <a:t>Real World Data</a:t>
              </a:r>
              <a:endParaRPr sz="1000" dirty="0">
                <a:solidFill>
                  <a:srgbClr val="282828"/>
                </a:solidFill>
              </a:endParaRPr>
            </a:p>
          </p:txBody>
        </p:sp>
      </p:grpSp>
      <p:grpSp>
        <p:nvGrpSpPr>
          <p:cNvPr id="151" name="Google Shape;151;p32"/>
          <p:cNvGrpSpPr/>
          <p:nvPr/>
        </p:nvGrpSpPr>
        <p:grpSpPr>
          <a:xfrm>
            <a:off x="3853432" y="1380996"/>
            <a:ext cx="1432017" cy="1386804"/>
            <a:chOff x="3971939" y="918301"/>
            <a:chExt cx="2098501" cy="1386804"/>
          </a:xfrm>
        </p:grpSpPr>
        <p:sp>
          <p:nvSpPr>
            <p:cNvPr id="152" name="Google Shape;152;p32"/>
            <p:cNvSpPr txBox="1"/>
            <p:nvPr/>
          </p:nvSpPr>
          <p:spPr>
            <a:xfrm>
              <a:off x="3971940" y="918301"/>
              <a:ext cx="20985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a:solidFill>
                    <a:srgbClr val="74BF4B"/>
                  </a:solidFill>
                </a:rPr>
                <a:t>Our Solution</a:t>
              </a:r>
              <a:endParaRPr dirty="0"/>
            </a:p>
          </p:txBody>
        </p:sp>
        <p:sp>
          <p:nvSpPr>
            <p:cNvPr id="153" name="Google Shape;153;p32"/>
            <p:cNvSpPr txBox="1"/>
            <p:nvPr/>
          </p:nvSpPr>
          <p:spPr>
            <a:xfrm>
              <a:off x="3971939" y="1273705"/>
              <a:ext cx="2098500" cy="10314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 sz="1000">
                  <a:solidFill>
                    <a:srgbClr val="282828"/>
                  </a:solidFill>
                </a:rPr>
                <a:t>Product Description</a:t>
              </a:r>
              <a:endParaRPr sz="1000" dirty="0">
                <a:solidFill>
                  <a:srgbClr val="282828"/>
                </a:solidFill>
              </a:endParaRPr>
            </a:p>
            <a:p>
              <a:pPr marL="0" marR="0" lvl="0" indent="0" algn="ctr" rtl="0">
                <a:lnSpc>
                  <a:spcPct val="150000"/>
                </a:lnSpc>
                <a:spcBef>
                  <a:spcPts val="0"/>
                </a:spcBef>
                <a:spcAft>
                  <a:spcPts val="0"/>
                </a:spcAft>
                <a:buNone/>
              </a:pPr>
              <a:r>
                <a:rPr lang="en" sz="1000">
                  <a:solidFill>
                    <a:srgbClr val="282828"/>
                  </a:solidFill>
                </a:rPr>
                <a:t>Tech Behind Product</a:t>
              </a:r>
              <a:endParaRPr sz="1000" dirty="0">
                <a:solidFill>
                  <a:srgbClr val="282828"/>
                </a:solidFill>
              </a:endParaRPr>
            </a:p>
            <a:p>
              <a:pPr marL="0" marR="0" lvl="0" indent="0" algn="ctr" rtl="0">
                <a:lnSpc>
                  <a:spcPct val="150000"/>
                </a:lnSpc>
                <a:spcBef>
                  <a:spcPts val="0"/>
                </a:spcBef>
                <a:spcAft>
                  <a:spcPts val="0"/>
                </a:spcAft>
                <a:buNone/>
              </a:pPr>
              <a:r>
                <a:rPr lang="en" sz="1000">
                  <a:solidFill>
                    <a:srgbClr val="282828"/>
                  </a:solidFill>
                </a:rPr>
                <a:t>Specifications</a:t>
              </a:r>
              <a:endParaRPr sz="1000" dirty="0">
                <a:solidFill>
                  <a:srgbClr val="282828"/>
                </a:solidFill>
              </a:endParaRPr>
            </a:p>
            <a:p>
              <a:pPr marL="0" marR="0" lvl="0" indent="0" algn="ctr" rtl="0">
                <a:lnSpc>
                  <a:spcPct val="150000"/>
                </a:lnSpc>
                <a:spcBef>
                  <a:spcPts val="0"/>
                </a:spcBef>
                <a:spcAft>
                  <a:spcPts val="0"/>
                </a:spcAft>
                <a:buNone/>
              </a:pPr>
              <a:endParaRPr sz="1000" dirty="0">
                <a:solidFill>
                  <a:srgbClr val="282828"/>
                </a:solidFill>
              </a:endParaRPr>
            </a:p>
          </p:txBody>
        </p:sp>
      </p:grpSp>
      <p:grpSp>
        <p:nvGrpSpPr>
          <p:cNvPr id="154" name="Google Shape;154;p32"/>
          <p:cNvGrpSpPr/>
          <p:nvPr/>
        </p:nvGrpSpPr>
        <p:grpSpPr>
          <a:xfrm>
            <a:off x="7002268" y="1380996"/>
            <a:ext cx="1432017" cy="848004"/>
            <a:chOff x="3971939" y="918301"/>
            <a:chExt cx="2098501" cy="848004"/>
          </a:xfrm>
        </p:grpSpPr>
        <p:sp>
          <p:nvSpPr>
            <p:cNvPr id="155" name="Google Shape;155;p32"/>
            <p:cNvSpPr txBox="1"/>
            <p:nvPr/>
          </p:nvSpPr>
          <p:spPr>
            <a:xfrm>
              <a:off x="3971940" y="918301"/>
              <a:ext cx="20985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a:solidFill>
                    <a:srgbClr val="E3241B"/>
                  </a:solidFill>
                </a:rPr>
                <a:t>Questions</a:t>
              </a:r>
              <a:endParaRPr dirty="0"/>
            </a:p>
          </p:txBody>
        </p:sp>
        <p:sp>
          <p:nvSpPr>
            <p:cNvPr id="156" name="Google Shape;156;p32"/>
            <p:cNvSpPr txBox="1"/>
            <p:nvPr/>
          </p:nvSpPr>
          <p:spPr>
            <a:xfrm>
              <a:off x="3971939" y="1273705"/>
              <a:ext cx="2098500" cy="492600"/>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None/>
              </a:pPr>
              <a:r>
                <a:rPr lang="en" sz="1000">
                  <a:solidFill>
                    <a:srgbClr val="282828"/>
                  </a:solidFill>
                </a:rPr>
                <a:t>Ask us Anything About our Project!</a:t>
              </a:r>
              <a:endParaRPr sz="1000" dirty="0">
                <a:solidFill>
                  <a:srgbClr val="282828"/>
                </a:solidFill>
                <a:latin typeface="Arial"/>
                <a:ea typeface="Arial"/>
                <a:cs typeface="Arial"/>
                <a:sym typeface="Arial"/>
              </a:endParaRPr>
            </a:p>
          </p:txBody>
        </p:sp>
      </p:grpSp>
      <p:grpSp>
        <p:nvGrpSpPr>
          <p:cNvPr id="157" name="Google Shape;157;p32"/>
          <p:cNvGrpSpPr/>
          <p:nvPr/>
        </p:nvGrpSpPr>
        <p:grpSpPr>
          <a:xfrm>
            <a:off x="2196700" y="3208819"/>
            <a:ext cx="1589651" cy="924806"/>
            <a:chOff x="3872138" y="918301"/>
            <a:chExt cx="2329500" cy="924806"/>
          </a:xfrm>
        </p:grpSpPr>
        <p:sp>
          <p:nvSpPr>
            <p:cNvPr id="158" name="Google Shape;158;p32"/>
            <p:cNvSpPr txBox="1"/>
            <p:nvPr/>
          </p:nvSpPr>
          <p:spPr>
            <a:xfrm>
              <a:off x="3971940" y="918301"/>
              <a:ext cx="20985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a:t>Our Objective</a:t>
              </a:r>
              <a:endParaRPr sz="1200" dirty="0"/>
            </a:p>
          </p:txBody>
        </p:sp>
        <p:sp>
          <p:nvSpPr>
            <p:cNvPr id="159" name="Google Shape;159;p32"/>
            <p:cNvSpPr txBox="1"/>
            <p:nvPr/>
          </p:nvSpPr>
          <p:spPr>
            <a:xfrm>
              <a:off x="3872138" y="1273707"/>
              <a:ext cx="23295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 sz="1000" dirty="0">
                  <a:solidFill>
                    <a:srgbClr val="282828"/>
                  </a:solidFill>
                </a:rPr>
                <a:t>Our Reasoning</a:t>
              </a:r>
              <a:endParaRPr sz="1000" dirty="0">
                <a:solidFill>
                  <a:srgbClr val="282828"/>
                </a:solidFill>
              </a:endParaRPr>
            </a:p>
            <a:p>
              <a:pPr marL="0" marR="0" lvl="0" indent="0" algn="ctr" rtl="0">
                <a:lnSpc>
                  <a:spcPct val="150000"/>
                </a:lnSpc>
                <a:spcBef>
                  <a:spcPts val="0"/>
                </a:spcBef>
                <a:spcAft>
                  <a:spcPts val="0"/>
                </a:spcAft>
                <a:buNone/>
              </a:pPr>
              <a:r>
                <a:rPr lang="en" sz="1000" dirty="0">
                  <a:solidFill>
                    <a:srgbClr val="282828"/>
                  </a:solidFill>
                </a:rPr>
                <a:t>Product Thought Process</a:t>
              </a:r>
              <a:endParaRPr sz="1000" dirty="0">
                <a:solidFill>
                  <a:srgbClr val="282828"/>
                </a:solidFill>
              </a:endParaRPr>
            </a:p>
          </p:txBody>
        </p:sp>
      </p:grpSp>
      <p:grpSp>
        <p:nvGrpSpPr>
          <p:cNvPr id="160" name="Google Shape;160;p32"/>
          <p:cNvGrpSpPr/>
          <p:nvPr/>
        </p:nvGrpSpPr>
        <p:grpSpPr>
          <a:xfrm>
            <a:off x="5393713" y="3208819"/>
            <a:ext cx="1517807" cy="924806"/>
            <a:chOff x="3971940" y="918301"/>
            <a:chExt cx="2224218" cy="924806"/>
          </a:xfrm>
        </p:grpSpPr>
        <p:sp>
          <p:nvSpPr>
            <p:cNvPr id="161" name="Google Shape;161;p32"/>
            <p:cNvSpPr txBox="1"/>
            <p:nvPr/>
          </p:nvSpPr>
          <p:spPr>
            <a:xfrm>
              <a:off x="3971940" y="918301"/>
              <a:ext cx="20985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200">
                  <a:solidFill>
                    <a:srgbClr val="FBAB2C"/>
                  </a:solidFill>
                </a:rPr>
                <a:t>Our Future</a:t>
              </a:r>
              <a:endParaRPr dirty="0"/>
            </a:p>
          </p:txBody>
        </p:sp>
        <p:sp>
          <p:nvSpPr>
            <p:cNvPr id="162" name="Google Shape;162;p32"/>
            <p:cNvSpPr txBox="1"/>
            <p:nvPr/>
          </p:nvSpPr>
          <p:spPr>
            <a:xfrm>
              <a:off x="3971958" y="1273707"/>
              <a:ext cx="2224200" cy="5694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None/>
              </a:pPr>
              <a:r>
                <a:rPr lang="en" sz="1000">
                  <a:solidFill>
                    <a:srgbClr val="282828"/>
                  </a:solidFill>
                </a:rPr>
                <a:t>Future Plans</a:t>
              </a:r>
              <a:endParaRPr sz="1000" dirty="0">
                <a:solidFill>
                  <a:srgbClr val="282828"/>
                </a:solidFill>
              </a:endParaRPr>
            </a:p>
            <a:p>
              <a:pPr marL="0" marR="0" lvl="0" indent="0" algn="ctr" rtl="0">
                <a:lnSpc>
                  <a:spcPct val="150000"/>
                </a:lnSpc>
                <a:spcBef>
                  <a:spcPts val="0"/>
                </a:spcBef>
                <a:spcAft>
                  <a:spcPts val="0"/>
                </a:spcAft>
                <a:buNone/>
              </a:pPr>
              <a:r>
                <a:rPr lang="en" sz="1000">
                  <a:solidFill>
                    <a:srgbClr val="282828"/>
                  </a:solidFill>
                </a:rPr>
                <a:t>Areas of Advancements</a:t>
              </a:r>
              <a:endParaRPr sz="1000" dirty="0">
                <a:solidFill>
                  <a:srgbClr val="282828"/>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6"/>
        <p:cNvGrpSpPr/>
        <p:nvPr/>
      </p:nvGrpSpPr>
      <p:grpSpPr>
        <a:xfrm>
          <a:off x="0" y="0"/>
          <a:ext cx="0" cy="0"/>
          <a:chOff x="0" y="0"/>
          <a:chExt cx="0" cy="0"/>
        </a:xfrm>
      </p:grpSpPr>
      <p:sp>
        <p:nvSpPr>
          <p:cNvPr id="167" name="Google Shape;167;p33"/>
          <p:cNvSpPr txBox="1">
            <a:spLocks noGrp="1"/>
          </p:cNvSpPr>
          <p:nvPr>
            <p:ph type="title"/>
          </p:nvPr>
        </p:nvSpPr>
        <p:spPr>
          <a:xfrm>
            <a:off x="437766" y="341313"/>
            <a:ext cx="3686700" cy="731700"/>
          </a:xfrm>
          <a:prstGeom prst="rect">
            <a:avLst/>
          </a:prstGeom>
        </p:spPr>
        <p:txBody>
          <a:bodyPr spcFirstLastPara="1" wrap="square" lIns="91400" tIns="45700" rIns="91400" bIns="45700" anchor="ctr" anchorCtr="0">
            <a:noAutofit/>
          </a:bodyPr>
          <a:lstStyle/>
          <a:p>
            <a:pPr marL="0" lvl="0" indent="0" algn="ctr" rtl="0">
              <a:spcBef>
                <a:spcPts val="0"/>
              </a:spcBef>
              <a:spcAft>
                <a:spcPts val="0"/>
              </a:spcAft>
              <a:buNone/>
            </a:pPr>
            <a:r>
              <a:rPr lang="en" sz="4000" b="1"/>
              <a:t>Our Question</a:t>
            </a:r>
            <a:endParaRPr sz="4000" b="1" dirty="0"/>
          </a:p>
        </p:txBody>
      </p:sp>
      <p:sp>
        <p:nvSpPr>
          <p:cNvPr id="168" name="Google Shape;168;p33"/>
          <p:cNvSpPr txBox="1">
            <a:spLocks noGrp="1"/>
          </p:cNvSpPr>
          <p:nvPr>
            <p:ph type="body" idx="1"/>
          </p:nvPr>
        </p:nvSpPr>
        <p:spPr>
          <a:xfrm>
            <a:off x="4910401" y="1354145"/>
            <a:ext cx="3662100" cy="2925900"/>
          </a:xfrm>
          <a:prstGeom prst="rect">
            <a:avLst/>
          </a:prstGeom>
        </p:spPr>
        <p:txBody>
          <a:bodyPr spcFirstLastPara="1" wrap="square" lIns="91400" tIns="45700" rIns="91400" bIns="45700" anchor="t" anchorCtr="0">
            <a:noAutofit/>
          </a:bodyPr>
          <a:lstStyle/>
          <a:p>
            <a:pPr marL="0" lvl="0" indent="0" algn="ctr" rtl="0">
              <a:lnSpc>
                <a:spcPct val="100000"/>
              </a:lnSpc>
              <a:spcBef>
                <a:spcPts val="1110"/>
              </a:spcBef>
              <a:spcAft>
                <a:spcPts val="0"/>
              </a:spcAft>
              <a:buClr>
                <a:schemeClr val="dk1"/>
              </a:buClr>
              <a:buSzPts val="990"/>
              <a:buFont typeface="Arial"/>
              <a:buNone/>
            </a:pPr>
            <a:r>
              <a:rPr lang="en" sz="2400" dirty="0">
                <a:solidFill>
                  <a:schemeClr val="dk1"/>
                </a:solidFill>
              </a:rPr>
              <a:t>How can technology be used to manage the medications adherence for chronic care patients and/or multiple medication schedules for the elderly?</a:t>
            </a:r>
            <a:endParaRPr sz="2400" dirty="0">
              <a:solidFill>
                <a:schemeClr val="dk1"/>
              </a:solidFill>
            </a:endParaRPr>
          </a:p>
          <a:p>
            <a:pPr marL="0" lvl="0" indent="0" algn="l" rtl="0">
              <a:spcBef>
                <a:spcPts val="1110"/>
              </a:spcBef>
              <a:spcAft>
                <a:spcPts val="0"/>
              </a:spcAft>
              <a:buNone/>
            </a:pPr>
            <a:endParaRPr dirty="0"/>
          </a:p>
        </p:txBody>
      </p:sp>
      <p:pic>
        <p:nvPicPr>
          <p:cNvPr id="169" name="Google Shape;169;p33"/>
          <p:cNvPicPr preferRelativeResize="0"/>
          <p:nvPr/>
        </p:nvPicPr>
        <p:blipFill rotWithShape="1">
          <a:blip r:embed="rId3">
            <a:alphaModFix/>
          </a:blip>
          <a:srcRect/>
          <a:stretch/>
        </p:blipFill>
        <p:spPr>
          <a:xfrm>
            <a:off x="7770950" y="76200"/>
            <a:ext cx="1296850" cy="1296850"/>
          </a:xfrm>
          <a:prstGeom prst="rect">
            <a:avLst/>
          </a:prstGeom>
          <a:noFill/>
          <a:ln>
            <a:noFill/>
          </a:ln>
        </p:spPr>
      </p:pic>
      <p:sp>
        <p:nvSpPr>
          <p:cNvPr id="170" name="Google Shape;170;p33"/>
          <p:cNvSpPr txBox="1"/>
          <p:nvPr/>
        </p:nvSpPr>
        <p:spPr>
          <a:xfrm>
            <a:off x="792225" y="1201750"/>
            <a:ext cx="2977800" cy="326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0">
                <a:solidFill>
                  <a:srgbClr val="1E4471"/>
                </a:solidFill>
              </a:rPr>
              <a:t>?</a:t>
            </a:r>
            <a:endParaRPr sz="20000" dirty="0">
              <a:solidFill>
                <a:srgbClr val="1E447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4"/>
          <p:cNvSpPr txBox="1">
            <a:spLocks noGrp="1"/>
          </p:cNvSpPr>
          <p:nvPr>
            <p:ph type="title"/>
          </p:nvPr>
        </p:nvSpPr>
        <p:spPr>
          <a:xfrm>
            <a:off x="311700" y="5212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sz="3000"/>
              <a:t>Objective</a:t>
            </a:r>
            <a:endParaRPr dirty="0"/>
          </a:p>
        </p:txBody>
      </p:sp>
      <p:sp>
        <p:nvSpPr>
          <p:cNvPr id="176" name="Google Shape;176;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sz="1800" dirty="0"/>
              <a:t>Goal: Create a product that manages the medication schedule of geriatric patients.</a:t>
            </a:r>
          </a:p>
          <a:p>
            <a:pPr marL="457200" lvl="0" indent="-342900" algn="l" rtl="0">
              <a:spcBef>
                <a:spcPts val="0"/>
              </a:spcBef>
              <a:spcAft>
                <a:spcPts val="0"/>
              </a:spcAft>
              <a:buSzPts val="1800"/>
              <a:buChar char="●"/>
            </a:pPr>
            <a:r>
              <a:rPr lang="en" sz="1800" dirty="0"/>
              <a:t>Our product will:</a:t>
            </a:r>
          </a:p>
          <a:p>
            <a:pPr lvl="1" indent="-342900">
              <a:buSzPts val="1800"/>
              <a:buFont typeface="Arial" panose="020B0604020202020204" pitchFamily="34" charset="0"/>
              <a:buChar char="•"/>
            </a:pPr>
            <a:r>
              <a:rPr lang="en" sz="1800" dirty="0"/>
              <a:t>Provide notifications to consumers about their daily medications </a:t>
            </a:r>
            <a:endParaRPr lang="en-US" sz="1800" dirty="0"/>
          </a:p>
          <a:p>
            <a:pPr lvl="1" indent="-342900">
              <a:buSzPts val="1800"/>
              <a:buFont typeface="Arial" panose="020B0604020202020204" pitchFamily="34" charset="0"/>
              <a:buChar char="•"/>
            </a:pPr>
            <a:r>
              <a:rPr lang="en-US" sz="1800" dirty="0"/>
              <a:t>Include medication security</a:t>
            </a:r>
          </a:p>
          <a:p>
            <a:pPr lvl="1" indent="-342900">
              <a:buSzPts val="1800"/>
              <a:buFont typeface="Arial" panose="020B0604020202020204" pitchFamily="34" charset="0"/>
              <a:buChar char="•"/>
            </a:pPr>
            <a:r>
              <a:rPr lang="en" sz="1800" dirty="0"/>
              <a:t>Incorporate medicine accuracy</a:t>
            </a:r>
          </a:p>
          <a:p>
            <a:pPr lvl="1" indent="-342900">
              <a:buSzPts val="1800"/>
              <a:buFont typeface="Arial" panose="020B0604020202020204" pitchFamily="34" charset="0"/>
              <a:buChar char="•"/>
            </a:pPr>
            <a:r>
              <a:rPr lang="en" sz="1800" dirty="0"/>
              <a:t>Enable medication dispensing per physician and pharmacology recommendations</a:t>
            </a:r>
            <a:endParaRPr sz="1800" dirty="0"/>
          </a:p>
          <a:p>
            <a:pPr marL="0" lvl="0" indent="0" algn="l" rtl="0">
              <a:spcBef>
                <a:spcPts val="0"/>
              </a:spcBef>
              <a:spcAft>
                <a:spcPts val="0"/>
              </a:spcAft>
              <a:buNone/>
            </a:pPr>
            <a:endParaRPr dirty="0"/>
          </a:p>
        </p:txBody>
      </p:sp>
      <p:cxnSp>
        <p:nvCxnSpPr>
          <p:cNvPr id="177" name="Google Shape;177;p34"/>
          <p:cNvCxnSpPr/>
          <p:nvPr/>
        </p:nvCxnSpPr>
        <p:spPr>
          <a:xfrm rot="10800000" flipH="1">
            <a:off x="250650" y="1259250"/>
            <a:ext cx="7148700" cy="20100"/>
          </a:xfrm>
          <a:prstGeom prst="straightConnector1">
            <a:avLst/>
          </a:prstGeom>
          <a:noFill/>
          <a:ln w="76200" cap="flat" cmpd="sng">
            <a:solidFill>
              <a:srgbClr val="00BCEB"/>
            </a:solidFill>
            <a:prstDash val="solid"/>
            <a:round/>
            <a:headEnd type="none" w="med" len="med"/>
            <a:tailEnd type="none" w="med" len="med"/>
          </a:ln>
        </p:spPr>
      </p:cxnSp>
      <p:pic>
        <p:nvPicPr>
          <p:cNvPr id="178" name="Google Shape;178;p34"/>
          <p:cNvPicPr preferRelativeResize="0"/>
          <p:nvPr/>
        </p:nvPicPr>
        <p:blipFill rotWithShape="1">
          <a:blip r:embed="rId3">
            <a:alphaModFix/>
          </a:blip>
          <a:srcRect/>
          <a:stretch/>
        </p:blipFill>
        <p:spPr>
          <a:xfrm>
            <a:off x="7664208" y="3768425"/>
            <a:ext cx="1327400" cy="12988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5"/>
          <p:cNvSpPr txBox="1">
            <a:spLocks noGrp="1"/>
          </p:cNvSpPr>
          <p:nvPr>
            <p:ph type="body" idx="1"/>
          </p:nvPr>
        </p:nvSpPr>
        <p:spPr>
          <a:xfrm>
            <a:off x="295625" y="1506550"/>
            <a:ext cx="5001300" cy="31203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Clr>
                <a:schemeClr val="dk1"/>
              </a:buClr>
              <a:buSzPts val="1800"/>
              <a:buChar char="●"/>
            </a:pPr>
            <a:r>
              <a:rPr lang="en" sz="1800" dirty="0">
                <a:solidFill>
                  <a:schemeClr val="dk1"/>
                </a:solidFill>
                <a:highlight>
                  <a:srgbClr val="FFFFFF"/>
                </a:highlight>
              </a:rPr>
              <a:t>With age comes the increased need for medicine. </a:t>
            </a:r>
            <a:endParaRPr sz="1800" dirty="0">
              <a:solidFill>
                <a:schemeClr val="dk1"/>
              </a:solidFill>
              <a:highlight>
                <a:srgbClr val="FFFFFF"/>
              </a:highlight>
            </a:endParaRPr>
          </a:p>
          <a:p>
            <a:pPr marL="457200" lvl="0" indent="-342900" algn="l" rtl="0">
              <a:spcBef>
                <a:spcPts val="0"/>
              </a:spcBef>
              <a:spcAft>
                <a:spcPts val="0"/>
              </a:spcAft>
              <a:buClr>
                <a:schemeClr val="dk1"/>
              </a:buClr>
              <a:buSzPts val="1800"/>
              <a:buChar char="●"/>
            </a:pPr>
            <a:r>
              <a:rPr lang="en" sz="1800" dirty="0">
                <a:solidFill>
                  <a:schemeClr val="dk1"/>
                </a:solidFill>
                <a:highlight>
                  <a:srgbClr val="FFFFFF"/>
                </a:highlight>
              </a:rPr>
              <a:t>Elderly grow weary and forgetful of consuming pills (e.g. </a:t>
            </a:r>
            <a:r>
              <a:rPr lang="en-US" sz="1800" dirty="0">
                <a:solidFill>
                  <a:schemeClr val="dk1"/>
                </a:solidFill>
                <a:highlight>
                  <a:srgbClr val="FFFFFF"/>
                </a:highlight>
              </a:rPr>
              <a:t>Alzheimer's</a:t>
            </a:r>
            <a:r>
              <a:rPr lang="en" sz="1800" dirty="0">
                <a:solidFill>
                  <a:schemeClr val="dk1"/>
                </a:solidFill>
                <a:highlight>
                  <a:srgbClr val="FFFFFF"/>
                </a:highlight>
              </a:rPr>
              <a:t> disease)</a:t>
            </a:r>
          </a:p>
          <a:p>
            <a:pPr marL="457200" lvl="0" indent="-342900" algn="l" rtl="0">
              <a:spcBef>
                <a:spcPts val="0"/>
              </a:spcBef>
              <a:spcAft>
                <a:spcPts val="0"/>
              </a:spcAft>
              <a:buClr>
                <a:schemeClr val="dk1"/>
              </a:buClr>
              <a:buSzPts val="1800"/>
              <a:buChar char="●"/>
            </a:pPr>
            <a:r>
              <a:rPr lang="en" sz="1800" dirty="0">
                <a:solidFill>
                  <a:schemeClr val="dk1"/>
                </a:solidFill>
              </a:rPr>
              <a:t>Health issues including blurred vision and impaired hearing can disrupt communication between patients and care team.</a:t>
            </a:r>
            <a:endParaRPr sz="1800" dirty="0">
              <a:solidFill>
                <a:schemeClr val="dk1"/>
              </a:solidFill>
            </a:endParaRPr>
          </a:p>
          <a:p>
            <a:pPr marL="457200" lvl="0" indent="0" algn="l" rtl="0">
              <a:spcBef>
                <a:spcPts val="0"/>
              </a:spcBef>
              <a:spcAft>
                <a:spcPts val="0"/>
              </a:spcAft>
              <a:buNone/>
            </a:pPr>
            <a:endParaRPr sz="1800" dirty="0">
              <a:solidFill>
                <a:schemeClr val="dk1"/>
              </a:solidFill>
            </a:endParaRPr>
          </a:p>
        </p:txBody>
      </p:sp>
      <p:pic>
        <p:nvPicPr>
          <p:cNvPr id="184" name="Google Shape;184;p35"/>
          <p:cNvPicPr preferRelativeResize="0"/>
          <p:nvPr/>
        </p:nvPicPr>
        <p:blipFill rotWithShape="1">
          <a:blip r:embed="rId3">
            <a:alphaModFix/>
          </a:blip>
          <a:srcRect l="47112"/>
          <a:stretch/>
        </p:blipFill>
        <p:spPr>
          <a:xfrm>
            <a:off x="5577275" y="1442375"/>
            <a:ext cx="3153475" cy="2981325"/>
          </a:xfrm>
          <a:prstGeom prst="rect">
            <a:avLst/>
          </a:prstGeom>
          <a:noFill/>
          <a:ln>
            <a:noFill/>
          </a:ln>
        </p:spPr>
      </p:pic>
      <p:sp>
        <p:nvSpPr>
          <p:cNvPr id="185" name="Google Shape;185;p35"/>
          <p:cNvSpPr txBox="1"/>
          <p:nvPr/>
        </p:nvSpPr>
        <p:spPr>
          <a:xfrm>
            <a:off x="295625" y="214175"/>
            <a:ext cx="84279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t>Geriatric Consumer’s </a:t>
            </a:r>
            <a:endParaRPr sz="2400" dirty="0"/>
          </a:p>
          <a:p>
            <a:pPr marL="0" lvl="0" indent="0" algn="ctr" rtl="0">
              <a:spcBef>
                <a:spcPts val="0"/>
              </a:spcBef>
              <a:spcAft>
                <a:spcPts val="0"/>
              </a:spcAft>
              <a:buNone/>
            </a:pPr>
            <a:r>
              <a:rPr lang="en" sz="2400"/>
              <a:t>Challenges With Medication Management</a:t>
            </a:r>
            <a:endParaRPr sz="2400" dirty="0"/>
          </a:p>
        </p:txBody>
      </p:sp>
      <p:cxnSp>
        <p:nvCxnSpPr>
          <p:cNvPr id="186" name="Google Shape;186;p35"/>
          <p:cNvCxnSpPr/>
          <p:nvPr/>
        </p:nvCxnSpPr>
        <p:spPr>
          <a:xfrm rot="10800000" flipH="1">
            <a:off x="997650" y="1191700"/>
            <a:ext cx="7148700" cy="20100"/>
          </a:xfrm>
          <a:prstGeom prst="straightConnector1">
            <a:avLst/>
          </a:prstGeom>
          <a:noFill/>
          <a:ln w="76200" cap="flat" cmpd="sng">
            <a:solidFill>
              <a:srgbClr val="00BCEB"/>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265500" y="450425"/>
            <a:ext cx="4045200" cy="1482300"/>
          </a:xfrm>
          <a:prstGeom prst="rect">
            <a:avLst/>
          </a:prstGeom>
        </p:spPr>
        <p:txBody>
          <a:bodyPr spcFirstLastPara="1" wrap="square" lIns="91400" tIns="45700" rIns="91400" bIns="45700" anchor="b" anchorCtr="0">
            <a:noAutofit/>
          </a:bodyPr>
          <a:lstStyle/>
          <a:p>
            <a:pPr marL="0" lvl="0" indent="0" algn="ctr" rtl="0">
              <a:spcBef>
                <a:spcPts val="0"/>
              </a:spcBef>
              <a:spcAft>
                <a:spcPts val="0"/>
              </a:spcAft>
              <a:buNone/>
            </a:pPr>
            <a:r>
              <a:rPr lang="en"/>
              <a:t>Statistics</a:t>
            </a:r>
            <a:endParaRPr dirty="0"/>
          </a:p>
        </p:txBody>
      </p:sp>
      <p:sp>
        <p:nvSpPr>
          <p:cNvPr id="192" name="Google Shape;192;p36"/>
          <p:cNvSpPr txBox="1">
            <a:spLocks noGrp="1"/>
          </p:cNvSpPr>
          <p:nvPr>
            <p:ph type="body" idx="2"/>
          </p:nvPr>
        </p:nvSpPr>
        <p:spPr>
          <a:xfrm>
            <a:off x="4930874" y="928645"/>
            <a:ext cx="3837000" cy="148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Over         of elderly are non-compliant with their prescription drug orders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grpSp>
        <p:nvGrpSpPr>
          <p:cNvPr id="193" name="Google Shape;193;p36"/>
          <p:cNvGrpSpPr/>
          <p:nvPr/>
        </p:nvGrpSpPr>
        <p:grpSpPr>
          <a:xfrm>
            <a:off x="765575" y="2229168"/>
            <a:ext cx="3045050" cy="1568600"/>
            <a:chOff x="4705" y="1353"/>
            <a:chExt cx="769" cy="415"/>
          </a:xfrm>
        </p:grpSpPr>
        <p:sp>
          <p:nvSpPr>
            <p:cNvPr id="194" name="Google Shape;194;p36"/>
            <p:cNvSpPr/>
            <p:nvPr/>
          </p:nvSpPr>
          <p:spPr>
            <a:xfrm>
              <a:off x="4705" y="1713"/>
              <a:ext cx="683" cy="27"/>
            </a:xfrm>
            <a:custGeom>
              <a:avLst/>
              <a:gdLst/>
              <a:ahLst/>
              <a:cxnLst/>
              <a:rect l="l" t="t" r="r" b="b"/>
              <a:pathLst>
                <a:path w="825" h="34" extrusionOk="0">
                  <a:moveTo>
                    <a:pt x="808" y="34"/>
                  </a:moveTo>
                  <a:cubicBezTo>
                    <a:pt x="18" y="34"/>
                    <a:pt x="18" y="34"/>
                    <a:pt x="18" y="34"/>
                  </a:cubicBezTo>
                  <a:cubicBezTo>
                    <a:pt x="8" y="34"/>
                    <a:pt x="0" y="26"/>
                    <a:pt x="0" y="17"/>
                  </a:cubicBezTo>
                  <a:cubicBezTo>
                    <a:pt x="0" y="8"/>
                    <a:pt x="8" y="0"/>
                    <a:pt x="18" y="0"/>
                  </a:cubicBezTo>
                  <a:cubicBezTo>
                    <a:pt x="808" y="0"/>
                    <a:pt x="808" y="0"/>
                    <a:pt x="808" y="0"/>
                  </a:cubicBezTo>
                  <a:cubicBezTo>
                    <a:pt x="817" y="0"/>
                    <a:pt x="825" y="8"/>
                    <a:pt x="825" y="17"/>
                  </a:cubicBezTo>
                  <a:cubicBezTo>
                    <a:pt x="825" y="26"/>
                    <a:pt x="817" y="34"/>
                    <a:pt x="808" y="34"/>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95" name="Google Shape;195;p36"/>
            <p:cNvSpPr/>
            <p:nvPr/>
          </p:nvSpPr>
          <p:spPr>
            <a:xfrm>
              <a:off x="4762" y="1353"/>
              <a:ext cx="568" cy="333"/>
            </a:xfrm>
            <a:custGeom>
              <a:avLst/>
              <a:gdLst/>
              <a:ahLst/>
              <a:cxnLst/>
              <a:rect l="l" t="t" r="r" b="b"/>
              <a:pathLst>
                <a:path w="687" h="412" extrusionOk="0">
                  <a:moveTo>
                    <a:pt x="649" y="37"/>
                  </a:moveTo>
                  <a:cubicBezTo>
                    <a:pt x="649" y="374"/>
                    <a:pt x="649" y="374"/>
                    <a:pt x="649" y="374"/>
                  </a:cubicBezTo>
                  <a:cubicBezTo>
                    <a:pt x="38" y="374"/>
                    <a:pt x="38" y="374"/>
                    <a:pt x="38" y="374"/>
                  </a:cubicBezTo>
                  <a:cubicBezTo>
                    <a:pt x="38" y="37"/>
                    <a:pt x="38" y="37"/>
                    <a:pt x="38" y="37"/>
                  </a:cubicBezTo>
                  <a:cubicBezTo>
                    <a:pt x="649" y="37"/>
                    <a:pt x="649" y="37"/>
                    <a:pt x="649" y="37"/>
                  </a:cubicBezTo>
                  <a:moveTo>
                    <a:pt x="653" y="0"/>
                  </a:moveTo>
                  <a:cubicBezTo>
                    <a:pt x="34" y="0"/>
                    <a:pt x="34" y="0"/>
                    <a:pt x="34" y="0"/>
                  </a:cubicBezTo>
                  <a:cubicBezTo>
                    <a:pt x="16" y="0"/>
                    <a:pt x="0" y="15"/>
                    <a:pt x="0" y="34"/>
                  </a:cubicBezTo>
                  <a:cubicBezTo>
                    <a:pt x="0" y="378"/>
                    <a:pt x="0" y="378"/>
                    <a:pt x="0" y="378"/>
                  </a:cubicBezTo>
                  <a:cubicBezTo>
                    <a:pt x="0" y="397"/>
                    <a:pt x="16" y="412"/>
                    <a:pt x="34" y="412"/>
                  </a:cubicBezTo>
                  <a:cubicBezTo>
                    <a:pt x="653" y="412"/>
                    <a:pt x="653" y="412"/>
                    <a:pt x="653" y="412"/>
                  </a:cubicBezTo>
                  <a:cubicBezTo>
                    <a:pt x="672" y="412"/>
                    <a:pt x="687" y="397"/>
                    <a:pt x="687" y="378"/>
                  </a:cubicBezTo>
                  <a:cubicBezTo>
                    <a:pt x="687" y="34"/>
                    <a:pt x="687" y="34"/>
                    <a:pt x="687" y="34"/>
                  </a:cubicBezTo>
                  <a:cubicBezTo>
                    <a:pt x="687" y="15"/>
                    <a:pt x="672" y="0"/>
                    <a:pt x="653" y="0"/>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96" name="Google Shape;196;p36"/>
            <p:cNvSpPr/>
            <p:nvPr/>
          </p:nvSpPr>
          <p:spPr>
            <a:xfrm>
              <a:off x="4858" y="1528"/>
              <a:ext cx="82" cy="109"/>
            </a:xfrm>
            <a:custGeom>
              <a:avLst/>
              <a:gdLst/>
              <a:ahLst/>
              <a:cxnLst/>
              <a:rect l="l" t="t" r="r" b="b"/>
              <a:pathLst>
                <a:path w="100" h="134" extrusionOk="0">
                  <a:moveTo>
                    <a:pt x="0" y="17"/>
                  </a:moveTo>
                  <a:cubicBezTo>
                    <a:pt x="0" y="8"/>
                    <a:pt x="7" y="0"/>
                    <a:pt x="16" y="0"/>
                  </a:cubicBezTo>
                  <a:cubicBezTo>
                    <a:pt x="83" y="0"/>
                    <a:pt x="83" y="0"/>
                    <a:pt x="83" y="0"/>
                  </a:cubicBezTo>
                  <a:cubicBezTo>
                    <a:pt x="92" y="0"/>
                    <a:pt x="100" y="8"/>
                    <a:pt x="100" y="17"/>
                  </a:cubicBezTo>
                  <a:cubicBezTo>
                    <a:pt x="100" y="117"/>
                    <a:pt x="100" y="117"/>
                    <a:pt x="100" y="117"/>
                  </a:cubicBezTo>
                  <a:cubicBezTo>
                    <a:pt x="100" y="126"/>
                    <a:pt x="92" y="134"/>
                    <a:pt x="83" y="134"/>
                  </a:cubicBezTo>
                  <a:cubicBezTo>
                    <a:pt x="16" y="134"/>
                    <a:pt x="16" y="134"/>
                    <a:pt x="16" y="134"/>
                  </a:cubicBezTo>
                  <a:cubicBezTo>
                    <a:pt x="7" y="134"/>
                    <a:pt x="0" y="126"/>
                    <a:pt x="0" y="117"/>
                  </a:cubicBezTo>
                  <a:lnTo>
                    <a:pt x="0" y="17"/>
                  </a:lnTo>
                  <a:close/>
                </a:path>
              </a:pathLst>
            </a:custGeom>
            <a:solidFill>
              <a:srgbClr val="E324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97" name="Google Shape;197;p36"/>
            <p:cNvSpPr/>
            <p:nvPr/>
          </p:nvSpPr>
          <p:spPr>
            <a:xfrm>
              <a:off x="4955" y="1483"/>
              <a:ext cx="83" cy="154"/>
            </a:xfrm>
            <a:custGeom>
              <a:avLst/>
              <a:gdLst/>
              <a:ahLst/>
              <a:cxnLst/>
              <a:rect l="l" t="t" r="r" b="b"/>
              <a:pathLst>
                <a:path w="100" h="190" extrusionOk="0">
                  <a:moveTo>
                    <a:pt x="0" y="17"/>
                  </a:moveTo>
                  <a:cubicBezTo>
                    <a:pt x="0" y="8"/>
                    <a:pt x="8" y="0"/>
                    <a:pt x="17" y="0"/>
                  </a:cubicBezTo>
                  <a:cubicBezTo>
                    <a:pt x="84" y="0"/>
                    <a:pt x="84" y="0"/>
                    <a:pt x="84" y="0"/>
                  </a:cubicBezTo>
                  <a:cubicBezTo>
                    <a:pt x="93" y="0"/>
                    <a:pt x="100" y="8"/>
                    <a:pt x="100" y="17"/>
                  </a:cubicBezTo>
                  <a:cubicBezTo>
                    <a:pt x="100" y="173"/>
                    <a:pt x="100" y="173"/>
                    <a:pt x="100" y="173"/>
                  </a:cubicBezTo>
                  <a:cubicBezTo>
                    <a:pt x="100" y="182"/>
                    <a:pt x="93" y="190"/>
                    <a:pt x="84" y="190"/>
                  </a:cubicBezTo>
                  <a:cubicBezTo>
                    <a:pt x="17" y="190"/>
                    <a:pt x="17" y="190"/>
                    <a:pt x="17" y="190"/>
                  </a:cubicBezTo>
                  <a:cubicBezTo>
                    <a:pt x="8" y="190"/>
                    <a:pt x="0" y="182"/>
                    <a:pt x="0" y="173"/>
                  </a:cubicBezTo>
                  <a:lnTo>
                    <a:pt x="0" y="17"/>
                  </a:lnTo>
                  <a:close/>
                </a:path>
              </a:pathLst>
            </a:custGeom>
            <a:solidFill>
              <a:srgbClr val="74BF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98" name="Google Shape;198;p36"/>
            <p:cNvSpPr/>
            <p:nvPr/>
          </p:nvSpPr>
          <p:spPr>
            <a:xfrm>
              <a:off x="5054" y="1411"/>
              <a:ext cx="82" cy="226"/>
            </a:xfrm>
            <a:custGeom>
              <a:avLst/>
              <a:gdLst/>
              <a:ahLst/>
              <a:cxnLst/>
              <a:rect l="l" t="t" r="r" b="b"/>
              <a:pathLst>
                <a:path w="100" h="279" extrusionOk="0">
                  <a:moveTo>
                    <a:pt x="0" y="17"/>
                  </a:moveTo>
                  <a:cubicBezTo>
                    <a:pt x="0" y="8"/>
                    <a:pt x="7" y="0"/>
                    <a:pt x="17" y="0"/>
                  </a:cubicBezTo>
                  <a:cubicBezTo>
                    <a:pt x="83" y="0"/>
                    <a:pt x="83" y="0"/>
                    <a:pt x="83" y="0"/>
                  </a:cubicBezTo>
                  <a:cubicBezTo>
                    <a:pt x="93" y="0"/>
                    <a:pt x="100" y="8"/>
                    <a:pt x="100" y="17"/>
                  </a:cubicBezTo>
                  <a:cubicBezTo>
                    <a:pt x="100" y="262"/>
                    <a:pt x="100" y="262"/>
                    <a:pt x="100" y="262"/>
                  </a:cubicBezTo>
                  <a:cubicBezTo>
                    <a:pt x="100" y="271"/>
                    <a:pt x="93" y="279"/>
                    <a:pt x="83" y="279"/>
                  </a:cubicBezTo>
                  <a:cubicBezTo>
                    <a:pt x="17" y="279"/>
                    <a:pt x="17" y="279"/>
                    <a:pt x="17" y="279"/>
                  </a:cubicBezTo>
                  <a:cubicBezTo>
                    <a:pt x="7" y="279"/>
                    <a:pt x="0" y="271"/>
                    <a:pt x="0" y="262"/>
                  </a:cubicBezTo>
                  <a:lnTo>
                    <a:pt x="0" y="17"/>
                  </a:lnTo>
                  <a:close/>
                </a:path>
              </a:pathLst>
            </a:custGeom>
            <a:solidFill>
              <a:srgbClr val="FBAB2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199" name="Google Shape;199;p36"/>
            <p:cNvSpPr/>
            <p:nvPr/>
          </p:nvSpPr>
          <p:spPr>
            <a:xfrm>
              <a:off x="5152" y="1448"/>
              <a:ext cx="83" cy="189"/>
            </a:xfrm>
            <a:custGeom>
              <a:avLst/>
              <a:gdLst/>
              <a:ahLst/>
              <a:cxnLst/>
              <a:rect l="l" t="t" r="r" b="b"/>
              <a:pathLst>
                <a:path w="100" h="234" extrusionOk="0">
                  <a:moveTo>
                    <a:pt x="0" y="17"/>
                  </a:moveTo>
                  <a:cubicBezTo>
                    <a:pt x="0" y="7"/>
                    <a:pt x="7" y="0"/>
                    <a:pt x="16" y="0"/>
                  </a:cubicBezTo>
                  <a:cubicBezTo>
                    <a:pt x="83" y="0"/>
                    <a:pt x="83" y="0"/>
                    <a:pt x="83" y="0"/>
                  </a:cubicBezTo>
                  <a:cubicBezTo>
                    <a:pt x="92" y="0"/>
                    <a:pt x="100" y="7"/>
                    <a:pt x="100" y="17"/>
                  </a:cubicBezTo>
                  <a:cubicBezTo>
                    <a:pt x="100" y="217"/>
                    <a:pt x="100" y="217"/>
                    <a:pt x="100" y="217"/>
                  </a:cubicBezTo>
                  <a:cubicBezTo>
                    <a:pt x="100" y="226"/>
                    <a:pt x="92" y="234"/>
                    <a:pt x="83" y="234"/>
                  </a:cubicBezTo>
                  <a:cubicBezTo>
                    <a:pt x="16" y="234"/>
                    <a:pt x="16" y="234"/>
                    <a:pt x="16" y="234"/>
                  </a:cubicBezTo>
                  <a:cubicBezTo>
                    <a:pt x="7" y="234"/>
                    <a:pt x="0" y="226"/>
                    <a:pt x="0" y="217"/>
                  </a:cubicBezTo>
                  <a:cubicBezTo>
                    <a:pt x="0" y="17"/>
                    <a:pt x="0" y="17"/>
                    <a:pt x="0" y="17"/>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0" name="Google Shape;200;p36"/>
            <p:cNvSpPr/>
            <p:nvPr/>
          </p:nvSpPr>
          <p:spPr>
            <a:xfrm>
              <a:off x="5155" y="1637"/>
              <a:ext cx="195" cy="131"/>
            </a:xfrm>
            <a:custGeom>
              <a:avLst/>
              <a:gdLst/>
              <a:ahLst/>
              <a:cxnLst/>
              <a:rect l="l" t="t" r="r" b="b"/>
              <a:pathLst>
                <a:path w="195" h="131" extrusionOk="0">
                  <a:moveTo>
                    <a:pt x="19" y="103"/>
                  </a:moveTo>
                  <a:lnTo>
                    <a:pt x="0" y="103"/>
                  </a:lnTo>
                  <a:lnTo>
                    <a:pt x="0" y="131"/>
                  </a:lnTo>
                  <a:lnTo>
                    <a:pt x="195" y="131"/>
                  </a:lnTo>
                  <a:lnTo>
                    <a:pt x="19" y="131"/>
                  </a:lnTo>
                  <a:lnTo>
                    <a:pt x="19" y="103"/>
                  </a:lnTo>
                  <a:moveTo>
                    <a:pt x="19" y="49"/>
                  </a:moveTo>
                  <a:lnTo>
                    <a:pt x="0" y="49"/>
                  </a:lnTo>
                  <a:lnTo>
                    <a:pt x="0" y="76"/>
                  </a:lnTo>
                  <a:lnTo>
                    <a:pt x="19" y="76"/>
                  </a:lnTo>
                  <a:lnTo>
                    <a:pt x="19" y="49"/>
                  </a:lnTo>
                  <a:moveTo>
                    <a:pt x="19" y="0"/>
                  </a:moveTo>
                  <a:lnTo>
                    <a:pt x="0" y="0"/>
                  </a:lnTo>
                  <a:lnTo>
                    <a:pt x="0" y="18"/>
                  </a:lnTo>
                  <a:lnTo>
                    <a:pt x="19" y="18"/>
                  </a:lnTo>
                  <a:lnTo>
                    <a:pt x="19" y="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1" name="Google Shape;201;p36"/>
            <p:cNvSpPr/>
            <p:nvPr/>
          </p:nvSpPr>
          <p:spPr>
            <a:xfrm>
              <a:off x="5155" y="1713"/>
              <a:ext cx="0" cy="0"/>
            </a:xfrm>
            <a:prstGeom prst="rect">
              <a:avLst/>
            </a:pr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2" name="Google Shape;202;p36"/>
            <p:cNvSpPr/>
            <p:nvPr/>
          </p:nvSpPr>
          <p:spPr>
            <a:xfrm>
              <a:off x="5155" y="1713"/>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3" name="Google Shape;203;p36"/>
            <p:cNvSpPr/>
            <p:nvPr/>
          </p:nvSpPr>
          <p:spPr>
            <a:xfrm>
              <a:off x="5155" y="1655"/>
              <a:ext cx="0" cy="0"/>
            </a:xfrm>
            <a:prstGeom prst="rect">
              <a:avLst/>
            </a:pr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4" name="Google Shape;204;p36"/>
            <p:cNvSpPr/>
            <p:nvPr/>
          </p:nvSpPr>
          <p:spPr>
            <a:xfrm>
              <a:off x="5155" y="1655"/>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5" name="Google Shape;205;p36"/>
            <p:cNvSpPr/>
            <p:nvPr/>
          </p:nvSpPr>
          <p:spPr>
            <a:xfrm>
              <a:off x="5155" y="1632"/>
              <a:ext cx="19" cy="5"/>
            </a:xfrm>
            <a:custGeom>
              <a:avLst/>
              <a:gdLst/>
              <a:ahLst/>
              <a:cxnLst/>
              <a:rect l="l" t="t" r="r" b="b"/>
              <a:pathLst>
                <a:path w="22" h="6" extrusionOk="0">
                  <a:moveTo>
                    <a:pt x="0" y="0"/>
                  </a:moveTo>
                  <a:cubicBezTo>
                    <a:pt x="0" y="6"/>
                    <a:pt x="0" y="6"/>
                    <a:pt x="0" y="6"/>
                  </a:cubicBezTo>
                  <a:cubicBezTo>
                    <a:pt x="22" y="6"/>
                    <a:pt x="22" y="6"/>
                    <a:pt x="22" y="6"/>
                  </a:cubicBezTo>
                  <a:cubicBezTo>
                    <a:pt x="12" y="6"/>
                    <a:pt x="12" y="6"/>
                    <a:pt x="12" y="6"/>
                  </a:cubicBezTo>
                  <a:cubicBezTo>
                    <a:pt x="8" y="6"/>
                    <a:pt x="3" y="4"/>
                    <a:pt x="0" y="0"/>
                  </a:cubicBezTo>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6" name="Google Shape;206;p36"/>
            <p:cNvSpPr/>
            <p:nvPr/>
          </p:nvSpPr>
          <p:spPr>
            <a:xfrm>
              <a:off x="5155" y="1577"/>
              <a:ext cx="19" cy="60"/>
            </a:xfrm>
            <a:custGeom>
              <a:avLst/>
              <a:gdLst/>
              <a:ahLst/>
              <a:cxnLst/>
              <a:rect l="l" t="t" r="r" b="b"/>
              <a:pathLst>
                <a:path w="22" h="74" extrusionOk="0">
                  <a:moveTo>
                    <a:pt x="22" y="0"/>
                  </a:moveTo>
                  <a:cubicBezTo>
                    <a:pt x="0" y="0"/>
                    <a:pt x="0" y="0"/>
                    <a:pt x="0" y="0"/>
                  </a:cubicBezTo>
                  <a:cubicBezTo>
                    <a:pt x="0" y="68"/>
                    <a:pt x="0" y="68"/>
                    <a:pt x="0" y="68"/>
                  </a:cubicBezTo>
                  <a:cubicBezTo>
                    <a:pt x="3" y="72"/>
                    <a:pt x="8" y="74"/>
                    <a:pt x="12" y="74"/>
                  </a:cubicBezTo>
                  <a:cubicBezTo>
                    <a:pt x="22" y="74"/>
                    <a:pt x="22" y="74"/>
                    <a:pt x="22" y="74"/>
                  </a:cubicBezTo>
                  <a:cubicBezTo>
                    <a:pt x="22" y="0"/>
                    <a:pt x="22" y="0"/>
                    <a:pt x="22" y="0"/>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7" name="Google Shape;207;p36"/>
            <p:cNvSpPr/>
            <p:nvPr/>
          </p:nvSpPr>
          <p:spPr>
            <a:xfrm>
              <a:off x="5350" y="1713"/>
              <a:ext cx="0" cy="0"/>
            </a:xfrm>
            <a:prstGeom prst="rect">
              <a:avLst/>
            </a:pr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8" name="Google Shape;208;p36"/>
            <p:cNvSpPr/>
            <p:nvPr/>
          </p:nvSpPr>
          <p:spPr>
            <a:xfrm>
              <a:off x="5350" y="1713"/>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09" name="Google Shape;209;p36"/>
            <p:cNvSpPr/>
            <p:nvPr/>
          </p:nvSpPr>
          <p:spPr>
            <a:xfrm>
              <a:off x="5174" y="1713"/>
              <a:ext cx="300" cy="0"/>
            </a:xfrm>
            <a:prstGeom prst="rect">
              <a:avLst/>
            </a:pr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0" name="Google Shape;210;p36"/>
            <p:cNvSpPr/>
            <p:nvPr/>
          </p:nvSpPr>
          <p:spPr>
            <a:xfrm>
              <a:off x="5174" y="1713"/>
              <a:ext cx="30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1" name="Google Shape;211;p36"/>
            <p:cNvSpPr/>
            <p:nvPr/>
          </p:nvSpPr>
          <p:spPr>
            <a:xfrm>
              <a:off x="5174" y="1577"/>
              <a:ext cx="156" cy="109"/>
            </a:xfrm>
            <a:custGeom>
              <a:avLst/>
              <a:gdLst/>
              <a:ahLst/>
              <a:cxnLst/>
              <a:rect l="l" t="t" r="r" b="b"/>
              <a:pathLst>
                <a:path w="189" h="135" extrusionOk="0">
                  <a:moveTo>
                    <a:pt x="189" y="0"/>
                  </a:moveTo>
                  <a:cubicBezTo>
                    <a:pt x="151" y="0"/>
                    <a:pt x="151" y="0"/>
                    <a:pt x="151" y="0"/>
                  </a:cubicBezTo>
                  <a:cubicBezTo>
                    <a:pt x="151" y="97"/>
                    <a:pt x="151" y="97"/>
                    <a:pt x="151" y="97"/>
                  </a:cubicBezTo>
                  <a:cubicBezTo>
                    <a:pt x="0" y="97"/>
                    <a:pt x="0" y="97"/>
                    <a:pt x="0" y="97"/>
                  </a:cubicBezTo>
                  <a:cubicBezTo>
                    <a:pt x="0" y="135"/>
                    <a:pt x="0" y="135"/>
                    <a:pt x="0" y="135"/>
                  </a:cubicBezTo>
                  <a:cubicBezTo>
                    <a:pt x="155" y="135"/>
                    <a:pt x="155" y="135"/>
                    <a:pt x="155" y="135"/>
                  </a:cubicBezTo>
                  <a:cubicBezTo>
                    <a:pt x="174" y="135"/>
                    <a:pt x="189" y="120"/>
                    <a:pt x="189" y="101"/>
                  </a:cubicBezTo>
                  <a:cubicBezTo>
                    <a:pt x="189" y="0"/>
                    <a:pt x="189" y="0"/>
                    <a:pt x="189" y="0"/>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2" name="Google Shape;212;p36"/>
            <p:cNvSpPr/>
            <p:nvPr/>
          </p:nvSpPr>
          <p:spPr>
            <a:xfrm>
              <a:off x="5174" y="1623"/>
              <a:ext cx="61" cy="14"/>
            </a:xfrm>
            <a:custGeom>
              <a:avLst/>
              <a:gdLst/>
              <a:ahLst/>
              <a:cxnLst/>
              <a:rect l="l" t="t" r="r" b="b"/>
              <a:pathLst>
                <a:path w="74" h="17" extrusionOk="0">
                  <a:moveTo>
                    <a:pt x="74" y="0"/>
                  </a:moveTo>
                  <a:cubicBezTo>
                    <a:pt x="74" y="9"/>
                    <a:pt x="66" y="17"/>
                    <a:pt x="57" y="17"/>
                  </a:cubicBezTo>
                  <a:cubicBezTo>
                    <a:pt x="0" y="17"/>
                    <a:pt x="0" y="17"/>
                    <a:pt x="0" y="17"/>
                  </a:cubicBezTo>
                  <a:cubicBezTo>
                    <a:pt x="74" y="17"/>
                    <a:pt x="74" y="17"/>
                    <a:pt x="74" y="17"/>
                  </a:cubicBezTo>
                  <a:cubicBezTo>
                    <a:pt x="74" y="0"/>
                    <a:pt x="74" y="0"/>
                    <a:pt x="74" y="0"/>
                  </a:cubicBezTo>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3" name="Google Shape;213;p36"/>
            <p:cNvSpPr/>
            <p:nvPr/>
          </p:nvSpPr>
          <p:spPr>
            <a:xfrm>
              <a:off x="5174" y="1577"/>
              <a:ext cx="61" cy="60"/>
            </a:xfrm>
            <a:custGeom>
              <a:avLst/>
              <a:gdLst/>
              <a:ahLst/>
              <a:cxnLst/>
              <a:rect l="l" t="t" r="r" b="b"/>
              <a:pathLst>
                <a:path w="74" h="74" extrusionOk="0">
                  <a:moveTo>
                    <a:pt x="74" y="0"/>
                  </a:moveTo>
                  <a:cubicBezTo>
                    <a:pt x="0" y="0"/>
                    <a:pt x="0" y="0"/>
                    <a:pt x="0" y="0"/>
                  </a:cubicBezTo>
                  <a:cubicBezTo>
                    <a:pt x="0" y="74"/>
                    <a:pt x="0" y="74"/>
                    <a:pt x="0" y="74"/>
                  </a:cubicBezTo>
                  <a:cubicBezTo>
                    <a:pt x="57" y="74"/>
                    <a:pt x="57" y="74"/>
                    <a:pt x="57" y="74"/>
                  </a:cubicBezTo>
                  <a:cubicBezTo>
                    <a:pt x="66" y="74"/>
                    <a:pt x="74" y="66"/>
                    <a:pt x="74" y="57"/>
                  </a:cubicBezTo>
                  <a:cubicBezTo>
                    <a:pt x="74" y="57"/>
                    <a:pt x="74" y="57"/>
                    <a:pt x="74" y="57"/>
                  </a:cubicBezTo>
                  <a:cubicBezTo>
                    <a:pt x="74" y="0"/>
                    <a:pt x="74" y="0"/>
                    <a:pt x="74" y="0"/>
                  </a:cubicBezTo>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4" name="Google Shape;214;p36"/>
            <p:cNvSpPr/>
            <p:nvPr/>
          </p:nvSpPr>
          <p:spPr>
            <a:xfrm>
              <a:off x="5254" y="1577"/>
              <a:ext cx="35" cy="191"/>
            </a:xfrm>
            <a:custGeom>
              <a:avLst/>
              <a:gdLst/>
              <a:ahLst/>
              <a:cxnLst/>
              <a:rect l="l" t="t" r="r" b="b"/>
              <a:pathLst>
                <a:path w="43" h="236" extrusionOk="0">
                  <a:moveTo>
                    <a:pt x="0" y="217"/>
                  </a:moveTo>
                  <a:cubicBezTo>
                    <a:pt x="0" y="24"/>
                    <a:pt x="0" y="24"/>
                    <a:pt x="0" y="24"/>
                  </a:cubicBezTo>
                  <a:cubicBezTo>
                    <a:pt x="0" y="9"/>
                    <a:pt x="9" y="0"/>
                    <a:pt x="19" y="0"/>
                  </a:cubicBezTo>
                  <a:cubicBezTo>
                    <a:pt x="34" y="0"/>
                    <a:pt x="43" y="9"/>
                    <a:pt x="43" y="24"/>
                  </a:cubicBezTo>
                  <a:cubicBezTo>
                    <a:pt x="43" y="217"/>
                    <a:pt x="43" y="217"/>
                    <a:pt x="43" y="217"/>
                  </a:cubicBezTo>
                  <a:cubicBezTo>
                    <a:pt x="43" y="226"/>
                    <a:pt x="34" y="236"/>
                    <a:pt x="19" y="236"/>
                  </a:cubicBezTo>
                  <a:cubicBezTo>
                    <a:pt x="9" y="236"/>
                    <a:pt x="0" y="226"/>
                    <a:pt x="0" y="217"/>
                  </a:cubicBezTo>
                  <a:close/>
                </a:path>
              </a:pathLst>
            </a:custGeom>
            <a:solidFill>
              <a:srgbClr val="1E447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5" name="Google Shape;215;p36"/>
            <p:cNvSpPr/>
            <p:nvPr/>
          </p:nvSpPr>
          <p:spPr>
            <a:xfrm>
              <a:off x="5174" y="1655"/>
              <a:ext cx="195" cy="35"/>
            </a:xfrm>
            <a:custGeom>
              <a:avLst/>
              <a:gdLst/>
              <a:ahLst/>
              <a:cxnLst/>
              <a:rect l="l" t="t" r="r" b="b"/>
              <a:pathLst>
                <a:path w="237" h="44" extrusionOk="0">
                  <a:moveTo>
                    <a:pt x="20" y="0"/>
                  </a:moveTo>
                  <a:cubicBezTo>
                    <a:pt x="212" y="0"/>
                    <a:pt x="212" y="0"/>
                    <a:pt x="212" y="0"/>
                  </a:cubicBezTo>
                  <a:cubicBezTo>
                    <a:pt x="227" y="0"/>
                    <a:pt x="237" y="10"/>
                    <a:pt x="237" y="24"/>
                  </a:cubicBezTo>
                  <a:cubicBezTo>
                    <a:pt x="237" y="34"/>
                    <a:pt x="227" y="44"/>
                    <a:pt x="212" y="44"/>
                  </a:cubicBezTo>
                  <a:cubicBezTo>
                    <a:pt x="20" y="44"/>
                    <a:pt x="20" y="44"/>
                    <a:pt x="20" y="44"/>
                  </a:cubicBezTo>
                  <a:cubicBezTo>
                    <a:pt x="10" y="44"/>
                    <a:pt x="0" y="34"/>
                    <a:pt x="0" y="24"/>
                  </a:cubicBezTo>
                  <a:cubicBezTo>
                    <a:pt x="0" y="10"/>
                    <a:pt x="10" y="0"/>
                    <a:pt x="20" y="0"/>
                  </a:cubicBezTo>
                  <a:close/>
                </a:path>
              </a:pathLst>
            </a:custGeom>
            <a:solidFill>
              <a:srgbClr val="1E447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6" name="Google Shape;216;p36"/>
            <p:cNvSpPr/>
            <p:nvPr/>
          </p:nvSpPr>
          <p:spPr>
            <a:xfrm>
              <a:off x="5188" y="1598"/>
              <a:ext cx="159" cy="155"/>
            </a:xfrm>
            <a:custGeom>
              <a:avLst/>
              <a:gdLst/>
              <a:ahLst/>
              <a:cxnLst/>
              <a:rect l="l" t="t" r="r" b="b"/>
              <a:pathLst>
                <a:path w="192" h="192" extrusionOk="0">
                  <a:moveTo>
                    <a:pt x="10" y="148"/>
                  </a:moveTo>
                  <a:cubicBezTo>
                    <a:pt x="148" y="10"/>
                    <a:pt x="148" y="10"/>
                    <a:pt x="148" y="10"/>
                  </a:cubicBezTo>
                  <a:cubicBezTo>
                    <a:pt x="158" y="0"/>
                    <a:pt x="173" y="0"/>
                    <a:pt x="182" y="10"/>
                  </a:cubicBezTo>
                  <a:cubicBezTo>
                    <a:pt x="192" y="20"/>
                    <a:pt x="192" y="34"/>
                    <a:pt x="182" y="44"/>
                  </a:cubicBezTo>
                  <a:cubicBezTo>
                    <a:pt x="44" y="182"/>
                    <a:pt x="44" y="182"/>
                    <a:pt x="44" y="182"/>
                  </a:cubicBezTo>
                  <a:cubicBezTo>
                    <a:pt x="34" y="192"/>
                    <a:pt x="20" y="192"/>
                    <a:pt x="10" y="182"/>
                  </a:cubicBezTo>
                  <a:cubicBezTo>
                    <a:pt x="0" y="173"/>
                    <a:pt x="0" y="158"/>
                    <a:pt x="10" y="148"/>
                  </a:cubicBezTo>
                  <a:close/>
                </a:path>
              </a:pathLst>
            </a:custGeom>
            <a:solidFill>
              <a:srgbClr val="1E447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7" name="Google Shape;217;p36"/>
            <p:cNvSpPr/>
            <p:nvPr/>
          </p:nvSpPr>
          <p:spPr>
            <a:xfrm>
              <a:off x="5188" y="1598"/>
              <a:ext cx="159" cy="155"/>
            </a:xfrm>
            <a:custGeom>
              <a:avLst/>
              <a:gdLst/>
              <a:ahLst/>
              <a:cxnLst/>
              <a:rect l="l" t="t" r="r" b="b"/>
              <a:pathLst>
                <a:path w="192" h="192" extrusionOk="0">
                  <a:moveTo>
                    <a:pt x="44" y="10"/>
                  </a:moveTo>
                  <a:cubicBezTo>
                    <a:pt x="182" y="148"/>
                    <a:pt x="182" y="148"/>
                    <a:pt x="182" y="148"/>
                  </a:cubicBezTo>
                  <a:cubicBezTo>
                    <a:pt x="192" y="158"/>
                    <a:pt x="192" y="173"/>
                    <a:pt x="182" y="182"/>
                  </a:cubicBezTo>
                  <a:cubicBezTo>
                    <a:pt x="173" y="192"/>
                    <a:pt x="158" y="192"/>
                    <a:pt x="148" y="182"/>
                  </a:cubicBezTo>
                  <a:cubicBezTo>
                    <a:pt x="10" y="44"/>
                    <a:pt x="10" y="44"/>
                    <a:pt x="10" y="44"/>
                  </a:cubicBezTo>
                  <a:cubicBezTo>
                    <a:pt x="0" y="34"/>
                    <a:pt x="0" y="20"/>
                    <a:pt x="10" y="10"/>
                  </a:cubicBezTo>
                  <a:cubicBezTo>
                    <a:pt x="20" y="0"/>
                    <a:pt x="34" y="0"/>
                    <a:pt x="44" y="10"/>
                  </a:cubicBezTo>
                  <a:close/>
                </a:path>
              </a:pathLst>
            </a:custGeom>
            <a:solidFill>
              <a:srgbClr val="1E447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8" name="Google Shape;218;p36"/>
            <p:cNvSpPr/>
            <p:nvPr/>
          </p:nvSpPr>
          <p:spPr>
            <a:xfrm>
              <a:off x="5239" y="1640"/>
              <a:ext cx="0" cy="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19" name="Google Shape;219;p36"/>
            <p:cNvSpPr/>
            <p:nvPr/>
          </p:nvSpPr>
          <p:spPr>
            <a:xfrm>
              <a:off x="5210" y="1619"/>
              <a:ext cx="116" cy="113"/>
            </a:xfrm>
            <a:custGeom>
              <a:avLst/>
              <a:gdLst/>
              <a:ahLst/>
              <a:cxnLst/>
              <a:rect l="l" t="t" r="r" b="b"/>
              <a:pathLst>
                <a:path w="140" h="140" extrusionOk="0">
                  <a:moveTo>
                    <a:pt x="70" y="0"/>
                  </a:moveTo>
                  <a:cubicBezTo>
                    <a:pt x="33" y="0"/>
                    <a:pt x="0" y="28"/>
                    <a:pt x="0" y="70"/>
                  </a:cubicBezTo>
                  <a:cubicBezTo>
                    <a:pt x="0" y="107"/>
                    <a:pt x="33" y="140"/>
                    <a:pt x="70" y="140"/>
                  </a:cubicBezTo>
                  <a:cubicBezTo>
                    <a:pt x="112" y="140"/>
                    <a:pt x="140" y="107"/>
                    <a:pt x="140" y="70"/>
                  </a:cubicBezTo>
                  <a:cubicBezTo>
                    <a:pt x="140" y="28"/>
                    <a:pt x="112" y="0"/>
                    <a:pt x="70" y="0"/>
                  </a:cubicBezTo>
                  <a:close/>
                  <a:moveTo>
                    <a:pt x="70" y="33"/>
                  </a:moveTo>
                  <a:cubicBezTo>
                    <a:pt x="93" y="33"/>
                    <a:pt x="107" y="47"/>
                    <a:pt x="107" y="70"/>
                  </a:cubicBezTo>
                  <a:cubicBezTo>
                    <a:pt x="107" y="89"/>
                    <a:pt x="93" y="103"/>
                    <a:pt x="70" y="103"/>
                  </a:cubicBezTo>
                  <a:cubicBezTo>
                    <a:pt x="51" y="103"/>
                    <a:pt x="37" y="89"/>
                    <a:pt x="37" y="70"/>
                  </a:cubicBezTo>
                  <a:cubicBezTo>
                    <a:pt x="37" y="47"/>
                    <a:pt x="51" y="33"/>
                    <a:pt x="70" y="33"/>
                  </a:cubicBezTo>
                </a:path>
              </a:pathLst>
            </a:custGeom>
            <a:solidFill>
              <a:srgbClr val="1E447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sp>
        <p:nvSpPr>
          <p:cNvPr id="220" name="Google Shape;220;p36"/>
          <p:cNvSpPr txBox="1"/>
          <p:nvPr/>
        </p:nvSpPr>
        <p:spPr>
          <a:xfrm>
            <a:off x="802475" y="305700"/>
            <a:ext cx="30450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chemeClr val="lt2"/>
                </a:solidFill>
              </a:rPr>
              <a:t>Statistics</a:t>
            </a:r>
            <a:endParaRPr sz="3000" dirty="0">
              <a:solidFill>
                <a:schemeClr val="lt2"/>
              </a:solidFill>
            </a:endParaRPr>
          </a:p>
        </p:txBody>
      </p:sp>
      <p:sp>
        <p:nvSpPr>
          <p:cNvPr id="3" name="TextBox 2">
            <a:extLst>
              <a:ext uri="{FF2B5EF4-FFF2-40B4-BE49-F238E27FC236}">
                <a16:creationId xmlns:a16="http://schemas.microsoft.com/office/drawing/2014/main" id="{6A82895F-C11A-4023-9F62-0F7FA7178BEB}"/>
              </a:ext>
            </a:extLst>
          </p:cNvPr>
          <p:cNvSpPr txBox="1"/>
          <p:nvPr/>
        </p:nvSpPr>
        <p:spPr>
          <a:xfrm>
            <a:off x="4939500" y="4443055"/>
            <a:ext cx="4347396" cy="646331"/>
          </a:xfrm>
          <a:prstGeom prst="rect">
            <a:avLst/>
          </a:prstGeom>
          <a:noFill/>
        </p:spPr>
        <p:txBody>
          <a:bodyPr wrap="square" rtlCol="0">
            <a:spAutoFit/>
          </a:bodyPr>
          <a:lstStyle/>
          <a:p>
            <a:r>
              <a:rPr lang="en" sz="600" dirty="0">
                <a:solidFill>
                  <a:schemeClr val="tx2">
                    <a:lumMod val="65000"/>
                  </a:schemeClr>
                </a:solidFill>
              </a:rPr>
              <a:t>¹ </a:t>
            </a:r>
            <a:r>
              <a:rPr lang="en-US" sz="600" dirty="0">
                <a:solidFill>
                  <a:schemeClr val="tx2">
                    <a:lumMod val="65000"/>
                  </a:schemeClr>
                </a:solidFill>
              </a:rPr>
              <a:t>https://www.agingcare.com/articles/medication-problems-elderly-people-have-146111.htm#:~:text=Fifty%2Dfive%20percent%20of%20the,due%20to%20adverse%20drug%20reactions.</a:t>
            </a:r>
            <a:endParaRPr lang="en" sz="600" dirty="0">
              <a:solidFill>
                <a:schemeClr val="tx2">
                  <a:lumMod val="65000"/>
                </a:schemeClr>
              </a:solidFill>
            </a:endParaRPr>
          </a:p>
          <a:p>
            <a:r>
              <a:rPr lang="en" sz="600" dirty="0">
                <a:solidFill>
                  <a:schemeClr val="tx2">
                    <a:lumMod val="65000"/>
                  </a:schemeClr>
                </a:solidFill>
              </a:rPr>
              <a:t>² Being blood thinners, diabetes agents, and opioids </a:t>
            </a:r>
          </a:p>
          <a:p>
            <a:r>
              <a:rPr lang="en" sz="600" dirty="0">
                <a:solidFill>
                  <a:schemeClr val="tx2">
                    <a:lumMod val="65000"/>
                  </a:schemeClr>
                </a:solidFill>
              </a:rPr>
              <a:t>³</a:t>
            </a:r>
            <a:r>
              <a:rPr lang="en-US" sz="600" dirty="0">
                <a:solidFill>
                  <a:schemeClr val="tx2">
                    <a:lumMod val="65000"/>
                  </a:schemeClr>
                </a:solidFill>
              </a:rPr>
              <a:t> https://www.agingcare.com/articles/senior-drug-overdose-</a:t>
            </a:r>
            <a:r>
              <a:rPr lang="en-US" sz="600" dirty="0" err="1">
                <a:solidFill>
                  <a:schemeClr val="tx2">
                    <a:lumMod val="65000"/>
                  </a:schemeClr>
                </a:solidFill>
              </a:rPr>
              <a:t>148701.htm</a:t>
            </a:r>
            <a:r>
              <a:rPr lang="en-US" sz="600" dirty="0">
                <a:solidFill>
                  <a:schemeClr val="tx2">
                    <a:lumMod val="65000"/>
                  </a:schemeClr>
                </a:solidFill>
              </a:rPr>
              <a:t> </a:t>
            </a:r>
          </a:p>
          <a:p>
            <a:r>
              <a:rPr lang="en" sz="600" dirty="0">
                <a:solidFill>
                  <a:schemeClr val="tx2">
                    <a:lumMod val="65000"/>
                  </a:schemeClr>
                </a:solidFill>
              </a:rPr>
              <a:t>⁴ </a:t>
            </a:r>
            <a:r>
              <a:rPr lang="en-US" sz="600" dirty="0">
                <a:solidFill>
                  <a:schemeClr val="tx2">
                    <a:lumMod val="65000"/>
                  </a:schemeClr>
                </a:solidFill>
              </a:rPr>
              <a:t>https://</a:t>
            </a:r>
            <a:r>
              <a:rPr lang="en-US" sz="600" dirty="0" err="1">
                <a:solidFill>
                  <a:schemeClr val="tx2">
                    <a:lumMod val="65000"/>
                  </a:schemeClr>
                </a:solidFill>
              </a:rPr>
              <a:t>www.aarp.org</a:t>
            </a:r>
            <a:r>
              <a:rPr lang="en-US" sz="600" dirty="0">
                <a:solidFill>
                  <a:schemeClr val="tx2">
                    <a:lumMod val="65000"/>
                  </a:schemeClr>
                </a:solidFill>
              </a:rPr>
              <a:t>/content/dam/</a:t>
            </a:r>
            <a:r>
              <a:rPr lang="en-US" sz="600" dirty="0" err="1">
                <a:solidFill>
                  <a:schemeClr val="tx2">
                    <a:lumMod val="65000"/>
                  </a:schemeClr>
                </a:solidFill>
              </a:rPr>
              <a:t>aarp</a:t>
            </a:r>
            <a:r>
              <a:rPr lang="en-US" sz="600" dirty="0">
                <a:solidFill>
                  <a:schemeClr val="tx2">
                    <a:lumMod val="65000"/>
                  </a:schemeClr>
                </a:solidFill>
              </a:rPr>
              <a:t>/</a:t>
            </a:r>
            <a:r>
              <a:rPr lang="en-US" sz="600" dirty="0" err="1">
                <a:solidFill>
                  <a:schemeClr val="tx2">
                    <a:lumMod val="65000"/>
                  </a:schemeClr>
                </a:solidFill>
              </a:rPr>
              <a:t>ppi</a:t>
            </a:r>
            <a:r>
              <a:rPr lang="en-US" sz="600" dirty="0">
                <a:solidFill>
                  <a:schemeClr val="tx2">
                    <a:lumMod val="65000"/>
                  </a:schemeClr>
                </a:solidFill>
              </a:rPr>
              <a:t>/2017/07/prescription-drug-abuse-among-older-</a:t>
            </a:r>
            <a:r>
              <a:rPr lang="en-US" sz="600" dirty="0" err="1">
                <a:solidFill>
                  <a:schemeClr val="tx2">
                    <a:lumMod val="65000"/>
                  </a:schemeClr>
                </a:solidFill>
              </a:rPr>
              <a:t>adults.pdf</a:t>
            </a:r>
            <a:endParaRPr lang="en-US" sz="600" dirty="0">
              <a:solidFill>
                <a:schemeClr val="tx2">
                  <a:lumMod val="65000"/>
                </a:schemeClr>
              </a:solidFill>
            </a:endParaRPr>
          </a:p>
          <a:p>
            <a:endParaRPr lang="en-US" sz="600" dirty="0">
              <a:solidFill>
                <a:schemeClr val="tx2">
                  <a:lumMod val="65000"/>
                </a:schemeClr>
              </a:solidFill>
            </a:endParaRPr>
          </a:p>
        </p:txBody>
      </p:sp>
      <p:sp>
        <p:nvSpPr>
          <p:cNvPr id="4" name="TextBox 3">
            <a:extLst>
              <a:ext uri="{FF2B5EF4-FFF2-40B4-BE49-F238E27FC236}">
                <a16:creationId xmlns:a16="http://schemas.microsoft.com/office/drawing/2014/main" id="{651F0BD5-A29C-40E4-B66C-B192059BE40C}"/>
              </a:ext>
            </a:extLst>
          </p:cNvPr>
          <p:cNvSpPr txBox="1"/>
          <p:nvPr/>
        </p:nvSpPr>
        <p:spPr>
          <a:xfrm>
            <a:off x="5367740" y="1092408"/>
            <a:ext cx="1070279" cy="307777"/>
          </a:xfrm>
          <a:prstGeom prst="rect">
            <a:avLst/>
          </a:prstGeom>
          <a:noFill/>
        </p:spPr>
        <p:txBody>
          <a:bodyPr wrap="square" rtlCol="0">
            <a:spAutoFit/>
          </a:bodyPr>
          <a:lstStyle/>
          <a:p>
            <a:r>
              <a:rPr lang="en" sz="1200" dirty="0">
                <a:solidFill>
                  <a:schemeClr val="hlink"/>
                </a:solidFill>
                <a:hlinkClick r:id="rId3"/>
              </a:rPr>
              <a:t>55%</a:t>
            </a:r>
            <a:r>
              <a:rPr lang="en" dirty="0">
                <a:solidFill>
                  <a:schemeClr val="tx1"/>
                </a:solidFill>
              </a:rPr>
              <a:t>¹  </a:t>
            </a:r>
            <a:endParaRPr lang="en-US" sz="1200" dirty="0"/>
          </a:p>
        </p:txBody>
      </p:sp>
      <p:sp>
        <p:nvSpPr>
          <p:cNvPr id="35" name="Google Shape;192;p36">
            <a:extLst>
              <a:ext uri="{FF2B5EF4-FFF2-40B4-BE49-F238E27FC236}">
                <a16:creationId xmlns:a16="http://schemas.microsoft.com/office/drawing/2014/main" id="{7474B521-4FF2-43FD-9806-C40B012DC04D}"/>
              </a:ext>
            </a:extLst>
          </p:cNvPr>
          <p:cNvSpPr txBox="1">
            <a:spLocks/>
          </p:cNvSpPr>
          <p:nvPr/>
        </p:nvSpPr>
        <p:spPr>
          <a:xfrm>
            <a:off x="4915034" y="1801421"/>
            <a:ext cx="3837000" cy="1482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dirty="0">
                <a:solidFill>
                  <a:schemeClr val="tx1"/>
                </a:solidFill>
              </a:rPr>
              <a:t>According to the CDC, </a:t>
            </a:r>
            <a:r>
              <a:rPr lang="en-US" u="sng" dirty="0">
                <a:solidFill>
                  <a:schemeClr val="tx1"/>
                </a:solidFill>
              </a:rPr>
              <a:t>three major prescription</a:t>
            </a:r>
            <a:r>
              <a:rPr lang="en-US" sz="1400" u="sng" dirty="0">
                <a:solidFill>
                  <a:schemeClr val="tx1"/>
                </a:solidFill>
              </a:rPr>
              <a:t>²</a:t>
            </a:r>
            <a:r>
              <a:rPr lang="en-US" dirty="0">
                <a:solidFill>
                  <a:schemeClr val="tx1"/>
                </a:solidFill>
              </a:rPr>
              <a:t>  drug classes caused ~60%</a:t>
            </a:r>
            <a:r>
              <a:rPr lang="en-US" sz="1400" dirty="0">
                <a:solidFill>
                  <a:schemeClr val="tx1"/>
                </a:solidFill>
              </a:rPr>
              <a:t>³</a:t>
            </a:r>
            <a:r>
              <a:rPr lang="en-US" dirty="0">
                <a:solidFill>
                  <a:schemeClr val="tx1"/>
                </a:solidFill>
              </a:rPr>
              <a:t> of drug related hospitalizations</a:t>
            </a:r>
          </a:p>
          <a:p>
            <a:pPr marL="0" indent="0">
              <a:buFont typeface="Arial"/>
              <a:buNone/>
            </a:pPr>
            <a:endParaRPr lang="en-US" dirty="0"/>
          </a:p>
          <a:p>
            <a:pPr marL="0" indent="0">
              <a:buFont typeface="Arial"/>
              <a:buNone/>
            </a:pPr>
            <a:endParaRPr lang="en-US" dirty="0"/>
          </a:p>
          <a:p>
            <a:pPr marL="0" indent="0">
              <a:buFont typeface="Arial"/>
              <a:buNone/>
            </a:pPr>
            <a:endParaRPr lang="en-US" dirty="0"/>
          </a:p>
        </p:txBody>
      </p:sp>
      <p:sp>
        <p:nvSpPr>
          <p:cNvPr id="37" name="TextBox 36">
            <a:extLst>
              <a:ext uri="{FF2B5EF4-FFF2-40B4-BE49-F238E27FC236}">
                <a16:creationId xmlns:a16="http://schemas.microsoft.com/office/drawing/2014/main" id="{4D814AB0-8DC1-439C-B186-8DB284895399}"/>
              </a:ext>
            </a:extLst>
          </p:cNvPr>
          <p:cNvSpPr txBox="1"/>
          <p:nvPr/>
        </p:nvSpPr>
        <p:spPr>
          <a:xfrm>
            <a:off x="4915033" y="2923838"/>
            <a:ext cx="3837000" cy="738664"/>
          </a:xfrm>
          <a:prstGeom prst="rect">
            <a:avLst/>
          </a:prstGeom>
          <a:noFill/>
        </p:spPr>
        <p:txBody>
          <a:bodyPr wrap="square">
            <a:spAutoFit/>
          </a:bodyPr>
          <a:lstStyle/>
          <a:p>
            <a:pPr marL="0" lvl="0" indent="0" algn="l" rtl="0">
              <a:spcBef>
                <a:spcPts val="0"/>
              </a:spcBef>
              <a:spcAft>
                <a:spcPts val="0"/>
              </a:spcAft>
              <a:buNone/>
            </a:pPr>
            <a:r>
              <a:rPr lang="en-US" dirty="0"/>
              <a:t>         of elderly patients who misuse prescriptions receive painkillers from more than one doctor</a:t>
            </a:r>
          </a:p>
        </p:txBody>
      </p:sp>
      <p:sp>
        <p:nvSpPr>
          <p:cNvPr id="38" name="TextBox 37">
            <a:extLst>
              <a:ext uri="{FF2B5EF4-FFF2-40B4-BE49-F238E27FC236}">
                <a16:creationId xmlns:a16="http://schemas.microsoft.com/office/drawing/2014/main" id="{2C42855D-14BE-49FC-97C5-3F5D394478EE}"/>
              </a:ext>
            </a:extLst>
          </p:cNvPr>
          <p:cNvSpPr txBox="1"/>
          <p:nvPr/>
        </p:nvSpPr>
        <p:spPr>
          <a:xfrm>
            <a:off x="4939500" y="2945432"/>
            <a:ext cx="1070279" cy="276999"/>
          </a:xfrm>
          <a:prstGeom prst="rect">
            <a:avLst/>
          </a:prstGeom>
          <a:noFill/>
        </p:spPr>
        <p:txBody>
          <a:bodyPr wrap="square" rtlCol="0">
            <a:spAutoFit/>
          </a:bodyPr>
          <a:lstStyle/>
          <a:p>
            <a:pPr marL="0" lvl="0" indent="0" algn="l" rtl="0">
              <a:spcBef>
                <a:spcPts val="0"/>
              </a:spcBef>
              <a:spcAft>
                <a:spcPts val="0"/>
              </a:spcAft>
              <a:buNone/>
            </a:pPr>
            <a:r>
              <a:rPr lang="en-US" sz="1200" u="sng" dirty="0">
                <a:solidFill>
                  <a:schemeClr val="hlink"/>
                </a:solidFill>
                <a:hlinkClick r:id="rId4"/>
              </a:rPr>
              <a:t>70%</a:t>
            </a:r>
            <a:r>
              <a:rPr lang="en-US" sz="1200" dirty="0">
                <a:solidFill>
                  <a:schemeClr val="tx1"/>
                </a:solidFill>
              </a:rPr>
              <a:t>⁴</a:t>
            </a:r>
            <a:r>
              <a:rPr lang="en-US" sz="12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anim calcmode="lin" valueType="num">
                                      <p:cBhvr additive="base">
                                        <p:cTn id="7" dur="500" fill="hold"/>
                                        <p:tgtEl>
                                          <p:spTgt spid="1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ppt_x"/>
                                          </p:val>
                                        </p:tav>
                                        <p:tav tm="100000">
                                          <p:val>
                                            <p:strVal val="#ppt_x"/>
                                          </p:val>
                                        </p:tav>
                                      </p:tavLst>
                                    </p:anim>
                                    <p:anim calcmode="lin" valueType="num">
                                      <p:cBhvr additive="base">
                                        <p:cTn id="1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 calcmode="lin" valueType="num">
                                      <p:cBhvr additive="base">
                                        <p:cTn id="30" dur="500" fill="hold"/>
                                        <p:tgtEl>
                                          <p:spTgt spid="37"/>
                                        </p:tgtEl>
                                        <p:attrNameLst>
                                          <p:attrName>ppt_x</p:attrName>
                                        </p:attrNameLst>
                                      </p:cBhvr>
                                      <p:tavLst>
                                        <p:tav tm="0">
                                          <p:val>
                                            <p:strVal val="#ppt_x"/>
                                          </p:val>
                                        </p:tav>
                                        <p:tav tm="100000">
                                          <p:val>
                                            <p:strVal val="#ppt_x"/>
                                          </p:val>
                                        </p:tav>
                                      </p:tavLst>
                                    </p:anim>
                                    <p:anim calcmode="lin" valueType="num">
                                      <p:cBhvr additive="base">
                                        <p:cTn id="31"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build="p"/>
      <p:bldP spid="3" grpId="0"/>
      <p:bldP spid="4" grpId="0"/>
      <p:bldP spid="35" grpId="0"/>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9600">
                <a:solidFill>
                  <a:srgbClr val="1E4471"/>
                </a:solidFill>
              </a:rPr>
              <a:t>Our Solution...</a:t>
            </a:r>
            <a:endParaRPr sz="9600" dirty="0">
              <a:solidFill>
                <a:srgbClr val="1E4471"/>
              </a:solidFill>
            </a:endParaRPr>
          </a:p>
        </p:txBody>
      </p:sp>
      <p:cxnSp>
        <p:nvCxnSpPr>
          <p:cNvPr id="226" name="Google Shape;226;p37"/>
          <p:cNvCxnSpPr/>
          <p:nvPr/>
        </p:nvCxnSpPr>
        <p:spPr>
          <a:xfrm rot="10800000" flipH="1">
            <a:off x="250650" y="1183050"/>
            <a:ext cx="7148700" cy="20100"/>
          </a:xfrm>
          <a:prstGeom prst="straightConnector1">
            <a:avLst/>
          </a:prstGeom>
          <a:noFill/>
          <a:ln w="114300" cap="flat" cmpd="sng">
            <a:solidFill>
              <a:srgbClr val="00BCEB"/>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38"/>
          <p:cNvPicPr preferRelativeResize="0"/>
          <p:nvPr/>
        </p:nvPicPr>
        <p:blipFill rotWithShape="1">
          <a:blip r:embed="rId3">
            <a:alphaModFix/>
          </a:blip>
          <a:srcRect t="1661"/>
          <a:stretch/>
        </p:blipFill>
        <p:spPr>
          <a:xfrm>
            <a:off x="0" y="0"/>
            <a:ext cx="9144001" cy="5558976"/>
          </a:xfrm>
          <a:prstGeom prst="rect">
            <a:avLst/>
          </a:prstGeom>
          <a:noFill/>
          <a:ln>
            <a:noFill/>
          </a:ln>
        </p:spPr>
      </p:pic>
      <p:pic>
        <p:nvPicPr>
          <p:cNvPr id="232" name="Google Shape;232;p38"/>
          <p:cNvPicPr preferRelativeResize="0"/>
          <p:nvPr/>
        </p:nvPicPr>
        <p:blipFill>
          <a:blip r:embed="rId4">
            <a:alphaModFix/>
          </a:blip>
          <a:stretch>
            <a:fillRect/>
          </a:stretch>
        </p:blipFill>
        <p:spPr>
          <a:xfrm>
            <a:off x="-6350" y="62175"/>
            <a:ext cx="9144002" cy="501914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5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pic>
        <p:nvPicPr>
          <p:cNvPr id="237" name="Google Shape;237;p39"/>
          <p:cNvPicPr preferRelativeResize="0"/>
          <p:nvPr/>
        </p:nvPicPr>
        <p:blipFill>
          <a:blip r:embed="rId4">
            <a:alphaModFix/>
          </a:blip>
          <a:stretch>
            <a:fillRect/>
          </a:stretch>
        </p:blipFill>
        <p:spPr>
          <a:xfrm>
            <a:off x="0" y="0"/>
            <a:ext cx="2444475" cy="1192000"/>
          </a:xfrm>
          <a:prstGeom prst="rect">
            <a:avLst/>
          </a:prstGeom>
          <a:noFill/>
          <a:ln>
            <a:noFill/>
          </a:ln>
        </p:spPr>
      </p:pic>
      <mc:AlternateContent xmlns:mc="http://schemas.openxmlformats.org/markup-compatibility/2006">
        <mc:Choice xmlns:am3d="http://schemas.microsoft.com/office/drawing/2017/model3d" Requires="am3d">
          <p:graphicFrame>
            <p:nvGraphicFramePr>
              <p:cNvPr id="4" name="3D Model 3">
                <a:extLst>
                  <a:ext uri="{FF2B5EF4-FFF2-40B4-BE49-F238E27FC236}">
                    <a16:creationId xmlns:a16="http://schemas.microsoft.com/office/drawing/2014/main" id="{23C12A88-61CE-468A-B126-D515F04260E4}"/>
                  </a:ext>
                </a:extLst>
              </p:cNvPr>
              <p:cNvGraphicFramePr>
                <a:graphicFrameLocks noChangeAspect="1"/>
              </p:cNvGraphicFramePr>
              <p:nvPr>
                <p:extLst>
                  <p:ext uri="{D42A27DB-BD31-4B8C-83A1-F6EECF244321}">
                    <p14:modId xmlns:p14="http://schemas.microsoft.com/office/powerpoint/2010/main" val="2411137143"/>
                  </p:ext>
                </p:extLst>
              </p:nvPr>
            </p:nvGraphicFramePr>
            <p:xfrm>
              <a:off x="1259557" y="1478708"/>
              <a:ext cx="2369835" cy="2423479"/>
            </p:xfrm>
            <a:graphic>
              <a:graphicData uri="http://schemas.microsoft.com/office/drawing/2017/model3d">
                <am3d:model3d r:embed="rId5">
                  <am3d:spPr>
                    <a:xfrm>
                      <a:off x="0" y="0"/>
                      <a:ext cx="2369835" cy="2423479"/>
                    </a:xfrm>
                    <a:prstGeom prst="rect">
                      <a:avLst/>
                    </a:prstGeom>
                  </am3d:spPr>
                  <am3d:camera>
                    <am3d:pos x="0" y="0" z="73944734"/>
                    <am3d:up dx="0" dy="36000000" dz="0"/>
                    <am3d:lookAt x="0" y="0" z="0"/>
                    <am3d:perspective fov="2700000"/>
                  </am3d:camera>
                  <am3d:trans>
                    <am3d:meterPerModelUnit n="127630" d="1000000"/>
                    <am3d:preTrans dx="-8636576" dy="-14555829" dz="-13054175"/>
                    <am3d:scale>
                      <am3d:sx n="1000000" d="1000000"/>
                      <am3d:sy n="1000000" d="1000000"/>
                      <am3d:sz n="1000000" d="1000000"/>
                    </am3d:scale>
                    <am3d:rot ay="5400000"/>
                    <am3d:postTrans dx="0" dy="0" dz="0"/>
                  </am3d:trans>
                  <am3d:raster rName="Office3DRenderer" rVer="16.0.8326">
                    <am3d:blip r:embed="rId6"/>
                  </am3d:raster>
                  <am3d:objViewport viewportSz="38545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a:extLst>
                  <a:ext uri="{FF2B5EF4-FFF2-40B4-BE49-F238E27FC236}">
                    <a16:creationId xmlns:a16="http://schemas.microsoft.com/office/drawing/2014/main" id="{23C12A88-61CE-468A-B126-D515F04260E4}"/>
                  </a:ext>
                </a:extLst>
              </p:cNvPr>
              <p:cNvPicPr>
                <a:picLocks noGrp="1" noRot="1" noChangeAspect="1" noMove="1" noResize="1" noEditPoints="1" noAdjustHandles="1" noChangeArrowheads="1" noChangeShapeType="1" noCrop="1"/>
              </p:cNvPicPr>
              <p:nvPr/>
            </p:nvPicPr>
            <p:blipFill>
              <a:blip r:embed="rId6"/>
              <a:stretch>
                <a:fillRect/>
              </a:stretch>
            </p:blipFill>
            <p:spPr>
              <a:xfrm>
                <a:off x="1259557" y="1478708"/>
                <a:ext cx="2369835" cy="2423479"/>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 name="3D Model 4">
                <a:extLst>
                  <a:ext uri="{FF2B5EF4-FFF2-40B4-BE49-F238E27FC236}">
                    <a16:creationId xmlns:a16="http://schemas.microsoft.com/office/drawing/2014/main" id="{85BBDDBC-FAF9-4A9D-8145-C8BCE9644E5E}"/>
                  </a:ext>
                </a:extLst>
              </p:cNvPr>
              <p:cNvGraphicFramePr>
                <a:graphicFrameLocks noChangeAspect="1"/>
              </p:cNvGraphicFramePr>
              <p:nvPr>
                <p:extLst>
                  <p:ext uri="{D42A27DB-BD31-4B8C-83A1-F6EECF244321}">
                    <p14:modId xmlns:p14="http://schemas.microsoft.com/office/powerpoint/2010/main" val="1421765558"/>
                  </p:ext>
                </p:extLst>
              </p:nvPr>
            </p:nvGraphicFramePr>
            <p:xfrm>
              <a:off x="4170556" y="664349"/>
              <a:ext cx="4222596" cy="3237838"/>
            </p:xfrm>
            <a:graphic>
              <a:graphicData uri="http://schemas.microsoft.com/office/drawing/2017/model3d">
                <am3d:model3d r:embed="rId7">
                  <am3d:spPr>
                    <a:xfrm>
                      <a:off x="0" y="0"/>
                      <a:ext cx="4222596" cy="3237838"/>
                    </a:xfrm>
                    <a:prstGeom prst="rect">
                      <a:avLst/>
                    </a:prstGeom>
                  </am3d:spPr>
                  <am3d:camera>
                    <am3d:pos x="0" y="0" z="61782633"/>
                    <am3d:up dx="0" dy="36000000" dz="0"/>
                    <am3d:lookAt x="0" y="0" z="0"/>
                    <am3d:perspective fov="2700000"/>
                  </am3d:camera>
                  <am3d:trans>
                    <am3d:meterPerModelUnit n="2986" d="1000000"/>
                    <am3d:preTrans dx="-9242482" dy="-12086922" dz="18000000"/>
                    <am3d:scale>
                      <am3d:sx n="1000000" d="1000000"/>
                      <am3d:sy n="1000000" d="1000000"/>
                      <am3d:sz n="1000000" d="1000000"/>
                    </am3d:scale>
                    <am3d:rot ay="5400000"/>
                    <am3d:postTrans dx="0" dy="0" dz="0"/>
                  </am3d:trans>
                  <am3d:raster rName="Office3DRenderer" rVer="16.0.8326">
                    <am3d:blip r:embed="rId8"/>
                  </am3d:raster>
                  <am3d:objViewport viewportSz="580912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a:extLst>
                  <a:ext uri="{FF2B5EF4-FFF2-40B4-BE49-F238E27FC236}">
                    <a16:creationId xmlns:a16="http://schemas.microsoft.com/office/drawing/2014/main" id="{85BBDDBC-FAF9-4A9D-8145-C8BCE9644E5E}"/>
                  </a:ext>
                </a:extLst>
              </p:cNvPr>
              <p:cNvPicPr>
                <a:picLocks noGrp="1" noRot="1" noChangeAspect="1" noMove="1" noResize="1" noEditPoints="1" noAdjustHandles="1" noChangeArrowheads="1" noChangeShapeType="1" noCrop="1"/>
              </p:cNvPicPr>
              <p:nvPr/>
            </p:nvPicPr>
            <p:blipFill>
              <a:blip r:embed="rId8"/>
              <a:stretch>
                <a:fillRect/>
              </a:stretch>
            </p:blipFill>
            <p:spPr>
              <a:xfrm>
                <a:off x="4170556" y="664349"/>
                <a:ext cx="4222596" cy="3237838"/>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024" repeatCount="indefinite" accel="10000" decel="10000" fill="hold" nodeType="withEffect">
                                  <p:stCondLst>
                                    <p:cond delay="0"/>
                                  </p:stCondLst>
                                  <p:childTnLst>
                                    <p:animRot by="21600000">
                                      <p:cBhvr>
                                        <p:cTn id="6" dur="20000" fill="hold"/>
                                        <p:tgtEl>
                                          <p:spTgt spid="4"/>
                                        </p:tgtEl>
                                        <p:attrNameLst>
                                          <p:attrName>3d.view.rotation.x</p:attrName>
                                        </p:attrNameLst>
                                      </p:cBhvr>
                                    </p:animRot>
                                  </p:childTnLst>
                                </p:cTn>
                              </p:par>
                              <p:par>
                                <p:cTn id="7" presetID="37" presetClass="emph" presetSubtype="128" repeatCount="indefinite" accel="10000" decel="10000" fill="hold" nodeType="withEffect">
                                  <p:stCondLst>
                                    <p:cond delay="0"/>
                                  </p:stCondLst>
                                  <p:childTnLst>
                                    <p:animRot by="21600000">
                                      <p:cBhvr>
                                        <p:cTn id="8" dur="20000" fill="hold"/>
                                        <p:tgtEl>
                                          <p:spTgt spid="5"/>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a:t>What is </a:t>
            </a:r>
            <a:r>
              <a:rPr lang="en" sz="3100" b="1">
                <a:solidFill>
                  <a:schemeClr val="accent5"/>
                </a:solidFill>
              </a:rPr>
              <a:t>nat</a:t>
            </a:r>
            <a:r>
              <a:rPr lang="en" sz="3100" b="1">
                <a:solidFill>
                  <a:schemeClr val="accent2"/>
                </a:solidFill>
              </a:rPr>
              <a:t>lock</a:t>
            </a:r>
            <a:r>
              <a:rPr lang="en"/>
              <a:t>? </a:t>
            </a:r>
            <a:endParaRPr dirty="0"/>
          </a:p>
        </p:txBody>
      </p:sp>
      <p:cxnSp>
        <p:nvCxnSpPr>
          <p:cNvPr id="246" name="Google Shape;246;p40"/>
          <p:cNvCxnSpPr/>
          <p:nvPr/>
        </p:nvCxnSpPr>
        <p:spPr>
          <a:xfrm rot="10800000" flipH="1">
            <a:off x="311700" y="1113000"/>
            <a:ext cx="7208100" cy="45300"/>
          </a:xfrm>
          <a:prstGeom prst="straightConnector1">
            <a:avLst/>
          </a:prstGeom>
          <a:noFill/>
          <a:ln w="76200" cap="flat" cmpd="sng">
            <a:solidFill>
              <a:srgbClr val="00BCEB"/>
            </a:solidFill>
            <a:prstDash val="solid"/>
            <a:round/>
            <a:headEnd type="none" w="med" len="med"/>
            <a:tailEnd type="none" w="med" len="med"/>
          </a:ln>
        </p:spPr>
      </p:cxnSp>
      <p:sp>
        <p:nvSpPr>
          <p:cNvPr id="247" name="Google Shape;247;p40"/>
          <p:cNvSpPr txBox="1"/>
          <p:nvPr/>
        </p:nvSpPr>
        <p:spPr>
          <a:xfrm>
            <a:off x="321450" y="1359850"/>
            <a:ext cx="7739400" cy="2123628"/>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SzPts val="2100"/>
              <a:buChar char="●"/>
            </a:pPr>
            <a:r>
              <a:rPr lang="en" sz="2100" dirty="0"/>
              <a:t>Reminds the patients daily to take the right amount of pills at the correct times</a:t>
            </a:r>
            <a:endParaRPr sz="2100" dirty="0"/>
          </a:p>
          <a:p>
            <a:pPr marL="457200" lvl="0" indent="-361950" algn="l" rtl="0">
              <a:spcBef>
                <a:spcPts val="0"/>
              </a:spcBef>
              <a:spcAft>
                <a:spcPts val="0"/>
              </a:spcAft>
              <a:buSzPts val="2100"/>
              <a:buChar char="●"/>
            </a:pPr>
            <a:r>
              <a:rPr lang="en" sz="2100" dirty="0"/>
              <a:t>Features an SOS button</a:t>
            </a:r>
            <a:endParaRPr sz="2100" dirty="0"/>
          </a:p>
          <a:p>
            <a:pPr marL="457200" lvl="0" indent="-361950" algn="l" rtl="0">
              <a:spcBef>
                <a:spcPts val="0"/>
              </a:spcBef>
              <a:spcAft>
                <a:spcPts val="0"/>
              </a:spcAft>
              <a:buSzPts val="2100"/>
              <a:buChar char="●"/>
            </a:pPr>
            <a:r>
              <a:rPr lang="en" sz="2100" dirty="0"/>
              <a:t>Secure because pills are locked by code chosen by care team</a:t>
            </a:r>
            <a:endParaRPr sz="2100" dirty="0"/>
          </a:p>
          <a:p>
            <a:pPr marL="457200" lvl="0" indent="-361950" algn="l" rtl="0">
              <a:spcBef>
                <a:spcPts val="0"/>
              </a:spcBef>
              <a:spcAft>
                <a:spcPts val="0"/>
              </a:spcAft>
              <a:buSzPts val="2100"/>
              <a:buChar char="●"/>
            </a:pPr>
            <a:r>
              <a:rPr lang="en" sz="2100" dirty="0"/>
              <a:t>Improve the quality of life for people with chronic illness</a:t>
            </a:r>
            <a:endParaRPr sz="2100" dirty="0"/>
          </a:p>
        </p:txBody>
      </p:sp>
      <p:pic>
        <p:nvPicPr>
          <p:cNvPr id="248" name="Google Shape;248;p40"/>
          <p:cNvPicPr preferRelativeResize="0"/>
          <p:nvPr/>
        </p:nvPicPr>
        <p:blipFill rotWithShape="1">
          <a:blip r:embed="rId3">
            <a:alphaModFix/>
          </a:blip>
          <a:srcRect/>
          <a:stretch/>
        </p:blipFill>
        <p:spPr>
          <a:xfrm>
            <a:off x="7774397" y="85464"/>
            <a:ext cx="1289304" cy="1291822"/>
          </a:xfrm>
          <a:prstGeom prst="rect">
            <a:avLst/>
          </a:prstGeom>
          <a:noFill/>
          <a:ln>
            <a:noFill/>
          </a:ln>
        </p:spPr>
      </p:pic>
      <p:sp>
        <p:nvSpPr>
          <p:cNvPr id="249" name="Google Shape;249;p40"/>
          <p:cNvSpPr txBox="1"/>
          <p:nvPr/>
        </p:nvSpPr>
        <p:spPr>
          <a:xfrm>
            <a:off x="8482225" y="85475"/>
            <a:ext cx="9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2"/>
                </a:solidFill>
              </a:rPr>
              <a:t>?</a:t>
            </a:r>
            <a:endParaRPr dirty="0">
              <a:solidFill>
                <a:schemeClr val="lt2"/>
              </a:solidFill>
            </a:endParaRPr>
          </a:p>
        </p:txBody>
      </p:sp>
      <p:sp>
        <p:nvSpPr>
          <p:cNvPr id="250" name="Google Shape;250;p40"/>
          <p:cNvSpPr txBox="1"/>
          <p:nvPr/>
        </p:nvSpPr>
        <p:spPr>
          <a:xfrm>
            <a:off x="8648700" y="640850"/>
            <a:ext cx="9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2"/>
                </a:solidFill>
              </a:rPr>
              <a:t>?</a:t>
            </a:r>
            <a:endParaRPr dirty="0">
              <a:solidFill>
                <a:schemeClr val="lt2"/>
              </a:solidFill>
            </a:endParaRPr>
          </a:p>
        </p:txBody>
      </p:sp>
      <p:sp>
        <p:nvSpPr>
          <p:cNvPr id="251" name="Google Shape;251;p40"/>
          <p:cNvSpPr txBox="1"/>
          <p:nvPr/>
        </p:nvSpPr>
        <p:spPr>
          <a:xfrm>
            <a:off x="7890625" y="485675"/>
            <a:ext cx="9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2"/>
                </a:solidFill>
              </a:rPr>
              <a:t>?</a:t>
            </a:r>
            <a:endParaRPr dirty="0">
              <a:solidFill>
                <a:schemeClr val="lt2"/>
              </a:solidFill>
            </a:endParaRPr>
          </a:p>
        </p:txBody>
      </p:sp>
      <p:pic>
        <p:nvPicPr>
          <p:cNvPr id="252" name="Google Shape;252;p40"/>
          <p:cNvPicPr preferRelativeResize="0"/>
          <p:nvPr/>
        </p:nvPicPr>
        <p:blipFill>
          <a:blip r:embed="rId4">
            <a:alphaModFix/>
          </a:blip>
          <a:stretch>
            <a:fillRect/>
          </a:stretch>
        </p:blipFill>
        <p:spPr>
          <a:xfrm>
            <a:off x="6456538" y="3700763"/>
            <a:ext cx="2282467" cy="111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1"/>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a:t>Primary Features </a:t>
            </a:r>
            <a:endParaRPr dirty="0"/>
          </a:p>
        </p:txBody>
      </p:sp>
      <p:sp>
        <p:nvSpPr>
          <p:cNvPr id="258" name="Google Shape;258;p41"/>
          <p:cNvSpPr txBox="1">
            <a:spLocks noGrp="1"/>
          </p:cNvSpPr>
          <p:nvPr>
            <p:ph type="body" idx="1"/>
          </p:nvPr>
        </p:nvSpPr>
        <p:spPr>
          <a:xfrm>
            <a:off x="311700" y="1295250"/>
            <a:ext cx="8520600" cy="3416400"/>
          </a:xfrm>
          <a:prstGeom prst="rect">
            <a:avLst/>
          </a:prstGeom>
        </p:spPr>
        <p:txBody>
          <a:bodyPr spcFirstLastPara="1" wrap="square" lIns="91425" tIns="91425" rIns="91425" bIns="91425" anchor="ctr" anchorCtr="0">
            <a:noAutofit/>
          </a:bodyPr>
          <a:lstStyle/>
          <a:p>
            <a:pPr marL="457200" lvl="0" indent="-336550" algn="l" rtl="0">
              <a:lnSpc>
                <a:spcPct val="200000"/>
              </a:lnSpc>
              <a:spcBef>
                <a:spcPts val="0"/>
              </a:spcBef>
              <a:spcAft>
                <a:spcPts val="0"/>
              </a:spcAft>
              <a:buSzPts val="1700"/>
              <a:buChar char="●"/>
            </a:pPr>
            <a:r>
              <a:rPr lang="en" sz="1700" dirty="0"/>
              <a:t>Medication dispenses in accordance with prescription schedule (e.g. twice a day)</a:t>
            </a:r>
            <a:endParaRPr sz="1700" dirty="0"/>
          </a:p>
          <a:p>
            <a:pPr marL="457200" lvl="0" indent="-336550" algn="l" rtl="0">
              <a:lnSpc>
                <a:spcPct val="200000"/>
              </a:lnSpc>
              <a:spcBef>
                <a:spcPts val="0"/>
              </a:spcBef>
              <a:spcAft>
                <a:spcPts val="0"/>
              </a:spcAft>
              <a:buSzPts val="1700"/>
              <a:buChar char="●"/>
            </a:pPr>
            <a:r>
              <a:rPr lang="en" sz="1700" dirty="0"/>
              <a:t>Audio notifications via built-in speakers</a:t>
            </a:r>
          </a:p>
          <a:p>
            <a:pPr marL="457200" lvl="0" indent="-336550" algn="l" rtl="0">
              <a:lnSpc>
                <a:spcPct val="200000"/>
              </a:lnSpc>
              <a:spcBef>
                <a:spcPts val="0"/>
              </a:spcBef>
              <a:spcAft>
                <a:spcPts val="0"/>
              </a:spcAft>
              <a:buSzPts val="1700"/>
              <a:buChar char="●"/>
            </a:pPr>
            <a:r>
              <a:rPr lang="en" sz="1700" dirty="0"/>
              <a:t>Visual Notifications via LEDs &amp; LCD Touchscreen</a:t>
            </a:r>
            <a:endParaRPr sz="1700" dirty="0"/>
          </a:p>
          <a:p>
            <a:pPr marL="457200" lvl="0" indent="-336550" algn="l" rtl="0">
              <a:lnSpc>
                <a:spcPct val="200000"/>
              </a:lnSpc>
              <a:spcBef>
                <a:spcPts val="0"/>
              </a:spcBef>
              <a:spcAft>
                <a:spcPts val="0"/>
              </a:spcAft>
              <a:buSzPts val="1700"/>
              <a:buChar char="●"/>
            </a:pPr>
            <a:r>
              <a:rPr lang="en" sz="1700" dirty="0"/>
              <a:t>Internal environmental monitoring to preserve medication</a:t>
            </a:r>
          </a:p>
          <a:p>
            <a:pPr indent="-336550">
              <a:lnSpc>
                <a:spcPct val="200000"/>
              </a:lnSpc>
              <a:buSzPts val="1700"/>
            </a:pPr>
            <a:r>
              <a:rPr lang="en-US" sz="1700" dirty="0"/>
              <a:t>Emergency SOS button sends notification to care team</a:t>
            </a:r>
            <a:endParaRPr sz="1700" dirty="0"/>
          </a:p>
          <a:p>
            <a:pPr marL="457200" lvl="0" indent="0" algn="l" rtl="0">
              <a:lnSpc>
                <a:spcPct val="200000"/>
              </a:lnSpc>
              <a:spcBef>
                <a:spcPts val="0"/>
              </a:spcBef>
              <a:spcAft>
                <a:spcPts val="0"/>
              </a:spcAft>
              <a:buNone/>
            </a:pPr>
            <a:endParaRPr dirty="0"/>
          </a:p>
        </p:txBody>
      </p:sp>
      <p:cxnSp>
        <p:nvCxnSpPr>
          <p:cNvPr id="259" name="Google Shape;259;p41"/>
          <p:cNvCxnSpPr/>
          <p:nvPr/>
        </p:nvCxnSpPr>
        <p:spPr>
          <a:xfrm rot="10800000" flipH="1">
            <a:off x="250650" y="1183050"/>
            <a:ext cx="7148700" cy="20100"/>
          </a:xfrm>
          <a:prstGeom prst="straightConnector1">
            <a:avLst/>
          </a:prstGeom>
          <a:noFill/>
          <a:ln w="76200" cap="flat" cmpd="sng">
            <a:solidFill>
              <a:srgbClr val="00BCEB"/>
            </a:solidFill>
            <a:prstDash val="solid"/>
            <a:round/>
            <a:headEnd type="none" w="med" len="med"/>
            <a:tailEnd type="none" w="med" len="med"/>
          </a:ln>
        </p:spPr>
      </p:cxnSp>
      <p:pic>
        <p:nvPicPr>
          <p:cNvPr id="260" name="Google Shape;260;p41" descr="A picture containing clock, room, plate&#10;&#10;Description automatically generated"/>
          <p:cNvPicPr preferRelativeResize="0"/>
          <p:nvPr/>
        </p:nvPicPr>
        <p:blipFill rotWithShape="1">
          <a:blip r:embed="rId3">
            <a:alphaModFix/>
          </a:blip>
          <a:srcRect/>
          <a:stretch/>
        </p:blipFill>
        <p:spPr>
          <a:xfrm>
            <a:off x="7778491" y="76201"/>
            <a:ext cx="1289304" cy="12893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2"/>
          <p:cNvSpPr txBox="1">
            <a:spLocks noGrp="1"/>
          </p:cNvSpPr>
          <p:nvPr>
            <p:ph type="title"/>
          </p:nvPr>
        </p:nvSpPr>
        <p:spPr>
          <a:xfrm>
            <a:off x="311700" y="2164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a:t>Technology Behind </a:t>
            </a:r>
            <a:r>
              <a:rPr lang="en" sz="3100" b="1">
                <a:solidFill>
                  <a:schemeClr val="accent5"/>
                </a:solidFill>
              </a:rPr>
              <a:t>nat</a:t>
            </a:r>
            <a:r>
              <a:rPr lang="en" sz="3100" b="1">
                <a:solidFill>
                  <a:schemeClr val="accent2"/>
                </a:solidFill>
              </a:rPr>
              <a:t>lock</a:t>
            </a:r>
            <a:endParaRPr sz="3900" dirty="0"/>
          </a:p>
        </p:txBody>
      </p:sp>
      <p:pic>
        <p:nvPicPr>
          <p:cNvPr id="266" name="Google Shape;266;p42"/>
          <p:cNvPicPr preferRelativeResize="0"/>
          <p:nvPr/>
        </p:nvPicPr>
        <p:blipFill rotWithShape="1">
          <a:blip r:embed="rId3">
            <a:alphaModFix/>
          </a:blip>
          <a:srcRect l="27604" t="10688" r="29967" b="23130"/>
          <a:stretch/>
        </p:blipFill>
        <p:spPr>
          <a:xfrm>
            <a:off x="2217125" y="980725"/>
            <a:ext cx="4731976" cy="3740926"/>
          </a:xfrm>
          <a:prstGeom prst="rect">
            <a:avLst/>
          </a:prstGeom>
          <a:noFill/>
          <a:ln w="9525" cap="flat" cmpd="sng">
            <a:solidFill>
              <a:schemeClr val="dk2"/>
            </a:solidFill>
            <a:prstDash val="solid"/>
            <a:round/>
            <a:headEnd type="none" w="sm" len="sm"/>
            <a:tailEnd type="none" w="sm" len="sm"/>
          </a:ln>
        </p:spPr>
      </p:pic>
      <p:cxnSp>
        <p:nvCxnSpPr>
          <p:cNvPr id="267" name="Google Shape;267;p42"/>
          <p:cNvCxnSpPr/>
          <p:nvPr/>
        </p:nvCxnSpPr>
        <p:spPr>
          <a:xfrm rot="10800000">
            <a:off x="4669200" y="4189650"/>
            <a:ext cx="2671200" cy="114000"/>
          </a:xfrm>
          <a:prstGeom prst="straightConnector1">
            <a:avLst/>
          </a:prstGeom>
          <a:noFill/>
          <a:ln w="19050" cap="flat" cmpd="sng">
            <a:solidFill>
              <a:schemeClr val="dk2"/>
            </a:solidFill>
            <a:prstDash val="solid"/>
            <a:round/>
            <a:headEnd type="none" w="med" len="med"/>
            <a:tailEnd type="triangle" w="med" len="med"/>
          </a:ln>
        </p:spPr>
      </p:cxnSp>
      <p:cxnSp>
        <p:nvCxnSpPr>
          <p:cNvPr id="268" name="Google Shape;268;p42"/>
          <p:cNvCxnSpPr/>
          <p:nvPr/>
        </p:nvCxnSpPr>
        <p:spPr>
          <a:xfrm flipH="1">
            <a:off x="4993700" y="3151575"/>
            <a:ext cx="2263800" cy="333000"/>
          </a:xfrm>
          <a:prstGeom prst="straightConnector1">
            <a:avLst/>
          </a:prstGeom>
          <a:noFill/>
          <a:ln w="19050" cap="flat" cmpd="sng">
            <a:solidFill>
              <a:schemeClr val="dk2"/>
            </a:solidFill>
            <a:prstDash val="solid"/>
            <a:round/>
            <a:headEnd type="none" w="med" len="med"/>
            <a:tailEnd type="triangle" w="med" len="med"/>
          </a:ln>
        </p:spPr>
      </p:cxnSp>
      <p:cxnSp>
        <p:nvCxnSpPr>
          <p:cNvPr id="269" name="Google Shape;269;p42"/>
          <p:cNvCxnSpPr>
            <a:stCxn id="270" idx="0"/>
          </p:cNvCxnSpPr>
          <p:nvPr/>
        </p:nvCxnSpPr>
        <p:spPr>
          <a:xfrm rot="10800000" flipH="1">
            <a:off x="948750" y="3761675"/>
            <a:ext cx="1581300" cy="380400"/>
          </a:xfrm>
          <a:prstGeom prst="straightConnector1">
            <a:avLst/>
          </a:prstGeom>
          <a:noFill/>
          <a:ln w="19050" cap="flat" cmpd="sng">
            <a:solidFill>
              <a:schemeClr val="dk2"/>
            </a:solidFill>
            <a:prstDash val="solid"/>
            <a:round/>
            <a:headEnd type="none" w="med" len="med"/>
            <a:tailEnd type="triangle" w="med" len="med"/>
          </a:ln>
        </p:spPr>
      </p:cxnSp>
      <p:cxnSp>
        <p:nvCxnSpPr>
          <p:cNvPr id="271" name="Google Shape;271;p42"/>
          <p:cNvCxnSpPr/>
          <p:nvPr/>
        </p:nvCxnSpPr>
        <p:spPr>
          <a:xfrm>
            <a:off x="1897600" y="1653475"/>
            <a:ext cx="2341500" cy="899100"/>
          </a:xfrm>
          <a:prstGeom prst="straightConnector1">
            <a:avLst/>
          </a:prstGeom>
          <a:noFill/>
          <a:ln w="19050" cap="flat" cmpd="sng">
            <a:solidFill>
              <a:schemeClr val="dk2"/>
            </a:solidFill>
            <a:prstDash val="solid"/>
            <a:round/>
            <a:headEnd type="none" w="med" len="med"/>
            <a:tailEnd type="triangle" w="med" len="med"/>
          </a:ln>
        </p:spPr>
      </p:cxnSp>
      <p:sp>
        <p:nvSpPr>
          <p:cNvPr id="272" name="Google Shape;272;p42"/>
          <p:cNvSpPr txBox="1"/>
          <p:nvPr/>
        </p:nvSpPr>
        <p:spPr>
          <a:xfrm>
            <a:off x="675650" y="1201750"/>
            <a:ext cx="2144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LCD Screen + Raspberry Pi</a:t>
            </a:r>
            <a:endParaRPr dirty="0"/>
          </a:p>
        </p:txBody>
      </p:sp>
      <p:sp>
        <p:nvSpPr>
          <p:cNvPr id="270" name="Google Shape;270;p42"/>
          <p:cNvSpPr txBox="1"/>
          <p:nvPr/>
        </p:nvSpPr>
        <p:spPr>
          <a:xfrm>
            <a:off x="0" y="4142075"/>
            <a:ext cx="1897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2 ¼” x 1” Standard Pill capsule</a:t>
            </a:r>
            <a:endParaRPr dirty="0"/>
          </a:p>
        </p:txBody>
      </p:sp>
      <p:sp>
        <p:nvSpPr>
          <p:cNvPr id="273" name="Google Shape;273;p42"/>
          <p:cNvSpPr txBox="1"/>
          <p:nvPr/>
        </p:nvSpPr>
        <p:spPr>
          <a:xfrm>
            <a:off x="6926875" y="3951875"/>
            <a:ext cx="226380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SOS with Protective cover</a:t>
            </a:r>
            <a:endParaRPr dirty="0"/>
          </a:p>
          <a:p>
            <a:pPr marL="0" lvl="0" indent="0" algn="ctr" rtl="0">
              <a:spcBef>
                <a:spcPts val="0"/>
              </a:spcBef>
              <a:spcAft>
                <a:spcPts val="0"/>
              </a:spcAft>
              <a:buNone/>
            </a:pPr>
            <a:r>
              <a:rPr lang="en" dirty="0"/>
              <a:t>On-Board GPS</a:t>
            </a:r>
            <a:endParaRPr dirty="0"/>
          </a:p>
        </p:txBody>
      </p:sp>
      <p:sp>
        <p:nvSpPr>
          <p:cNvPr id="274" name="Google Shape;274;p42"/>
          <p:cNvSpPr txBox="1"/>
          <p:nvPr/>
        </p:nvSpPr>
        <p:spPr>
          <a:xfrm>
            <a:off x="7257500" y="2929625"/>
            <a:ext cx="1645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Magnet Lock Door</a:t>
            </a:r>
            <a:endParaRPr dirty="0"/>
          </a:p>
        </p:txBody>
      </p:sp>
      <p:cxnSp>
        <p:nvCxnSpPr>
          <p:cNvPr id="275" name="Google Shape;275;p42"/>
          <p:cNvCxnSpPr/>
          <p:nvPr/>
        </p:nvCxnSpPr>
        <p:spPr>
          <a:xfrm flipH="1">
            <a:off x="5936900" y="1165200"/>
            <a:ext cx="1265100" cy="932100"/>
          </a:xfrm>
          <a:prstGeom prst="straightConnector1">
            <a:avLst/>
          </a:prstGeom>
          <a:noFill/>
          <a:ln w="19050" cap="flat" cmpd="sng">
            <a:solidFill>
              <a:schemeClr val="dk2"/>
            </a:solidFill>
            <a:prstDash val="solid"/>
            <a:round/>
            <a:headEnd type="none" w="med" len="med"/>
            <a:tailEnd type="triangle" w="med" len="med"/>
          </a:ln>
        </p:spPr>
      </p:cxnSp>
      <p:sp>
        <p:nvSpPr>
          <p:cNvPr id="276" name="Google Shape;276;p42"/>
          <p:cNvSpPr txBox="1"/>
          <p:nvPr/>
        </p:nvSpPr>
        <p:spPr>
          <a:xfrm>
            <a:off x="6999900" y="586150"/>
            <a:ext cx="214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Temperature + humidity sensor with LED </a:t>
            </a:r>
            <a:endParaRPr dirty="0"/>
          </a:p>
        </p:txBody>
      </p:sp>
      <p:cxnSp>
        <p:nvCxnSpPr>
          <p:cNvPr id="277" name="Google Shape;277;p42"/>
          <p:cNvCxnSpPr/>
          <p:nvPr/>
        </p:nvCxnSpPr>
        <p:spPr>
          <a:xfrm>
            <a:off x="1272925" y="2841100"/>
            <a:ext cx="1398900" cy="399600"/>
          </a:xfrm>
          <a:prstGeom prst="straightConnector1">
            <a:avLst/>
          </a:prstGeom>
          <a:noFill/>
          <a:ln w="19050" cap="flat" cmpd="sng">
            <a:solidFill>
              <a:schemeClr val="dk2"/>
            </a:solidFill>
            <a:prstDash val="solid"/>
            <a:round/>
            <a:headEnd type="none" w="med" len="med"/>
            <a:tailEnd type="triangle" w="med" len="med"/>
          </a:ln>
        </p:spPr>
      </p:cxnSp>
      <p:sp>
        <p:nvSpPr>
          <p:cNvPr id="278" name="Google Shape;278;p42"/>
          <p:cNvSpPr txBox="1"/>
          <p:nvPr/>
        </p:nvSpPr>
        <p:spPr>
          <a:xfrm>
            <a:off x="7825" y="2529425"/>
            <a:ext cx="1372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6  Refillable Capsules</a:t>
            </a:r>
            <a:endParaRPr dirty="0"/>
          </a:p>
        </p:txBody>
      </p:sp>
      <p:cxnSp>
        <p:nvCxnSpPr>
          <p:cNvPr id="279" name="Google Shape;279;p42"/>
          <p:cNvCxnSpPr>
            <a:stCxn id="280" idx="1"/>
          </p:cNvCxnSpPr>
          <p:nvPr/>
        </p:nvCxnSpPr>
        <p:spPr>
          <a:xfrm flipH="1">
            <a:off x="5938050" y="2065075"/>
            <a:ext cx="1777200" cy="11700"/>
          </a:xfrm>
          <a:prstGeom prst="straightConnector1">
            <a:avLst/>
          </a:prstGeom>
          <a:noFill/>
          <a:ln w="19050" cap="flat" cmpd="sng">
            <a:solidFill>
              <a:schemeClr val="dk2"/>
            </a:solidFill>
            <a:prstDash val="solid"/>
            <a:round/>
            <a:headEnd type="none" w="med" len="med"/>
            <a:tailEnd type="triangle" w="med" len="med"/>
          </a:ln>
        </p:spPr>
      </p:cxnSp>
      <p:sp>
        <p:nvSpPr>
          <p:cNvPr id="280" name="Google Shape;280;p42"/>
          <p:cNvSpPr txBox="1"/>
          <p:nvPr/>
        </p:nvSpPr>
        <p:spPr>
          <a:xfrm>
            <a:off x="7715250" y="1864975"/>
            <a:ext cx="134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Push-to-open</a:t>
            </a:r>
            <a:endParaRPr dirty="0"/>
          </a:p>
        </p:txBody>
      </p:sp>
      <p:cxnSp>
        <p:nvCxnSpPr>
          <p:cNvPr id="281" name="Google Shape;281;p42"/>
          <p:cNvCxnSpPr/>
          <p:nvPr/>
        </p:nvCxnSpPr>
        <p:spPr>
          <a:xfrm rot="10800000" flipH="1">
            <a:off x="311700" y="781925"/>
            <a:ext cx="2044500" cy="7200"/>
          </a:xfrm>
          <a:prstGeom prst="straightConnector1">
            <a:avLst/>
          </a:prstGeom>
          <a:noFill/>
          <a:ln w="38100" cap="flat" cmpd="sng">
            <a:solidFill>
              <a:srgbClr val="00BCEB"/>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grpSp>
        <p:nvGrpSpPr>
          <p:cNvPr id="294" name="Google Shape;294;p44"/>
          <p:cNvGrpSpPr/>
          <p:nvPr/>
        </p:nvGrpSpPr>
        <p:grpSpPr>
          <a:xfrm>
            <a:off x="1170553" y="3875101"/>
            <a:ext cx="2559157" cy="198967"/>
            <a:chOff x="1040553" y="2267561"/>
            <a:chExt cx="2559157" cy="392439"/>
          </a:xfrm>
        </p:grpSpPr>
        <p:sp>
          <p:nvSpPr>
            <p:cNvPr id="295" name="Google Shape;295;p44"/>
            <p:cNvSpPr/>
            <p:nvPr/>
          </p:nvSpPr>
          <p:spPr>
            <a:xfrm>
              <a:off x="1040553" y="2401033"/>
              <a:ext cx="2402078" cy="125930"/>
            </a:xfrm>
            <a:custGeom>
              <a:avLst/>
              <a:gdLst/>
              <a:ahLst/>
              <a:cxnLst/>
              <a:rect l="l" t="t" r="r" b="b"/>
              <a:pathLst>
                <a:path w="6886" h="361" extrusionOk="0">
                  <a:moveTo>
                    <a:pt x="179" y="361"/>
                  </a:moveTo>
                  <a:lnTo>
                    <a:pt x="6706" y="361"/>
                  </a:lnTo>
                  <a:lnTo>
                    <a:pt x="6886" y="181"/>
                  </a:lnTo>
                  <a:lnTo>
                    <a:pt x="6706" y="0"/>
                  </a:lnTo>
                  <a:lnTo>
                    <a:pt x="182" y="0"/>
                  </a:lnTo>
                  <a:lnTo>
                    <a:pt x="146" y="4"/>
                  </a:lnTo>
                  <a:lnTo>
                    <a:pt x="80" y="32"/>
                  </a:lnTo>
                  <a:lnTo>
                    <a:pt x="32" y="80"/>
                  </a:lnTo>
                  <a:lnTo>
                    <a:pt x="4" y="146"/>
                  </a:lnTo>
                  <a:lnTo>
                    <a:pt x="0" y="181"/>
                  </a:lnTo>
                  <a:lnTo>
                    <a:pt x="2" y="205"/>
                  </a:lnTo>
                  <a:lnTo>
                    <a:pt x="13" y="245"/>
                  </a:lnTo>
                  <a:lnTo>
                    <a:pt x="44" y="300"/>
                  </a:lnTo>
                  <a:lnTo>
                    <a:pt x="76" y="327"/>
                  </a:lnTo>
                  <a:lnTo>
                    <a:pt x="99" y="342"/>
                  </a:lnTo>
                  <a:lnTo>
                    <a:pt x="152" y="359"/>
                  </a:lnTo>
                  <a:lnTo>
                    <a:pt x="179" y="36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296" name="Google Shape;296;p44"/>
            <p:cNvGrpSpPr/>
            <p:nvPr/>
          </p:nvGrpSpPr>
          <p:grpSpPr>
            <a:xfrm>
              <a:off x="3341221" y="2267561"/>
              <a:ext cx="258489" cy="392439"/>
              <a:chOff x="3341221" y="2267561"/>
              <a:chExt cx="258489" cy="392439"/>
            </a:xfrm>
          </p:grpSpPr>
          <p:sp>
            <p:nvSpPr>
              <p:cNvPr id="297" name="Google Shape;297;p44"/>
              <p:cNvSpPr/>
              <p:nvPr/>
            </p:nvSpPr>
            <p:spPr>
              <a:xfrm>
                <a:off x="3341221" y="2509652"/>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98" name="Google Shape;298;p44"/>
              <p:cNvSpPr/>
              <p:nvPr/>
            </p:nvSpPr>
            <p:spPr>
              <a:xfrm>
                <a:off x="3384826" y="2463258"/>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299" name="Google Shape;299;p44"/>
              <p:cNvSpPr/>
              <p:nvPr/>
            </p:nvSpPr>
            <p:spPr>
              <a:xfrm>
                <a:off x="3341221" y="2267561"/>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0" name="Google Shape;300;p44"/>
              <p:cNvSpPr/>
              <p:nvPr/>
            </p:nvSpPr>
            <p:spPr>
              <a:xfrm>
                <a:off x="3384827" y="2400816"/>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1" name="Google Shape;301;p44"/>
              <p:cNvSpPr/>
              <p:nvPr/>
            </p:nvSpPr>
            <p:spPr>
              <a:xfrm>
                <a:off x="3447966" y="2400816"/>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02" name="Google Shape;302;p44"/>
          <p:cNvGrpSpPr/>
          <p:nvPr/>
        </p:nvGrpSpPr>
        <p:grpSpPr>
          <a:xfrm>
            <a:off x="1170528" y="4044227"/>
            <a:ext cx="2559157" cy="198967"/>
            <a:chOff x="1040553" y="2267561"/>
            <a:chExt cx="2559157" cy="392439"/>
          </a:xfrm>
        </p:grpSpPr>
        <p:sp>
          <p:nvSpPr>
            <p:cNvPr id="303" name="Google Shape;303;p44"/>
            <p:cNvSpPr/>
            <p:nvPr/>
          </p:nvSpPr>
          <p:spPr>
            <a:xfrm>
              <a:off x="1040553" y="2401033"/>
              <a:ext cx="2402078" cy="125930"/>
            </a:xfrm>
            <a:custGeom>
              <a:avLst/>
              <a:gdLst/>
              <a:ahLst/>
              <a:cxnLst/>
              <a:rect l="l" t="t" r="r" b="b"/>
              <a:pathLst>
                <a:path w="6886" h="361" extrusionOk="0">
                  <a:moveTo>
                    <a:pt x="179" y="361"/>
                  </a:moveTo>
                  <a:lnTo>
                    <a:pt x="6706" y="361"/>
                  </a:lnTo>
                  <a:lnTo>
                    <a:pt x="6886" y="181"/>
                  </a:lnTo>
                  <a:lnTo>
                    <a:pt x="6706" y="0"/>
                  </a:lnTo>
                  <a:lnTo>
                    <a:pt x="182" y="0"/>
                  </a:lnTo>
                  <a:lnTo>
                    <a:pt x="146" y="4"/>
                  </a:lnTo>
                  <a:lnTo>
                    <a:pt x="80" y="32"/>
                  </a:lnTo>
                  <a:lnTo>
                    <a:pt x="32" y="80"/>
                  </a:lnTo>
                  <a:lnTo>
                    <a:pt x="4" y="146"/>
                  </a:lnTo>
                  <a:lnTo>
                    <a:pt x="0" y="181"/>
                  </a:lnTo>
                  <a:lnTo>
                    <a:pt x="2" y="205"/>
                  </a:lnTo>
                  <a:lnTo>
                    <a:pt x="13" y="245"/>
                  </a:lnTo>
                  <a:lnTo>
                    <a:pt x="44" y="300"/>
                  </a:lnTo>
                  <a:lnTo>
                    <a:pt x="76" y="327"/>
                  </a:lnTo>
                  <a:lnTo>
                    <a:pt x="99" y="342"/>
                  </a:lnTo>
                  <a:lnTo>
                    <a:pt x="152" y="359"/>
                  </a:lnTo>
                  <a:lnTo>
                    <a:pt x="179" y="36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04" name="Google Shape;304;p44"/>
            <p:cNvGrpSpPr/>
            <p:nvPr/>
          </p:nvGrpSpPr>
          <p:grpSpPr>
            <a:xfrm>
              <a:off x="3341221" y="2267561"/>
              <a:ext cx="258489" cy="392439"/>
              <a:chOff x="3341221" y="2267561"/>
              <a:chExt cx="258489" cy="392439"/>
            </a:xfrm>
          </p:grpSpPr>
          <p:sp>
            <p:nvSpPr>
              <p:cNvPr id="305" name="Google Shape;305;p44"/>
              <p:cNvSpPr/>
              <p:nvPr/>
            </p:nvSpPr>
            <p:spPr>
              <a:xfrm>
                <a:off x="3341221" y="2509652"/>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6" name="Google Shape;306;p44"/>
              <p:cNvSpPr/>
              <p:nvPr/>
            </p:nvSpPr>
            <p:spPr>
              <a:xfrm>
                <a:off x="3384826" y="2463258"/>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7" name="Google Shape;307;p44"/>
              <p:cNvSpPr/>
              <p:nvPr/>
            </p:nvSpPr>
            <p:spPr>
              <a:xfrm>
                <a:off x="3341221" y="2267561"/>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8" name="Google Shape;308;p44"/>
              <p:cNvSpPr/>
              <p:nvPr/>
            </p:nvSpPr>
            <p:spPr>
              <a:xfrm>
                <a:off x="3384827" y="2400816"/>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09" name="Google Shape;309;p44"/>
              <p:cNvSpPr/>
              <p:nvPr/>
            </p:nvSpPr>
            <p:spPr>
              <a:xfrm>
                <a:off x="3447966" y="2400816"/>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sp>
        <p:nvSpPr>
          <p:cNvPr id="310" name="Google Shape;310;p44"/>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a:t>LCD Screen UI</a:t>
            </a:r>
            <a:endParaRPr dirty="0"/>
          </a:p>
        </p:txBody>
      </p:sp>
      <p:cxnSp>
        <p:nvCxnSpPr>
          <p:cNvPr id="311" name="Google Shape;311;p44"/>
          <p:cNvCxnSpPr/>
          <p:nvPr/>
        </p:nvCxnSpPr>
        <p:spPr>
          <a:xfrm rot="10800000" flipH="1">
            <a:off x="331575" y="919625"/>
            <a:ext cx="7190700" cy="21900"/>
          </a:xfrm>
          <a:prstGeom prst="straightConnector1">
            <a:avLst/>
          </a:prstGeom>
          <a:noFill/>
          <a:ln w="76200" cap="flat" cmpd="sng">
            <a:solidFill>
              <a:srgbClr val="00BCEB"/>
            </a:solidFill>
            <a:prstDash val="solid"/>
            <a:round/>
            <a:headEnd type="none" w="med" len="med"/>
            <a:tailEnd type="none" w="med" len="med"/>
          </a:ln>
        </p:spPr>
      </p:cxnSp>
      <p:sp>
        <p:nvSpPr>
          <p:cNvPr id="312" name="Google Shape;312;p44"/>
          <p:cNvSpPr txBox="1"/>
          <p:nvPr/>
        </p:nvSpPr>
        <p:spPr>
          <a:xfrm>
            <a:off x="117838" y="1990608"/>
            <a:ext cx="1046100" cy="4002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Unlock</a:t>
            </a:r>
            <a:endParaRPr dirty="0"/>
          </a:p>
        </p:txBody>
      </p:sp>
      <p:sp>
        <p:nvSpPr>
          <p:cNvPr id="313" name="Google Shape;313;p44"/>
          <p:cNvSpPr txBox="1"/>
          <p:nvPr/>
        </p:nvSpPr>
        <p:spPr>
          <a:xfrm>
            <a:off x="143625" y="3843050"/>
            <a:ext cx="950700"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Settings</a:t>
            </a:r>
            <a:endParaRPr dirty="0"/>
          </a:p>
        </p:txBody>
      </p:sp>
      <p:sp>
        <p:nvSpPr>
          <p:cNvPr id="314" name="Google Shape;314;p44"/>
          <p:cNvSpPr txBox="1"/>
          <p:nvPr/>
        </p:nvSpPr>
        <p:spPr>
          <a:xfrm>
            <a:off x="1927049" y="1515598"/>
            <a:ext cx="1046100" cy="4002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PIN</a:t>
            </a:r>
            <a:endParaRPr dirty="0"/>
          </a:p>
        </p:txBody>
      </p:sp>
      <p:sp>
        <p:nvSpPr>
          <p:cNvPr id="315" name="Google Shape;315;p44"/>
          <p:cNvSpPr txBox="1"/>
          <p:nvPr/>
        </p:nvSpPr>
        <p:spPr>
          <a:xfrm>
            <a:off x="1927049" y="2468852"/>
            <a:ext cx="1046100" cy="6156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Access Medicine</a:t>
            </a:r>
            <a:endParaRPr dirty="0"/>
          </a:p>
        </p:txBody>
      </p:sp>
      <p:grpSp>
        <p:nvGrpSpPr>
          <p:cNvPr id="316" name="Google Shape;316;p44"/>
          <p:cNvGrpSpPr/>
          <p:nvPr/>
        </p:nvGrpSpPr>
        <p:grpSpPr>
          <a:xfrm rot="1123513">
            <a:off x="1016079" y="1371792"/>
            <a:ext cx="752651" cy="729626"/>
            <a:chOff x="4586187" y="3840573"/>
            <a:chExt cx="942001" cy="1080946"/>
          </a:xfrm>
        </p:grpSpPr>
        <p:sp>
          <p:nvSpPr>
            <p:cNvPr id="317" name="Google Shape;317;p44"/>
            <p:cNvSpPr/>
            <p:nvPr/>
          </p:nvSpPr>
          <p:spPr>
            <a:xfrm>
              <a:off x="4586187" y="4024199"/>
              <a:ext cx="745523" cy="897320"/>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18" name="Google Shape;318;p44"/>
            <p:cNvGrpSpPr/>
            <p:nvPr/>
          </p:nvGrpSpPr>
          <p:grpSpPr>
            <a:xfrm>
              <a:off x="5152367" y="3840573"/>
              <a:ext cx="375821" cy="526539"/>
              <a:chOff x="5152367" y="3840573"/>
              <a:chExt cx="375821" cy="526539"/>
            </a:xfrm>
          </p:grpSpPr>
          <p:sp>
            <p:nvSpPr>
              <p:cNvPr id="319" name="Google Shape;319;p44"/>
              <p:cNvSpPr/>
              <p:nvPr/>
            </p:nvSpPr>
            <p:spPr>
              <a:xfrm>
                <a:off x="5152367" y="3840573"/>
                <a:ext cx="315225" cy="181178"/>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0" name="Google Shape;320;p44"/>
              <p:cNvSpPr/>
              <p:nvPr/>
            </p:nvSpPr>
            <p:spPr>
              <a:xfrm>
                <a:off x="5231326" y="3998491"/>
                <a:ext cx="275439" cy="99157"/>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1" name="Google Shape;321;p44"/>
              <p:cNvSpPr/>
              <p:nvPr/>
            </p:nvSpPr>
            <p:spPr>
              <a:xfrm>
                <a:off x="5205618" y="4144925"/>
                <a:ext cx="282784" cy="222187"/>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2" name="Google Shape;322;p44"/>
              <p:cNvSpPr/>
              <p:nvPr/>
            </p:nvSpPr>
            <p:spPr>
              <a:xfrm>
                <a:off x="5263766" y="4097650"/>
                <a:ext cx="179342" cy="88140"/>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3" name="Google Shape;323;p44"/>
              <p:cNvSpPr/>
              <p:nvPr/>
            </p:nvSpPr>
            <p:spPr>
              <a:xfrm>
                <a:off x="5443108" y="4152125"/>
                <a:ext cx="45294" cy="11629"/>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4389D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4" name="Google Shape;324;p44"/>
              <p:cNvSpPr/>
              <p:nvPr/>
            </p:nvSpPr>
            <p:spPr>
              <a:xfrm>
                <a:off x="5488402" y="4075615"/>
                <a:ext cx="39786" cy="76510"/>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5" name="Google Shape;325;p44"/>
              <p:cNvSpPr/>
              <p:nvPr/>
            </p:nvSpPr>
            <p:spPr>
              <a:xfrm>
                <a:off x="5506765" y="4025423"/>
                <a:ext cx="9794" cy="14078"/>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26" name="Google Shape;326;p44"/>
              <p:cNvSpPr/>
              <p:nvPr/>
            </p:nvSpPr>
            <p:spPr>
              <a:xfrm>
                <a:off x="5329260" y="3998491"/>
                <a:ext cx="198928" cy="165264"/>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1B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27" name="Google Shape;327;p44"/>
          <p:cNvGrpSpPr/>
          <p:nvPr/>
        </p:nvGrpSpPr>
        <p:grpSpPr>
          <a:xfrm rot="9754080" flipH="1">
            <a:off x="962840" y="2290916"/>
            <a:ext cx="755616" cy="698120"/>
            <a:chOff x="4586187" y="3840573"/>
            <a:chExt cx="942001" cy="1080946"/>
          </a:xfrm>
        </p:grpSpPr>
        <p:sp>
          <p:nvSpPr>
            <p:cNvPr id="328" name="Google Shape;328;p44"/>
            <p:cNvSpPr/>
            <p:nvPr/>
          </p:nvSpPr>
          <p:spPr>
            <a:xfrm>
              <a:off x="4586187" y="4024199"/>
              <a:ext cx="745523" cy="897320"/>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29" name="Google Shape;329;p44"/>
            <p:cNvGrpSpPr/>
            <p:nvPr/>
          </p:nvGrpSpPr>
          <p:grpSpPr>
            <a:xfrm>
              <a:off x="5152367" y="3840573"/>
              <a:ext cx="375821" cy="526539"/>
              <a:chOff x="5152367" y="3840573"/>
              <a:chExt cx="375821" cy="526539"/>
            </a:xfrm>
          </p:grpSpPr>
          <p:sp>
            <p:nvSpPr>
              <p:cNvPr id="330" name="Google Shape;330;p44"/>
              <p:cNvSpPr/>
              <p:nvPr/>
            </p:nvSpPr>
            <p:spPr>
              <a:xfrm>
                <a:off x="5152367" y="3840573"/>
                <a:ext cx="315225" cy="181178"/>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1" name="Google Shape;331;p44"/>
              <p:cNvSpPr/>
              <p:nvPr/>
            </p:nvSpPr>
            <p:spPr>
              <a:xfrm>
                <a:off x="5231326" y="3998491"/>
                <a:ext cx="275439" cy="99157"/>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2" name="Google Shape;332;p44"/>
              <p:cNvSpPr/>
              <p:nvPr/>
            </p:nvSpPr>
            <p:spPr>
              <a:xfrm>
                <a:off x="5205618" y="4144925"/>
                <a:ext cx="282784" cy="222187"/>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3" name="Google Shape;333;p44"/>
              <p:cNvSpPr/>
              <p:nvPr/>
            </p:nvSpPr>
            <p:spPr>
              <a:xfrm>
                <a:off x="5263766" y="4097650"/>
                <a:ext cx="179342" cy="88140"/>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4" name="Google Shape;334;p44"/>
              <p:cNvSpPr/>
              <p:nvPr/>
            </p:nvSpPr>
            <p:spPr>
              <a:xfrm>
                <a:off x="5443108" y="4152125"/>
                <a:ext cx="45294" cy="11629"/>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4389D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5" name="Google Shape;335;p44"/>
              <p:cNvSpPr/>
              <p:nvPr/>
            </p:nvSpPr>
            <p:spPr>
              <a:xfrm>
                <a:off x="5488402" y="4075615"/>
                <a:ext cx="39786" cy="76510"/>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6" name="Google Shape;336;p44"/>
              <p:cNvSpPr/>
              <p:nvPr/>
            </p:nvSpPr>
            <p:spPr>
              <a:xfrm>
                <a:off x="5506765" y="4025423"/>
                <a:ext cx="9794" cy="14078"/>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37" name="Google Shape;337;p44"/>
              <p:cNvSpPr/>
              <p:nvPr/>
            </p:nvSpPr>
            <p:spPr>
              <a:xfrm>
                <a:off x="5329260" y="3998491"/>
                <a:ext cx="198928" cy="165264"/>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1B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sp>
        <p:nvSpPr>
          <p:cNvPr id="338" name="Google Shape;338;p44"/>
          <p:cNvSpPr txBox="1"/>
          <p:nvPr/>
        </p:nvSpPr>
        <p:spPr>
          <a:xfrm>
            <a:off x="3419922" y="1128150"/>
            <a:ext cx="1770000" cy="4002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Medication Times</a:t>
            </a:r>
            <a:endParaRPr dirty="0"/>
          </a:p>
        </p:txBody>
      </p:sp>
      <p:sp>
        <p:nvSpPr>
          <p:cNvPr id="339" name="Google Shape;339;p44"/>
          <p:cNvSpPr txBox="1"/>
          <p:nvPr/>
        </p:nvSpPr>
        <p:spPr>
          <a:xfrm>
            <a:off x="3282850" y="1832592"/>
            <a:ext cx="2119500" cy="4002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Medication Restraints</a:t>
            </a:r>
            <a:endParaRPr dirty="0"/>
          </a:p>
        </p:txBody>
      </p:sp>
      <p:sp>
        <p:nvSpPr>
          <p:cNvPr id="340" name="Google Shape;340;p44"/>
          <p:cNvSpPr txBox="1"/>
          <p:nvPr/>
        </p:nvSpPr>
        <p:spPr>
          <a:xfrm>
            <a:off x="6102738" y="1495361"/>
            <a:ext cx="1120800" cy="400200"/>
          </a:xfrm>
          <a:prstGeom prst="rect">
            <a:avLst/>
          </a:prstGeom>
          <a:solidFill>
            <a:srgbClr val="49DAFF"/>
          </a:solidFill>
          <a:ln w="28575" cap="flat" cmpd="sng">
            <a:solidFill>
              <a:srgbClr val="49DA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Refill Date</a:t>
            </a:r>
            <a:endParaRPr dirty="0"/>
          </a:p>
        </p:txBody>
      </p:sp>
      <p:sp>
        <p:nvSpPr>
          <p:cNvPr id="341" name="Google Shape;341;p44"/>
          <p:cNvSpPr txBox="1"/>
          <p:nvPr/>
        </p:nvSpPr>
        <p:spPr>
          <a:xfrm>
            <a:off x="7967363" y="1495361"/>
            <a:ext cx="1046100" cy="400200"/>
          </a:xfrm>
          <a:prstGeom prst="rect">
            <a:avLst/>
          </a:prstGeom>
          <a:solidFill>
            <a:srgbClr val="FBAB2C"/>
          </a:solidFill>
          <a:ln w="28575" cap="flat" cmpd="sng">
            <a:solidFill>
              <a:srgbClr val="FBAB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Lock</a:t>
            </a:r>
            <a:endParaRPr dirty="0"/>
          </a:p>
        </p:txBody>
      </p:sp>
      <p:grpSp>
        <p:nvGrpSpPr>
          <p:cNvPr id="342" name="Google Shape;342;p44"/>
          <p:cNvGrpSpPr/>
          <p:nvPr/>
        </p:nvGrpSpPr>
        <p:grpSpPr>
          <a:xfrm rot="870606">
            <a:off x="5407831" y="1397332"/>
            <a:ext cx="571201" cy="182924"/>
            <a:chOff x="2485537" y="1200355"/>
            <a:chExt cx="1209762" cy="523253"/>
          </a:xfrm>
        </p:grpSpPr>
        <p:sp>
          <p:nvSpPr>
            <p:cNvPr id="343" name="Google Shape;343;p44"/>
            <p:cNvSpPr/>
            <p:nvPr/>
          </p:nvSpPr>
          <p:spPr>
            <a:xfrm>
              <a:off x="2485537" y="1378029"/>
              <a:ext cx="1007439" cy="167906"/>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44" name="Google Shape;344;p44"/>
            <p:cNvGrpSpPr/>
            <p:nvPr/>
          </p:nvGrpSpPr>
          <p:grpSpPr>
            <a:xfrm>
              <a:off x="3350649" y="1200355"/>
              <a:ext cx="344650" cy="523253"/>
              <a:chOff x="3350649" y="1200355"/>
              <a:chExt cx="344650" cy="523253"/>
            </a:xfrm>
          </p:grpSpPr>
          <p:sp>
            <p:nvSpPr>
              <p:cNvPr id="345" name="Google Shape;345;p44"/>
              <p:cNvSpPr/>
              <p:nvPr/>
            </p:nvSpPr>
            <p:spPr>
              <a:xfrm>
                <a:off x="3350649" y="1523144"/>
                <a:ext cx="318139" cy="200463"/>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46" name="Google Shape;346;p44"/>
              <p:cNvSpPr/>
              <p:nvPr/>
            </p:nvSpPr>
            <p:spPr>
              <a:xfrm>
                <a:off x="3408789" y="1461284"/>
                <a:ext cx="229766" cy="84651"/>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47" name="Google Shape;347;p44"/>
              <p:cNvSpPr/>
              <p:nvPr/>
            </p:nvSpPr>
            <p:spPr>
              <a:xfrm>
                <a:off x="3350649" y="1200355"/>
                <a:ext cx="318139" cy="199069"/>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48" name="Google Shape;348;p44"/>
              <p:cNvSpPr/>
              <p:nvPr/>
            </p:nvSpPr>
            <p:spPr>
              <a:xfrm>
                <a:off x="3408789" y="1378029"/>
                <a:ext cx="203255" cy="83256"/>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49" name="Google Shape;349;p44"/>
              <p:cNvSpPr/>
              <p:nvPr/>
            </p:nvSpPr>
            <p:spPr>
              <a:xfrm>
                <a:off x="3408789" y="1378029"/>
                <a:ext cx="930" cy="0"/>
              </a:xfrm>
              <a:custGeom>
                <a:avLst/>
                <a:gdLst/>
                <a:ahLst/>
                <a:cxnLst/>
                <a:rect l="l" t="t" r="r" b="b"/>
                <a:pathLst>
                  <a:path w="2" h="120000" extrusionOk="0">
                    <a:moveTo>
                      <a:pt x="2" y="0"/>
                    </a:moveTo>
                    <a:lnTo>
                      <a:pt x="2" y="0"/>
                    </a:lnTo>
                    <a:lnTo>
                      <a:pt x="0" y="0"/>
                    </a:lnTo>
                    <a:lnTo>
                      <a:pt x="0" y="0"/>
                    </a:lnTo>
                    <a:lnTo>
                      <a:pt x="2" y="0"/>
                    </a:lnTo>
                    <a:lnTo>
                      <a:pt x="2" y="0"/>
                    </a:lnTo>
                    <a:close/>
                  </a:path>
                </a:pathLst>
              </a:custGeom>
              <a:solidFill>
                <a:srgbClr val="19231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0" name="Google Shape;350;p44"/>
              <p:cNvSpPr/>
              <p:nvPr/>
            </p:nvSpPr>
            <p:spPr>
              <a:xfrm>
                <a:off x="3492974" y="1378029"/>
                <a:ext cx="202325" cy="167906"/>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1B6"/>
              </a:solidFill>
              <a:ln w="9525" cap="flat" cmpd="sng">
                <a:solidFill>
                  <a:srgbClr val="3961B6"/>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51" name="Google Shape;351;p44"/>
          <p:cNvGrpSpPr/>
          <p:nvPr/>
        </p:nvGrpSpPr>
        <p:grpSpPr>
          <a:xfrm rot="169948">
            <a:off x="2842179" y="1138562"/>
            <a:ext cx="423193" cy="321979"/>
            <a:chOff x="4586187" y="3840573"/>
            <a:chExt cx="942001" cy="1080946"/>
          </a:xfrm>
        </p:grpSpPr>
        <p:sp>
          <p:nvSpPr>
            <p:cNvPr id="352" name="Google Shape;352;p44"/>
            <p:cNvSpPr/>
            <p:nvPr/>
          </p:nvSpPr>
          <p:spPr>
            <a:xfrm>
              <a:off x="4586187" y="4024199"/>
              <a:ext cx="745523" cy="897320"/>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53" name="Google Shape;353;p44"/>
            <p:cNvGrpSpPr/>
            <p:nvPr/>
          </p:nvGrpSpPr>
          <p:grpSpPr>
            <a:xfrm>
              <a:off x="5152367" y="3840573"/>
              <a:ext cx="375821" cy="526539"/>
              <a:chOff x="5152367" y="3840573"/>
              <a:chExt cx="375821" cy="526539"/>
            </a:xfrm>
          </p:grpSpPr>
          <p:sp>
            <p:nvSpPr>
              <p:cNvPr id="354" name="Google Shape;354;p44"/>
              <p:cNvSpPr/>
              <p:nvPr/>
            </p:nvSpPr>
            <p:spPr>
              <a:xfrm>
                <a:off x="5152367" y="3840573"/>
                <a:ext cx="315225" cy="181178"/>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5" name="Google Shape;355;p44"/>
              <p:cNvSpPr/>
              <p:nvPr/>
            </p:nvSpPr>
            <p:spPr>
              <a:xfrm>
                <a:off x="5231326" y="3998491"/>
                <a:ext cx="275439" cy="99157"/>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6" name="Google Shape;356;p44"/>
              <p:cNvSpPr/>
              <p:nvPr/>
            </p:nvSpPr>
            <p:spPr>
              <a:xfrm>
                <a:off x="5205618" y="4144925"/>
                <a:ext cx="282784" cy="222187"/>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7" name="Google Shape;357;p44"/>
              <p:cNvSpPr/>
              <p:nvPr/>
            </p:nvSpPr>
            <p:spPr>
              <a:xfrm>
                <a:off x="5263766" y="4097650"/>
                <a:ext cx="179342" cy="88140"/>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8" name="Google Shape;358;p44"/>
              <p:cNvSpPr/>
              <p:nvPr/>
            </p:nvSpPr>
            <p:spPr>
              <a:xfrm>
                <a:off x="5443108" y="4152125"/>
                <a:ext cx="45294" cy="11629"/>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4389D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59" name="Google Shape;359;p44"/>
              <p:cNvSpPr/>
              <p:nvPr/>
            </p:nvSpPr>
            <p:spPr>
              <a:xfrm>
                <a:off x="5488402" y="4075615"/>
                <a:ext cx="39786" cy="76510"/>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0" name="Google Shape;360;p44"/>
              <p:cNvSpPr/>
              <p:nvPr/>
            </p:nvSpPr>
            <p:spPr>
              <a:xfrm>
                <a:off x="5506765" y="4025423"/>
                <a:ext cx="9794" cy="14078"/>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1" name="Google Shape;361;p44"/>
              <p:cNvSpPr/>
              <p:nvPr/>
            </p:nvSpPr>
            <p:spPr>
              <a:xfrm>
                <a:off x="5329260" y="3998491"/>
                <a:ext cx="198928" cy="165264"/>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1B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62" name="Google Shape;362;p44"/>
          <p:cNvGrpSpPr/>
          <p:nvPr/>
        </p:nvGrpSpPr>
        <p:grpSpPr>
          <a:xfrm rot="9980385" flipH="1">
            <a:off x="2851580" y="1929907"/>
            <a:ext cx="320297" cy="301280"/>
            <a:chOff x="4586187" y="3840573"/>
            <a:chExt cx="942001" cy="1080946"/>
          </a:xfrm>
        </p:grpSpPr>
        <p:sp>
          <p:nvSpPr>
            <p:cNvPr id="363" name="Google Shape;363;p44"/>
            <p:cNvSpPr/>
            <p:nvPr/>
          </p:nvSpPr>
          <p:spPr>
            <a:xfrm>
              <a:off x="4586187" y="4024199"/>
              <a:ext cx="745523" cy="897320"/>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64" name="Google Shape;364;p44"/>
            <p:cNvGrpSpPr/>
            <p:nvPr/>
          </p:nvGrpSpPr>
          <p:grpSpPr>
            <a:xfrm>
              <a:off x="5152367" y="3840573"/>
              <a:ext cx="375821" cy="526539"/>
              <a:chOff x="5152367" y="3840573"/>
              <a:chExt cx="375821" cy="526539"/>
            </a:xfrm>
          </p:grpSpPr>
          <p:sp>
            <p:nvSpPr>
              <p:cNvPr id="365" name="Google Shape;365;p44"/>
              <p:cNvSpPr/>
              <p:nvPr/>
            </p:nvSpPr>
            <p:spPr>
              <a:xfrm>
                <a:off x="5152367" y="3840573"/>
                <a:ext cx="315225" cy="181178"/>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6" name="Google Shape;366;p44"/>
              <p:cNvSpPr/>
              <p:nvPr/>
            </p:nvSpPr>
            <p:spPr>
              <a:xfrm>
                <a:off x="5231326" y="3998491"/>
                <a:ext cx="275439" cy="99157"/>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7" name="Google Shape;367;p44"/>
              <p:cNvSpPr/>
              <p:nvPr/>
            </p:nvSpPr>
            <p:spPr>
              <a:xfrm>
                <a:off x="5205618" y="4144925"/>
                <a:ext cx="282784" cy="222187"/>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8" name="Google Shape;368;p44"/>
              <p:cNvSpPr/>
              <p:nvPr/>
            </p:nvSpPr>
            <p:spPr>
              <a:xfrm>
                <a:off x="5263766" y="4097650"/>
                <a:ext cx="179342" cy="88140"/>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69" name="Google Shape;369;p44"/>
              <p:cNvSpPr/>
              <p:nvPr/>
            </p:nvSpPr>
            <p:spPr>
              <a:xfrm>
                <a:off x="5443108" y="4152125"/>
                <a:ext cx="45294" cy="11629"/>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4389D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0" name="Google Shape;370;p44"/>
              <p:cNvSpPr/>
              <p:nvPr/>
            </p:nvSpPr>
            <p:spPr>
              <a:xfrm>
                <a:off x="5488402" y="4075615"/>
                <a:ext cx="39786" cy="76510"/>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1" name="Google Shape;371;p44"/>
              <p:cNvSpPr/>
              <p:nvPr/>
            </p:nvSpPr>
            <p:spPr>
              <a:xfrm>
                <a:off x="5506765" y="4025423"/>
                <a:ext cx="9794" cy="14078"/>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202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2" name="Google Shape;372;p44"/>
              <p:cNvSpPr/>
              <p:nvPr/>
            </p:nvSpPr>
            <p:spPr>
              <a:xfrm>
                <a:off x="5329260" y="3998491"/>
                <a:ext cx="198928" cy="165264"/>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1B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73" name="Google Shape;373;p44"/>
          <p:cNvGrpSpPr/>
          <p:nvPr/>
        </p:nvGrpSpPr>
        <p:grpSpPr>
          <a:xfrm rot="-1400865">
            <a:off x="5477550" y="1851835"/>
            <a:ext cx="555260" cy="190334"/>
            <a:chOff x="2485537" y="1200355"/>
            <a:chExt cx="1209762" cy="523253"/>
          </a:xfrm>
        </p:grpSpPr>
        <p:sp>
          <p:nvSpPr>
            <p:cNvPr id="374" name="Google Shape;374;p44"/>
            <p:cNvSpPr/>
            <p:nvPr/>
          </p:nvSpPr>
          <p:spPr>
            <a:xfrm>
              <a:off x="2485537" y="1378029"/>
              <a:ext cx="1007439" cy="167906"/>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375" name="Google Shape;375;p44"/>
            <p:cNvGrpSpPr/>
            <p:nvPr/>
          </p:nvGrpSpPr>
          <p:grpSpPr>
            <a:xfrm>
              <a:off x="3350649" y="1200355"/>
              <a:ext cx="344650" cy="523253"/>
              <a:chOff x="3350649" y="1200355"/>
              <a:chExt cx="344650" cy="523253"/>
            </a:xfrm>
          </p:grpSpPr>
          <p:sp>
            <p:nvSpPr>
              <p:cNvPr id="376" name="Google Shape;376;p44"/>
              <p:cNvSpPr/>
              <p:nvPr/>
            </p:nvSpPr>
            <p:spPr>
              <a:xfrm>
                <a:off x="3350649" y="1523144"/>
                <a:ext cx="318139" cy="200463"/>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7" name="Google Shape;377;p44"/>
              <p:cNvSpPr/>
              <p:nvPr/>
            </p:nvSpPr>
            <p:spPr>
              <a:xfrm>
                <a:off x="3408789" y="1461284"/>
                <a:ext cx="229766" cy="84651"/>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8" name="Google Shape;378;p44"/>
              <p:cNvSpPr/>
              <p:nvPr/>
            </p:nvSpPr>
            <p:spPr>
              <a:xfrm>
                <a:off x="3350649" y="1200355"/>
                <a:ext cx="318139" cy="199069"/>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79" name="Google Shape;379;p44"/>
              <p:cNvSpPr/>
              <p:nvPr/>
            </p:nvSpPr>
            <p:spPr>
              <a:xfrm>
                <a:off x="3408789" y="1378029"/>
                <a:ext cx="203255" cy="83256"/>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0" name="Google Shape;380;p44"/>
              <p:cNvSpPr/>
              <p:nvPr/>
            </p:nvSpPr>
            <p:spPr>
              <a:xfrm>
                <a:off x="3408789" y="1378029"/>
                <a:ext cx="930" cy="0"/>
              </a:xfrm>
              <a:custGeom>
                <a:avLst/>
                <a:gdLst/>
                <a:ahLst/>
                <a:cxnLst/>
                <a:rect l="l" t="t" r="r" b="b"/>
                <a:pathLst>
                  <a:path w="2" h="120000" extrusionOk="0">
                    <a:moveTo>
                      <a:pt x="2" y="0"/>
                    </a:moveTo>
                    <a:lnTo>
                      <a:pt x="2" y="0"/>
                    </a:lnTo>
                    <a:lnTo>
                      <a:pt x="0" y="0"/>
                    </a:lnTo>
                    <a:lnTo>
                      <a:pt x="0" y="0"/>
                    </a:lnTo>
                    <a:lnTo>
                      <a:pt x="2" y="0"/>
                    </a:lnTo>
                    <a:lnTo>
                      <a:pt x="2" y="0"/>
                    </a:lnTo>
                    <a:close/>
                  </a:path>
                </a:pathLst>
              </a:custGeom>
              <a:solidFill>
                <a:srgbClr val="19231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1" name="Google Shape;381;p44"/>
              <p:cNvSpPr/>
              <p:nvPr/>
            </p:nvSpPr>
            <p:spPr>
              <a:xfrm>
                <a:off x="3492974" y="1378029"/>
                <a:ext cx="202325" cy="167906"/>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1B6"/>
              </a:solidFill>
              <a:ln w="9525" cap="flat" cmpd="sng">
                <a:solidFill>
                  <a:srgbClr val="3961B6"/>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382" name="Google Shape;382;p44"/>
          <p:cNvGrpSpPr/>
          <p:nvPr/>
        </p:nvGrpSpPr>
        <p:grpSpPr>
          <a:xfrm>
            <a:off x="7261483" y="1587508"/>
            <a:ext cx="620064" cy="198967"/>
            <a:chOff x="1864153" y="1048947"/>
            <a:chExt cx="907322" cy="392439"/>
          </a:xfrm>
        </p:grpSpPr>
        <p:sp>
          <p:nvSpPr>
            <p:cNvPr id="383" name="Google Shape;383;p44"/>
            <p:cNvSpPr/>
            <p:nvPr/>
          </p:nvSpPr>
          <p:spPr>
            <a:xfrm>
              <a:off x="1864153" y="1182202"/>
              <a:ext cx="755577" cy="125930"/>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4" name="Google Shape;384;p44"/>
            <p:cNvSpPr/>
            <p:nvPr/>
          </p:nvSpPr>
          <p:spPr>
            <a:xfrm>
              <a:off x="2512987" y="1291038"/>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5" name="Google Shape;385;p44"/>
            <p:cNvSpPr/>
            <p:nvPr/>
          </p:nvSpPr>
          <p:spPr>
            <a:xfrm>
              <a:off x="2556592" y="1244644"/>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F36118"/>
            </a:solidFill>
            <a:ln w="9525" cap="flat" cmpd="sng">
              <a:solidFill>
                <a:srgbClr val="F3611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6" name="Google Shape;386;p44"/>
            <p:cNvSpPr/>
            <p:nvPr/>
          </p:nvSpPr>
          <p:spPr>
            <a:xfrm>
              <a:off x="2512987" y="1048947"/>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7" name="Google Shape;387;p44"/>
            <p:cNvSpPr/>
            <p:nvPr/>
          </p:nvSpPr>
          <p:spPr>
            <a:xfrm>
              <a:off x="2556592" y="1182202"/>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F36118"/>
            </a:solidFill>
            <a:ln w="9525" cap="flat" cmpd="sng">
              <a:solidFill>
                <a:srgbClr val="F3611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88" name="Google Shape;388;p44"/>
            <p:cNvSpPr/>
            <p:nvPr/>
          </p:nvSpPr>
          <p:spPr>
            <a:xfrm>
              <a:off x="2619731" y="1182202"/>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F03E1E"/>
            </a:solidFill>
            <a:ln w="9525" cap="flat" cmpd="sng">
              <a:solidFill>
                <a:srgbClr val="F03E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sp>
        <p:nvSpPr>
          <p:cNvPr id="389" name="Google Shape;389;p44"/>
          <p:cNvSpPr txBox="1"/>
          <p:nvPr/>
        </p:nvSpPr>
        <p:spPr>
          <a:xfrm>
            <a:off x="3743908" y="2561104"/>
            <a:ext cx="1046100" cy="400200"/>
          </a:xfrm>
          <a:prstGeom prst="rect">
            <a:avLst/>
          </a:prstGeom>
          <a:solidFill>
            <a:srgbClr val="FBAB2C"/>
          </a:solidFill>
          <a:ln w="28575" cap="flat" cmpd="sng">
            <a:solidFill>
              <a:srgbClr val="FBAB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Lock</a:t>
            </a:r>
            <a:endParaRPr dirty="0"/>
          </a:p>
        </p:txBody>
      </p:sp>
      <p:grpSp>
        <p:nvGrpSpPr>
          <p:cNvPr id="390" name="Google Shape;390;p44"/>
          <p:cNvGrpSpPr/>
          <p:nvPr/>
        </p:nvGrpSpPr>
        <p:grpSpPr>
          <a:xfrm>
            <a:off x="3038027" y="2653251"/>
            <a:ext cx="620064" cy="198967"/>
            <a:chOff x="1864153" y="1048947"/>
            <a:chExt cx="907322" cy="392439"/>
          </a:xfrm>
        </p:grpSpPr>
        <p:sp>
          <p:nvSpPr>
            <p:cNvPr id="391" name="Google Shape;391;p44"/>
            <p:cNvSpPr/>
            <p:nvPr/>
          </p:nvSpPr>
          <p:spPr>
            <a:xfrm>
              <a:off x="1864153" y="1182202"/>
              <a:ext cx="755577" cy="125930"/>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2" name="Google Shape;392;p44"/>
            <p:cNvSpPr/>
            <p:nvPr/>
          </p:nvSpPr>
          <p:spPr>
            <a:xfrm>
              <a:off x="2512987" y="1291038"/>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3" name="Google Shape;393;p44"/>
            <p:cNvSpPr/>
            <p:nvPr/>
          </p:nvSpPr>
          <p:spPr>
            <a:xfrm>
              <a:off x="2556592" y="1244644"/>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F36118"/>
            </a:solidFill>
            <a:ln w="9525" cap="flat" cmpd="sng">
              <a:solidFill>
                <a:srgbClr val="F3611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4" name="Google Shape;394;p44"/>
            <p:cNvSpPr/>
            <p:nvPr/>
          </p:nvSpPr>
          <p:spPr>
            <a:xfrm>
              <a:off x="2512987" y="1048947"/>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FBAB2C"/>
            </a:solidFill>
            <a:ln w="9525" cap="flat" cmpd="sng">
              <a:solidFill>
                <a:srgbClr val="FBAB2C"/>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5" name="Google Shape;395;p44"/>
            <p:cNvSpPr/>
            <p:nvPr/>
          </p:nvSpPr>
          <p:spPr>
            <a:xfrm>
              <a:off x="2556592" y="1182202"/>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F36118"/>
            </a:solidFill>
            <a:ln w="9525" cap="flat" cmpd="sng">
              <a:solidFill>
                <a:srgbClr val="F36118"/>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6" name="Google Shape;396;p44"/>
            <p:cNvSpPr/>
            <p:nvPr/>
          </p:nvSpPr>
          <p:spPr>
            <a:xfrm>
              <a:off x="2619731" y="1182202"/>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F03E1E"/>
            </a:solidFill>
            <a:ln w="9525" cap="flat" cmpd="sng">
              <a:solidFill>
                <a:srgbClr val="F03E1E"/>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397" name="Google Shape;397;p44"/>
          <p:cNvGrpSpPr/>
          <p:nvPr/>
        </p:nvGrpSpPr>
        <p:grpSpPr>
          <a:xfrm rot="5400000">
            <a:off x="4183520" y="1632783"/>
            <a:ext cx="203767" cy="96716"/>
            <a:chOff x="8318531" y="4161271"/>
            <a:chExt cx="1312087" cy="522788"/>
          </a:xfrm>
        </p:grpSpPr>
        <p:sp>
          <p:nvSpPr>
            <p:cNvPr id="398" name="Google Shape;398;p44"/>
            <p:cNvSpPr/>
            <p:nvPr/>
          </p:nvSpPr>
          <p:spPr>
            <a:xfrm>
              <a:off x="9286898" y="4484990"/>
              <a:ext cx="317208" cy="199069"/>
            </a:xfrm>
            <a:custGeom>
              <a:avLst/>
              <a:gdLst/>
              <a:ahLst/>
              <a:cxnLst/>
              <a:rect l="l" t="t" r="r" b="b"/>
              <a:pathLst>
                <a:path w="682" h="428" extrusionOk="0">
                  <a:moveTo>
                    <a:pt x="177" y="428"/>
                  </a:moveTo>
                  <a:lnTo>
                    <a:pt x="211" y="426"/>
                  </a:lnTo>
                  <a:lnTo>
                    <a:pt x="276" y="401"/>
                  </a:lnTo>
                  <a:lnTo>
                    <a:pt x="304" y="376"/>
                  </a:lnTo>
                  <a:lnTo>
                    <a:pt x="682" y="0"/>
                  </a:lnTo>
                  <a:lnTo>
                    <a:pt x="650" y="23"/>
                  </a:lnTo>
                  <a:lnTo>
                    <a:pt x="616" y="38"/>
                  </a:lnTo>
                  <a:lnTo>
                    <a:pt x="589" y="44"/>
                  </a:lnTo>
                  <a:lnTo>
                    <a:pt x="559" y="46"/>
                  </a:lnTo>
                  <a:lnTo>
                    <a:pt x="124" y="46"/>
                  </a:lnTo>
                  <a:lnTo>
                    <a:pt x="122" y="49"/>
                  </a:lnTo>
                  <a:lnTo>
                    <a:pt x="124" y="49"/>
                  </a:lnTo>
                  <a:lnTo>
                    <a:pt x="50" y="122"/>
                  </a:lnTo>
                  <a:lnTo>
                    <a:pt x="25" y="150"/>
                  </a:lnTo>
                  <a:lnTo>
                    <a:pt x="0" y="215"/>
                  </a:lnTo>
                  <a:lnTo>
                    <a:pt x="0" y="285"/>
                  </a:lnTo>
                  <a:lnTo>
                    <a:pt x="25" y="350"/>
                  </a:lnTo>
                  <a:lnTo>
                    <a:pt x="50" y="378"/>
                  </a:lnTo>
                  <a:lnTo>
                    <a:pt x="50" y="380"/>
                  </a:lnTo>
                  <a:lnTo>
                    <a:pt x="53" y="380"/>
                  </a:lnTo>
                  <a:lnTo>
                    <a:pt x="80" y="403"/>
                  </a:lnTo>
                  <a:lnTo>
                    <a:pt x="143" y="426"/>
                  </a:lnTo>
                  <a:lnTo>
                    <a:pt x="177" y="428"/>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399" name="Google Shape;399;p44"/>
            <p:cNvSpPr/>
            <p:nvPr/>
          </p:nvSpPr>
          <p:spPr>
            <a:xfrm>
              <a:off x="9344573" y="4423130"/>
              <a:ext cx="228837" cy="83256"/>
            </a:xfrm>
            <a:custGeom>
              <a:avLst/>
              <a:gdLst/>
              <a:ahLst/>
              <a:cxnLst/>
              <a:rect l="l" t="t" r="r" b="b"/>
              <a:pathLst>
                <a:path w="492" h="179" extrusionOk="0">
                  <a:moveTo>
                    <a:pt x="0" y="179"/>
                  </a:moveTo>
                  <a:lnTo>
                    <a:pt x="435" y="179"/>
                  </a:lnTo>
                  <a:lnTo>
                    <a:pt x="465" y="177"/>
                  </a:lnTo>
                  <a:lnTo>
                    <a:pt x="492" y="171"/>
                  </a:lnTo>
                  <a:lnTo>
                    <a:pt x="465" y="177"/>
                  </a:lnTo>
                  <a:lnTo>
                    <a:pt x="435" y="179"/>
                  </a:lnTo>
                  <a:lnTo>
                    <a:pt x="402" y="177"/>
                  </a:lnTo>
                  <a:lnTo>
                    <a:pt x="336" y="152"/>
                  </a:lnTo>
                  <a:lnTo>
                    <a:pt x="309" y="127"/>
                  </a:lnTo>
                  <a:lnTo>
                    <a:pt x="180" y="0"/>
                  </a:lnTo>
                  <a:lnTo>
                    <a:pt x="0" y="179"/>
                  </a:lnTo>
                  <a:lnTo>
                    <a:pt x="0" y="179"/>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0" name="Google Shape;400;p44"/>
            <p:cNvSpPr/>
            <p:nvPr/>
          </p:nvSpPr>
          <p:spPr>
            <a:xfrm>
              <a:off x="9286898" y="4161271"/>
              <a:ext cx="317208" cy="199999"/>
            </a:xfrm>
            <a:custGeom>
              <a:avLst/>
              <a:gdLst/>
              <a:ahLst/>
              <a:cxnLst/>
              <a:rect l="l" t="t" r="r" b="b"/>
              <a:pathLst>
                <a:path w="682" h="430" extrusionOk="0">
                  <a:moveTo>
                    <a:pt x="682" y="430"/>
                  </a:moveTo>
                  <a:lnTo>
                    <a:pt x="304" y="52"/>
                  </a:lnTo>
                  <a:lnTo>
                    <a:pt x="293" y="42"/>
                  </a:lnTo>
                  <a:lnTo>
                    <a:pt x="283" y="33"/>
                  </a:lnTo>
                  <a:lnTo>
                    <a:pt x="260" y="19"/>
                  </a:lnTo>
                  <a:lnTo>
                    <a:pt x="205" y="2"/>
                  </a:lnTo>
                  <a:lnTo>
                    <a:pt x="177" y="0"/>
                  </a:lnTo>
                  <a:lnTo>
                    <a:pt x="143" y="2"/>
                  </a:lnTo>
                  <a:lnTo>
                    <a:pt x="78" y="29"/>
                  </a:lnTo>
                  <a:lnTo>
                    <a:pt x="50" y="52"/>
                  </a:lnTo>
                  <a:lnTo>
                    <a:pt x="25" y="80"/>
                  </a:lnTo>
                  <a:lnTo>
                    <a:pt x="0" y="145"/>
                  </a:lnTo>
                  <a:lnTo>
                    <a:pt x="0" y="215"/>
                  </a:lnTo>
                  <a:lnTo>
                    <a:pt x="25" y="280"/>
                  </a:lnTo>
                  <a:lnTo>
                    <a:pt x="50" y="308"/>
                  </a:lnTo>
                  <a:lnTo>
                    <a:pt x="124" y="382"/>
                  </a:lnTo>
                  <a:lnTo>
                    <a:pt x="559" y="382"/>
                  </a:lnTo>
                  <a:lnTo>
                    <a:pt x="559" y="382"/>
                  </a:lnTo>
                  <a:lnTo>
                    <a:pt x="559" y="382"/>
                  </a:lnTo>
                  <a:lnTo>
                    <a:pt x="593" y="384"/>
                  </a:lnTo>
                  <a:lnTo>
                    <a:pt x="654" y="407"/>
                  </a:lnTo>
                  <a:lnTo>
                    <a:pt x="682" y="43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1" name="Google Shape;401;p44"/>
            <p:cNvSpPr/>
            <p:nvPr/>
          </p:nvSpPr>
          <p:spPr>
            <a:xfrm>
              <a:off x="9344573" y="4338944"/>
              <a:ext cx="202325" cy="84186"/>
            </a:xfrm>
            <a:custGeom>
              <a:avLst/>
              <a:gdLst/>
              <a:ahLst/>
              <a:cxnLst/>
              <a:rect l="l" t="t" r="r" b="b"/>
              <a:pathLst>
                <a:path w="435" h="181" extrusionOk="0">
                  <a:moveTo>
                    <a:pt x="180" y="181"/>
                  </a:moveTo>
                  <a:lnTo>
                    <a:pt x="309" y="52"/>
                  </a:lnTo>
                  <a:lnTo>
                    <a:pt x="336" y="29"/>
                  </a:lnTo>
                  <a:lnTo>
                    <a:pt x="402" y="2"/>
                  </a:lnTo>
                  <a:lnTo>
                    <a:pt x="435" y="0"/>
                  </a:lnTo>
                  <a:lnTo>
                    <a:pt x="435" y="0"/>
                  </a:lnTo>
                  <a:lnTo>
                    <a:pt x="0" y="0"/>
                  </a:lnTo>
                  <a:lnTo>
                    <a:pt x="0" y="0"/>
                  </a:lnTo>
                  <a:lnTo>
                    <a:pt x="0" y="0"/>
                  </a:lnTo>
                  <a:lnTo>
                    <a:pt x="180" y="181"/>
                  </a:lnTo>
                  <a:lnTo>
                    <a:pt x="180" y="181"/>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2" name="Google Shape;402;p44"/>
            <p:cNvSpPr/>
            <p:nvPr/>
          </p:nvSpPr>
          <p:spPr>
            <a:xfrm>
              <a:off x="9344573" y="4338944"/>
              <a:ext cx="0" cy="0"/>
            </a:xfrm>
            <a:custGeom>
              <a:avLst/>
              <a:gdLst/>
              <a:ahLst/>
              <a:cxnLst/>
              <a:rect l="l" t="t" r="r" b="b"/>
              <a:pathLst>
                <a:path w="120000" h="120000" extrusionOk="0">
                  <a:moveTo>
                    <a:pt x="0" y="0"/>
                  </a:moveTo>
                  <a:lnTo>
                    <a:pt x="0" y="0"/>
                  </a:lnTo>
                  <a:lnTo>
                    <a:pt x="0" y="0"/>
                  </a:lnTo>
                  <a:lnTo>
                    <a:pt x="0" y="0"/>
                  </a:lnTo>
                  <a:lnTo>
                    <a:pt x="0" y="0"/>
                  </a:lnTo>
                  <a:lnTo>
                    <a:pt x="0" y="0"/>
                  </a:lnTo>
                  <a:close/>
                </a:path>
              </a:pathLst>
            </a:custGeom>
            <a:solidFill>
              <a:srgbClr val="19231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3" name="Google Shape;403;p44"/>
            <p:cNvSpPr/>
            <p:nvPr/>
          </p:nvSpPr>
          <p:spPr>
            <a:xfrm>
              <a:off x="9428293" y="4338944"/>
              <a:ext cx="202325" cy="167441"/>
            </a:xfrm>
            <a:custGeom>
              <a:avLst/>
              <a:gdLst/>
              <a:ahLst/>
              <a:cxnLst/>
              <a:rect l="l" t="t" r="r" b="b"/>
              <a:pathLst>
                <a:path w="435" h="360" extrusionOk="0">
                  <a:moveTo>
                    <a:pt x="129" y="308"/>
                  </a:moveTo>
                  <a:lnTo>
                    <a:pt x="156" y="333"/>
                  </a:lnTo>
                  <a:lnTo>
                    <a:pt x="222" y="358"/>
                  </a:lnTo>
                  <a:lnTo>
                    <a:pt x="255" y="360"/>
                  </a:lnTo>
                  <a:lnTo>
                    <a:pt x="285" y="358"/>
                  </a:lnTo>
                  <a:lnTo>
                    <a:pt x="312" y="352"/>
                  </a:lnTo>
                  <a:lnTo>
                    <a:pt x="319" y="350"/>
                  </a:lnTo>
                  <a:lnTo>
                    <a:pt x="325" y="346"/>
                  </a:lnTo>
                  <a:lnTo>
                    <a:pt x="329" y="344"/>
                  </a:lnTo>
                  <a:lnTo>
                    <a:pt x="333" y="344"/>
                  </a:lnTo>
                  <a:lnTo>
                    <a:pt x="336" y="341"/>
                  </a:lnTo>
                  <a:lnTo>
                    <a:pt x="338" y="341"/>
                  </a:lnTo>
                  <a:lnTo>
                    <a:pt x="359" y="329"/>
                  </a:lnTo>
                  <a:lnTo>
                    <a:pt x="378" y="314"/>
                  </a:lnTo>
                  <a:lnTo>
                    <a:pt x="384" y="308"/>
                  </a:lnTo>
                  <a:lnTo>
                    <a:pt x="399" y="289"/>
                  </a:lnTo>
                  <a:lnTo>
                    <a:pt x="422" y="249"/>
                  </a:lnTo>
                  <a:lnTo>
                    <a:pt x="431" y="228"/>
                  </a:lnTo>
                  <a:lnTo>
                    <a:pt x="431" y="221"/>
                  </a:lnTo>
                  <a:lnTo>
                    <a:pt x="433" y="215"/>
                  </a:lnTo>
                  <a:lnTo>
                    <a:pt x="435" y="198"/>
                  </a:lnTo>
                  <a:lnTo>
                    <a:pt x="435" y="181"/>
                  </a:lnTo>
                  <a:lnTo>
                    <a:pt x="435" y="175"/>
                  </a:lnTo>
                  <a:lnTo>
                    <a:pt x="435" y="171"/>
                  </a:lnTo>
                  <a:lnTo>
                    <a:pt x="435" y="171"/>
                  </a:lnTo>
                  <a:lnTo>
                    <a:pt x="435" y="171"/>
                  </a:lnTo>
                  <a:lnTo>
                    <a:pt x="435" y="171"/>
                  </a:lnTo>
                  <a:lnTo>
                    <a:pt x="435" y="168"/>
                  </a:lnTo>
                  <a:lnTo>
                    <a:pt x="435" y="168"/>
                  </a:lnTo>
                  <a:lnTo>
                    <a:pt x="435" y="168"/>
                  </a:lnTo>
                  <a:lnTo>
                    <a:pt x="435" y="160"/>
                  </a:lnTo>
                  <a:lnTo>
                    <a:pt x="433" y="152"/>
                  </a:lnTo>
                  <a:lnTo>
                    <a:pt x="433" y="149"/>
                  </a:lnTo>
                  <a:lnTo>
                    <a:pt x="433" y="149"/>
                  </a:lnTo>
                  <a:lnTo>
                    <a:pt x="433" y="141"/>
                  </a:lnTo>
                  <a:lnTo>
                    <a:pt x="431" y="135"/>
                  </a:lnTo>
                  <a:lnTo>
                    <a:pt x="431" y="135"/>
                  </a:lnTo>
                  <a:lnTo>
                    <a:pt x="431" y="135"/>
                  </a:lnTo>
                  <a:lnTo>
                    <a:pt x="422" y="111"/>
                  </a:lnTo>
                  <a:lnTo>
                    <a:pt x="399" y="71"/>
                  </a:lnTo>
                  <a:lnTo>
                    <a:pt x="384" y="52"/>
                  </a:lnTo>
                  <a:lnTo>
                    <a:pt x="378" y="48"/>
                  </a:lnTo>
                  <a:lnTo>
                    <a:pt x="355" y="29"/>
                  </a:lnTo>
                  <a:lnTo>
                    <a:pt x="302" y="6"/>
                  </a:lnTo>
                  <a:lnTo>
                    <a:pt x="274" y="2"/>
                  </a:lnTo>
                  <a:lnTo>
                    <a:pt x="274" y="2"/>
                  </a:lnTo>
                  <a:lnTo>
                    <a:pt x="272" y="2"/>
                  </a:lnTo>
                  <a:lnTo>
                    <a:pt x="264" y="0"/>
                  </a:lnTo>
                  <a:lnTo>
                    <a:pt x="255" y="0"/>
                  </a:lnTo>
                  <a:lnTo>
                    <a:pt x="255" y="0"/>
                  </a:lnTo>
                  <a:lnTo>
                    <a:pt x="222" y="2"/>
                  </a:lnTo>
                  <a:lnTo>
                    <a:pt x="156" y="29"/>
                  </a:lnTo>
                  <a:lnTo>
                    <a:pt x="129" y="52"/>
                  </a:lnTo>
                  <a:lnTo>
                    <a:pt x="0" y="181"/>
                  </a:lnTo>
                  <a:lnTo>
                    <a:pt x="129" y="308"/>
                  </a:lnTo>
                  <a:close/>
                </a:path>
              </a:pathLst>
            </a:custGeom>
            <a:solidFill>
              <a:srgbClr val="3961B6"/>
            </a:solidFill>
            <a:ln w="9525" cap="flat" cmpd="sng">
              <a:solidFill>
                <a:srgbClr val="3961B6"/>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4" name="Google Shape;404;p44"/>
            <p:cNvSpPr/>
            <p:nvPr/>
          </p:nvSpPr>
          <p:spPr>
            <a:xfrm>
              <a:off x="8520856" y="4338944"/>
              <a:ext cx="907439" cy="167441"/>
            </a:xfrm>
            <a:custGeom>
              <a:avLst/>
              <a:gdLst/>
              <a:ahLst/>
              <a:cxnLst/>
              <a:rect l="l" t="t" r="r" b="b"/>
              <a:pathLst>
                <a:path w="1951" h="360" extrusionOk="0">
                  <a:moveTo>
                    <a:pt x="1771" y="0"/>
                  </a:moveTo>
                  <a:lnTo>
                    <a:pt x="181" y="0"/>
                  </a:lnTo>
                  <a:lnTo>
                    <a:pt x="0" y="181"/>
                  </a:lnTo>
                  <a:lnTo>
                    <a:pt x="181" y="360"/>
                  </a:lnTo>
                  <a:lnTo>
                    <a:pt x="1771" y="360"/>
                  </a:lnTo>
                  <a:lnTo>
                    <a:pt x="1951" y="181"/>
                  </a:lnTo>
                  <a:lnTo>
                    <a:pt x="1771" y="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5" name="Google Shape;405;p44"/>
            <p:cNvSpPr/>
            <p:nvPr/>
          </p:nvSpPr>
          <p:spPr>
            <a:xfrm>
              <a:off x="8345973" y="4484990"/>
              <a:ext cx="317208" cy="199069"/>
            </a:xfrm>
            <a:custGeom>
              <a:avLst/>
              <a:gdLst/>
              <a:ahLst/>
              <a:cxnLst/>
              <a:rect l="l" t="t" r="r" b="b"/>
              <a:pathLst>
                <a:path w="682" h="428" extrusionOk="0">
                  <a:moveTo>
                    <a:pt x="505" y="428"/>
                  </a:moveTo>
                  <a:lnTo>
                    <a:pt x="469" y="426"/>
                  </a:lnTo>
                  <a:lnTo>
                    <a:pt x="403" y="401"/>
                  </a:lnTo>
                  <a:lnTo>
                    <a:pt x="376" y="376"/>
                  </a:lnTo>
                  <a:lnTo>
                    <a:pt x="0" y="0"/>
                  </a:lnTo>
                  <a:lnTo>
                    <a:pt x="29" y="23"/>
                  </a:lnTo>
                  <a:lnTo>
                    <a:pt x="65" y="38"/>
                  </a:lnTo>
                  <a:lnTo>
                    <a:pt x="93" y="44"/>
                  </a:lnTo>
                  <a:lnTo>
                    <a:pt x="120" y="46"/>
                  </a:lnTo>
                  <a:lnTo>
                    <a:pt x="557" y="46"/>
                  </a:lnTo>
                  <a:lnTo>
                    <a:pt x="557" y="49"/>
                  </a:lnTo>
                  <a:lnTo>
                    <a:pt x="555" y="49"/>
                  </a:lnTo>
                  <a:lnTo>
                    <a:pt x="631" y="122"/>
                  </a:lnTo>
                  <a:lnTo>
                    <a:pt x="654" y="150"/>
                  </a:lnTo>
                  <a:lnTo>
                    <a:pt x="682" y="215"/>
                  </a:lnTo>
                  <a:lnTo>
                    <a:pt x="682" y="285"/>
                  </a:lnTo>
                  <a:lnTo>
                    <a:pt x="654" y="350"/>
                  </a:lnTo>
                  <a:lnTo>
                    <a:pt x="631" y="378"/>
                  </a:lnTo>
                  <a:lnTo>
                    <a:pt x="629" y="380"/>
                  </a:lnTo>
                  <a:lnTo>
                    <a:pt x="627" y="380"/>
                  </a:lnTo>
                  <a:lnTo>
                    <a:pt x="600" y="403"/>
                  </a:lnTo>
                  <a:lnTo>
                    <a:pt x="538" y="426"/>
                  </a:lnTo>
                  <a:lnTo>
                    <a:pt x="505" y="428"/>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6" name="Google Shape;406;p44"/>
            <p:cNvSpPr/>
            <p:nvPr/>
          </p:nvSpPr>
          <p:spPr>
            <a:xfrm>
              <a:off x="8318531" y="4417083"/>
              <a:ext cx="286509" cy="89302"/>
            </a:xfrm>
            <a:custGeom>
              <a:avLst/>
              <a:gdLst/>
              <a:ahLst/>
              <a:cxnLst/>
              <a:rect l="l" t="t" r="r" b="b"/>
              <a:pathLst>
                <a:path w="616" h="192" extrusionOk="0">
                  <a:moveTo>
                    <a:pt x="616" y="192"/>
                  </a:moveTo>
                  <a:lnTo>
                    <a:pt x="435" y="13"/>
                  </a:lnTo>
                  <a:lnTo>
                    <a:pt x="308" y="140"/>
                  </a:lnTo>
                  <a:lnTo>
                    <a:pt x="281" y="165"/>
                  </a:lnTo>
                  <a:lnTo>
                    <a:pt x="215" y="190"/>
                  </a:lnTo>
                  <a:lnTo>
                    <a:pt x="179" y="192"/>
                  </a:lnTo>
                  <a:lnTo>
                    <a:pt x="152" y="190"/>
                  </a:lnTo>
                  <a:lnTo>
                    <a:pt x="124" y="184"/>
                  </a:lnTo>
                  <a:lnTo>
                    <a:pt x="152" y="190"/>
                  </a:lnTo>
                  <a:lnTo>
                    <a:pt x="179" y="192"/>
                  </a:lnTo>
                  <a:lnTo>
                    <a:pt x="616" y="192"/>
                  </a:lnTo>
                  <a:close/>
                  <a:moveTo>
                    <a:pt x="0" y="3"/>
                  </a:moveTo>
                  <a:lnTo>
                    <a:pt x="0" y="3"/>
                  </a:lnTo>
                  <a:lnTo>
                    <a:pt x="0" y="3"/>
                  </a:lnTo>
                  <a:lnTo>
                    <a:pt x="0" y="3"/>
                  </a:lnTo>
                  <a:close/>
                  <a:moveTo>
                    <a:pt x="0" y="3"/>
                  </a:moveTo>
                  <a:lnTo>
                    <a:pt x="0" y="0"/>
                  </a:lnTo>
                  <a:lnTo>
                    <a:pt x="0" y="3"/>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7" name="Google Shape;407;p44"/>
            <p:cNvSpPr/>
            <p:nvPr/>
          </p:nvSpPr>
          <p:spPr>
            <a:xfrm>
              <a:off x="8345043" y="4161271"/>
              <a:ext cx="318139" cy="199999"/>
            </a:xfrm>
            <a:custGeom>
              <a:avLst/>
              <a:gdLst/>
              <a:ahLst/>
              <a:cxnLst/>
              <a:rect l="l" t="t" r="r" b="b"/>
              <a:pathLst>
                <a:path w="684" h="430" extrusionOk="0">
                  <a:moveTo>
                    <a:pt x="0" y="430"/>
                  </a:moveTo>
                  <a:lnTo>
                    <a:pt x="27" y="407"/>
                  </a:lnTo>
                  <a:lnTo>
                    <a:pt x="91" y="384"/>
                  </a:lnTo>
                  <a:lnTo>
                    <a:pt x="122" y="382"/>
                  </a:lnTo>
                  <a:lnTo>
                    <a:pt x="122" y="382"/>
                  </a:lnTo>
                  <a:lnTo>
                    <a:pt x="122" y="382"/>
                  </a:lnTo>
                  <a:lnTo>
                    <a:pt x="559" y="382"/>
                  </a:lnTo>
                  <a:lnTo>
                    <a:pt x="633" y="308"/>
                  </a:lnTo>
                  <a:lnTo>
                    <a:pt x="656" y="280"/>
                  </a:lnTo>
                  <a:lnTo>
                    <a:pt x="684" y="215"/>
                  </a:lnTo>
                  <a:lnTo>
                    <a:pt x="684" y="145"/>
                  </a:lnTo>
                  <a:lnTo>
                    <a:pt x="656" y="80"/>
                  </a:lnTo>
                  <a:lnTo>
                    <a:pt x="633" y="52"/>
                  </a:lnTo>
                  <a:lnTo>
                    <a:pt x="606" y="29"/>
                  </a:lnTo>
                  <a:lnTo>
                    <a:pt x="540" y="2"/>
                  </a:lnTo>
                  <a:lnTo>
                    <a:pt x="504" y="0"/>
                  </a:lnTo>
                  <a:lnTo>
                    <a:pt x="477" y="2"/>
                  </a:lnTo>
                  <a:lnTo>
                    <a:pt x="424" y="19"/>
                  </a:lnTo>
                  <a:lnTo>
                    <a:pt x="399" y="33"/>
                  </a:lnTo>
                  <a:lnTo>
                    <a:pt x="388" y="42"/>
                  </a:lnTo>
                  <a:lnTo>
                    <a:pt x="378" y="52"/>
                  </a:lnTo>
                  <a:lnTo>
                    <a:pt x="0" y="430"/>
                  </a:lnTo>
                  <a:close/>
                </a:path>
              </a:pathLst>
            </a:custGeom>
            <a:solidFill>
              <a:srgbClr val="00BCEB"/>
            </a:solidFill>
            <a:ln w="9525" cap="flat" cmpd="sng">
              <a:solidFill>
                <a:srgbClr val="00BCE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8" name="Google Shape;408;p44"/>
            <p:cNvSpPr/>
            <p:nvPr/>
          </p:nvSpPr>
          <p:spPr>
            <a:xfrm>
              <a:off x="8401786" y="4338944"/>
              <a:ext cx="203255" cy="84186"/>
            </a:xfrm>
            <a:custGeom>
              <a:avLst/>
              <a:gdLst/>
              <a:ahLst/>
              <a:cxnLst/>
              <a:rect l="l" t="t" r="r" b="b"/>
              <a:pathLst>
                <a:path w="437" h="181" extrusionOk="0">
                  <a:moveTo>
                    <a:pt x="256" y="181"/>
                  </a:moveTo>
                  <a:lnTo>
                    <a:pt x="437" y="0"/>
                  </a:lnTo>
                  <a:lnTo>
                    <a:pt x="435" y="0"/>
                  </a:lnTo>
                  <a:lnTo>
                    <a:pt x="437" y="0"/>
                  </a:lnTo>
                  <a:lnTo>
                    <a:pt x="0" y="0"/>
                  </a:lnTo>
                  <a:lnTo>
                    <a:pt x="0" y="0"/>
                  </a:lnTo>
                  <a:lnTo>
                    <a:pt x="36" y="2"/>
                  </a:lnTo>
                  <a:lnTo>
                    <a:pt x="102" y="29"/>
                  </a:lnTo>
                  <a:lnTo>
                    <a:pt x="129" y="52"/>
                  </a:lnTo>
                  <a:lnTo>
                    <a:pt x="256" y="181"/>
                  </a:lnTo>
                  <a:lnTo>
                    <a:pt x="256" y="181"/>
                  </a:lnTo>
                  <a:close/>
                </a:path>
              </a:pathLst>
            </a:custGeom>
            <a:solidFill>
              <a:srgbClr val="4288CF"/>
            </a:solidFill>
            <a:ln w="9525" cap="flat" cmpd="sng">
              <a:solidFill>
                <a:srgbClr val="4288C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09" name="Google Shape;409;p44"/>
            <p:cNvSpPr/>
            <p:nvPr/>
          </p:nvSpPr>
          <p:spPr>
            <a:xfrm>
              <a:off x="8604111" y="4338944"/>
              <a:ext cx="930" cy="0"/>
            </a:xfrm>
            <a:custGeom>
              <a:avLst/>
              <a:gdLst/>
              <a:ahLst/>
              <a:cxnLst/>
              <a:rect l="l" t="t" r="r" b="b"/>
              <a:pathLst>
                <a:path w="2" h="120000" extrusionOk="0">
                  <a:moveTo>
                    <a:pt x="2" y="0"/>
                  </a:moveTo>
                  <a:lnTo>
                    <a:pt x="0" y="0"/>
                  </a:lnTo>
                  <a:lnTo>
                    <a:pt x="2" y="0"/>
                  </a:lnTo>
                  <a:lnTo>
                    <a:pt x="2" y="0"/>
                  </a:lnTo>
                  <a:lnTo>
                    <a:pt x="2" y="0"/>
                  </a:lnTo>
                  <a:lnTo>
                    <a:pt x="2" y="0"/>
                  </a:lnTo>
                  <a:close/>
                </a:path>
              </a:pathLst>
            </a:custGeom>
            <a:solidFill>
              <a:srgbClr val="19231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10" name="Google Shape;410;p44"/>
            <p:cNvSpPr/>
            <p:nvPr/>
          </p:nvSpPr>
          <p:spPr>
            <a:xfrm>
              <a:off x="8318531" y="4338944"/>
              <a:ext cx="202325" cy="167441"/>
            </a:xfrm>
            <a:custGeom>
              <a:avLst/>
              <a:gdLst/>
              <a:ahLst/>
              <a:cxnLst/>
              <a:rect l="l" t="t" r="r" b="b"/>
              <a:pathLst>
                <a:path w="435" h="360" extrusionOk="0">
                  <a:moveTo>
                    <a:pt x="308" y="308"/>
                  </a:moveTo>
                  <a:lnTo>
                    <a:pt x="281" y="333"/>
                  </a:lnTo>
                  <a:lnTo>
                    <a:pt x="215" y="358"/>
                  </a:lnTo>
                  <a:lnTo>
                    <a:pt x="179" y="360"/>
                  </a:lnTo>
                  <a:lnTo>
                    <a:pt x="152" y="358"/>
                  </a:lnTo>
                  <a:lnTo>
                    <a:pt x="124" y="352"/>
                  </a:lnTo>
                  <a:lnTo>
                    <a:pt x="116" y="350"/>
                  </a:lnTo>
                  <a:lnTo>
                    <a:pt x="110" y="346"/>
                  </a:lnTo>
                  <a:lnTo>
                    <a:pt x="105" y="344"/>
                  </a:lnTo>
                  <a:lnTo>
                    <a:pt x="101" y="344"/>
                  </a:lnTo>
                  <a:lnTo>
                    <a:pt x="101" y="341"/>
                  </a:lnTo>
                  <a:lnTo>
                    <a:pt x="99" y="341"/>
                  </a:lnTo>
                  <a:lnTo>
                    <a:pt x="78" y="329"/>
                  </a:lnTo>
                  <a:lnTo>
                    <a:pt x="59" y="314"/>
                  </a:lnTo>
                  <a:lnTo>
                    <a:pt x="53" y="308"/>
                  </a:lnTo>
                  <a:lnTo>
                    <a:pt x="36" y="289"/>
                  </a:lnTo>
                  <a:lnTo>
                    <a:pt x="12" y="249"/>
                  </a:lnTo>
                  <a:lnTo>
                    <a:pt x="6" y="228"/>
                  </a:lnTo>
                  <a:lnTo>
                    <a:pt x="4" y="221"/>
                  </a:lnTo>
                  <a:lnTo>
                    <a:pt x="4" y="215"/>
                  </a:lnTo>
                  <a:lnTo>
                    <a:pt x="0" y="198"/>
                  </a:lnTo>
                  <a:lnTo>
                    <a:pt x="0" y="181"/>
                  </a:lnTo>
                  <a:lnTo>
                    <a:pt x="0" y="175"/>
                  </a:lnTo>
                  <a:lnTo>
                    <a:pt x="0" y="171"/>
                  </a:lnTo>
                  <a:lnTo>
                    <a:pt x="0" y="171"/>
                  </a:lnTo>
                  <a:lnTo>
                    <a:pt x="0" y="171"/>
                  </a:lnTo>
                  <a:lnTo>
                    <a:pt x="0" y="171"/>
                  </a:lnTo>
                  <a:lnTo>
                    <a:pt x="0" y="171"/>
                  </a:lnTo>
                  <a:lnTo>
                    <a:pt x="0" y="168"/>
                  </a:lnTo>
                  <a:lnTo>
                    <a:pt x="0" y="168"/>
                  </a:lnTo>
                  <a:lnTo>
                    <a:pt x="0" y="168"/>
                  </a:lnTo>
                  <a:lnTo>
                    <a:pt x="0" y="160"/>
                  </a:lnTo>
                  <a:lnTo>
                    <a:pt x="2" y="152"/>
                  </a:lnTo>
                  <a:lnTo>
                    <a:pt x="2" y="149"/>
                  </a:lnTo>
                  <a:lnTo>
                    <a:pt x="2" y="149"/>
                  </a:lnTo>
                  <a:lnTo>
                    <a:pt x="4" y="141"/>
                  </a:lnTo>
                  <a:lnTo>
                    <a:pt x="6" y="135"/>
                  </a:lnTo>
                  <a:lnTo>
                    <a:pt x="6" y="135"/>
                  </a:lnTo>
                  <a:lnTo>
                    <a:pt x="6" y="135"/>
                  </a:lnTo>
                  <a:lnTo>
                    <a:pt x="12" y="111"/>
                  </a:lnTo>
                  <a:lnTo>
                    <a:pt x="36" y="71"/>
                  </a:lnTo>
                  <a:lnTo>
                    <a:pt x="53" y="52"/>
                  </a:lnTo>
                  <a:lnTo>
                    <a:pt x="57" y="48"/>
                  </a:lnTo>
                  <a:lnTo>
                    <a:pt x="80" y="29"/>
                  </a:lnTo>
                  <a:lnTo>
                    <a:pt x="133" y="6"/>
                  </a:lnTo>
                  <a:lnTo>
                    <a:pt x="160" y="2"/>
                  </a:lnTo>
                  <a:lnTo>
                    <a:pt x="162" y="2"/>
                  </a:lnTo>
                  <a:lnTo>
                    <a:pt x="162" y="2"/>
                  </a:lnTo>
                  <a:lnTo>
                    <a:pt x="171" y="0"/>
                  </a:lnTo>
                  <a:lnTo>
                    <a:pt x="179" y="0"/>
                  </a:lnTo>
                  <a:lnTo>
                    <a:pt x="179" y="0"/>
                  </a:lnTo>
                  <a:lnTo>
                    <a:pt x="215" y="2"/>
                  </a:lnTo>
                  <a:lnTo>
                    <a:pt x="281" y="29"/>
                  </a:lnTo>
                  <a:lnTo>
                    <a:pt x="308" y="52"/>
                  </a:lnTo>
                  <a:lnTo>
                    <a:pt x="435" y="181"/>
                  </a:lnTo>
                  <a:lnTo>
                    <a:pt x="308" y="308"/>
                  </a:lnTo>
                  <a:close/>
                </a:path>
              </a:pathLst>
            </a:custGeom>
            <a:solidFill>
              <a:srgbClr val="3961B6"/>
            </a:solidFill>
            <a:ln w="9525" cap="flat" cmpd="sng">
              <a:solidFill>
                <a:srgbClr val="3961B6"/>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sp>
        <p:nvSpPr>
          <p:cNvPr id="411" name="Google Shape;411;p44"/>
          <p:cNvSpPr txBox="1"/>
          <p:nvPr/>
        </p:nvSpPr>
        <p:spPr>
          <a:xfrm>
            <a:off x="3893250" y="3358513"/>
            <a:ext cx="1956900"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Temperature/Humidity</a:t>
            </a:r>
            <a:endParaRPr dirty="0"/>
          </a:p>
        </p:txBody>
      </p:sp>
      <p:sp>
        <p:nvSpPr>
          <p:cNvPr id="412" name="Google Shape;412;p44"/>
          <p:cNvSpPr txBox="1"/>
          <p:nvPr/>
        </p:nvSpPr>
        <p:spPr>
          <a:xfrm>
            <a:off x="3886200" y="4419600"/>
            <a:ext cx="1857300"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Current Pill Amount</a:t>
            </a:r>
            <a:endParaRPr dirty="0"/>
          </a:p>
        </p:txBody>
      </p:sp>
      <p:sp>
        <p:nvSpPr>
          <p:cNvPr id="413" name="Google Shape;413;p44"/>
          <p:cNvSpPr txBox="1"/>
          <p:nvPr/>
        </p:nvSpPr>
        <p:spPr>
          <a:xfrm>
            <a:off x="1536433" y="3417848"/>
            <a:ext cx="1831778"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Medication Schedule</a:t>
            </a:r>
            <a:endParaRPr dirty="0"/>
          </a:p>
        </p:txBody>
      </p:sp>
      <p:sp>
        <p:nvSpPr>
          <p:cNvPr id="414" name="Google Shape;414;p44"/>
          <p:cNvSpPr txBox="1"/>
          <p:nvPr/>
        </p:nvSpPr>
        <p:spPr>
          <a:xfrm>
            <a:off x="1594500" y="4262225"/>
            <a:ext cx="1711200"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Dietary Restraints</a:t>
            </a:r>
            <a:endParaRPr dirty="0"/>
          </a:p>
        </p:txBody>
      </p:sp>
      <p:grpSp>
        <p:nvGrpSpPr>
          <p:cNvPr id="415" name="Google Shape;415;p44"/>
          <p:cNvGrpSpPr/>
          <p:nvPr/>
        </p:nvGrpSpPr>
        <p:grpSpPr>
          <a:xfrm rot="694762">
            <a:off x="967546" y="3439966"/>
            <a:ext cx="390973" cy="400206"/>
            <a:chOff x="3439640" y="2954770"/>
            <a:chExt cx="710209" cy="810709"/>
          </a:xfrm>
        </p:grpSpPr>
        <p:sp>
          <p:nvSpPr>
            <p:cNvPr id="416" name="Google Shape;416;p44"/>
            <p:cNvSpPr/>
            <p:nvPr/>
          </p:nvSpPr>
          <p:spPr>
            <a:xfrm>
              <a:off x="3439640" y="3092490"/>
              <a:ext cx="559141" cy="672989"/>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417" name="Google Shape;417;p44"/>
            <p:cNvGrpSpPr/>
            <p:nvPr/>
          </p:nvGrpSpPr>
          <p:grpSpPr>
            <a:xfrm>
              <a:off x="3867983" y="2954770"/>
              <a:ext cx="281866" cy="394904"/>
              <a:chOff x="3867983" y="2954770"/>
              <a:chExt cx="281866" cy="394904"/>
            </a:xfrm>
          </p:grpSpPr>
          <p:sp>
            <p:nvSpPr>
              <p:cNvPr id="418" name="Google Shape;418;p44"/>
              <p:cNvSpPr/>
              <p:nvPr/>
            </p:nvSpPr>
            <p:spPr>
              <a:xfrm>
                <a:off x="3867983" y="2954770"/>
                <a:ext cx="236418" cy="135884"/>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19" name="Google Shape;419;p44"/>
              <p:cNvSpPr/>
              <p:nvPr/>
            </p:nvSpPr>
            <p:spPr>
              <a:xfrm>
                <a:off x="3927202" y="3073209"/>
                <a:ext cx="206579" cy="74368"/>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0" name="Google Shape;420;p44"/>
              <p:cNvSpPr/>
              <p:nvPr/>
            </p:nvSpPr>
            <p:spPr>
              <a:xfrm>
                <a:off x="3907921" y="3183034"/>
                <a:ext cx="212088" cy="166640"/>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1" name="Google Shape;421;p44"/>
              <p:cNvSpPr/>
              <p:nvPr/>
            </p:nvSpPr>
            <p:spPr>
              <a:xfrm>
                <a:off x="3951532" y="3147578"/>
                <a:ext cx="134507" cy="66105"/>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2" name="Google Shape;422;p44"/>
              <p:cNvSpPr/>
              <p:nvPr/>
            </p:nvSpPr>
            <p:spPr>
              <a:xfrm>
                <a:off x="4086038" y="3188434"/>
                <a:ext cx="33971" cy="8722"/>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3" name="Google Shape;423;p44"/>
              <p:cNvSpPr/>
              <p:nvPr/>
            </p:nvSpPr>
            <p:spPr>
              <a:xfrm>
                <a:off x="4120009" y="3131051"/>
                <a:ext cx="29840" cy="57383"/>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4" name="Google Shape;424;p44"/>
              <p:cNvSpPr/>
              <p:nvPr/>
            </p:nvSpPr>
            <p:spPr>
              <a:xfrm>
                <a:off x="4133781" y="3093407"/>
                <a:ext cx="7346" cy="10559"/>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25" name="Google Shape;425;p44"/>
              <p:cNvSpPr/>
              <p:nvPr/>
            </p:nvSpPr>
            <p:spPr>
              <a:xfrm>
                <a:off x="4000652" y="3073208"/>
                <a:ext cx="149196" cy="123948"/>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426" name="Google Shape;426;p44"/>
          <p:cNvGrpSpPr/>
          <p:nvPr/>
        </p:nvGrpSpPr>
        <p:grpSpPr>
          <a:xfrm rot="10124828" flipH="1">
            <a:off x="967222" y="4278242"/>
            <a:ext cx="391610" cy="396286"/>
            <a:chOff x="3439640" y="2954770"/>
            <a:chExt cx="710209" cy="810709"/>
          </a:xfrm>
        </p:grpSpPr>
        <p:sp>
          <p:nvSpPr>
            <p:cNvPr id="427" name="Google Shape;427;p44"/>
            <p:cNvSpPr/>
            <p:nvPr/>
          </p:nvSpPr>
          <p:spPr>
            <a:xfrm>
              <a:off x="3439640" y="3092490"/>
              <a:ext cx="559141" cy="672989"/>
            </a:xfrm>
            <a:custGeom>
              <a:avLst/>
              <a:gdLst/>
              <a:ahLst/>
              <a:cxnLst/>
              <a:rect l="l" t="t" r="r" b="b"/>
              <a:pathLst>
                <a:path w="1218" h="1466" extrusionOk="0">
                  <a:moveTo>
                    <a:pt x="1054" y="0"/>
                  </a:moveTo>
                  <a:lnTo>
                    <a:pt x="959" y="23"/>
                  </a:lnTo>
                  <a:lnTo>
                    <a:pt x="868" y="61"/>
                  </a:lnTo>
                  <a:lnTo>
                    <a:pt x="773" y="101"/>
                  </a:lnTo>
                  <a:lnTo>
                    <a:pt x="596" y="205"/>
                  </a:lnTo>
                  <a:lnTo>
                    <a:pt x="439" y="331"/>
                  </a:lnTo>
                  <a:lnTo>
                    <a:pt x="302" y="477"/>
                  </a:lnTo>
                  <a:lnTo>
                    <a:pt x="243" y="559"/>
                  </a:lnTo>
                  <a:lnTo>
                    <a:pt x="188" y="643"/>
                  </a:lnTo>
                  <a:lnTo>
                    <a:pt x="99" y="823"/>
                  </a:lnTo>
                  <a:lnTo>
                    <a:pt x="36" y="1019"/>
                  </a:lnTo>
                  <a:lnTo>
                    <a:pt x="4" y="1224"/>
                  </a:lnTo>
                  <a:lnTo>
                    <a:pt x="0" y="1331"/>
                  </a:lnTo>
                  <a:lnTo>
                    <a:pt x="2" y="1359"/>
                  </a:lnTo>
                  <a:lnTo>
                    <a:pt x="23" y="1407"/>
                  </a:lnTo>
                  <a:lnTo>
                    <a:pt x="63" y="1443"/>
                  </a:lnTo>
                  <a:lnTo>
                    <a:pt x="114" y="1464"/>
                  </a:lnTo>
                  <a:lnTo>
                    <a:pt x="144" y="1466"/>
                  </a:lnTo>
                  <a:lnTo>
                    <a:pt x="171" y="1464"/>
                  </a:lnTo>
                  <a:lnTo>
                    <a:pt x="220" y="1443"/>
                  </a:lnTo>
                  <a:lnTo>
                    <a:pt x="258" y="1407"/>
                  </a:lnTo>
                  <a:lnTo>
                    <a:pt x="279" y="1359"/>
                  </a:lnTo>
                  <a:lnTo>
                    <a:pt x="281" y="1331"/>
                  </a:lnTo>
                  <a:lnTo>
                    <a:pt x="283" y="1272"/>
                  </a:lnTo>
                  <a:lnTo>
                    <a:pt x="294" y="1160"/>
                  </a:lnTo>
                  <a:lnTo>
                    <a:pt x="317" y="1053"/>
                  </a:lnTo>
                  <a:lnTo>
                    <a:pt x="351" y="949"/>
                  </a:lnTo>
                  <a:lnTo>
                    <a:pt x="372" y="899"/>
                  </a:lnTo>
                  <a:lnTo>
                    <a:pt x="405" y="825"/>
                  </a:lnTo>
                  <a:lnTo>
                    <a:pt x="490" y="688"/>
                  </a:lnTo>
                  <a:lnTo>
                    <a:pt x="596" y="565"/>
                  </a:lnTo>
                  <a:lnTo>
                    <a:pt x="716" y="458"/>
                  </a:lnTo>
                  <a:lnTo>
                    <a:pt x="783" y="411"/>
                  </a:lnTo>
                  <a:lnTo>
                    <a:pt x="857" y="365"/>
                  </a:lnTo>
                  <a:lnTo>
                    <a:pt x="1020" y="291"/>
                  </a:lnTo>
                  <a:lnTo>
                    <a:pt x="1104" y="266"/>
                  </a:lnTo>
                  <a:lnTo>
                    <a:pt x="1218" y="118"/>
                  </a:lnTo>
                  <a:lnTo>
                    <a:pt x="1054" y="0"/>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428" name="Google Shape;428;p44"/>
            <p:cNvGrpSpPr/>
            <p:nvPr/>
          </p:nvGrpSpPr>
          <p:grpSpPr>
            <a:xfrm>
              <a:off x="3867983" y="2954770"/>
              <a:ext cx="281866" cy="394904"/>
              <a:chOff x="3867983" y="2954770"/>
              <a:chExt cx="281866" cy="394904"/>
            </a:xfrm>
          </p:grpSpPr>
          <p:sp>
            <p:nvSpPr>
              <p:cNvPr id="429" name="Google Shape;429;p44"/>
              <p:cNvSpPr/>
              <p:nvPr/>
            </p:nvSpPr>
            <p:spPr>
              <a:xfrm>
                <a:off x="3867983" y="2954770"/>
                <a:ext cx="236418" cy="135884"/>
              </a:xfrm>
              <a:custGeom>
                <a:avLst/>
                <a:gdLst/>
                <a:ahLst/>
                <a:cxnLst/>
                <a:rect l="l" t="t" r="r" b="b"/>
                <a:pathLst>
                  <a:path w="515" h="296" extrusionOk="0">
                    <a:moveTo>
                      <a:pt x="2" y="144"/>
                    </a:moveTo>
                    <a:lnTo>
                      <a:pt x="0" y="118"/>
                    </a:lnTo>
                    <a:lnTo>
                      <a:pt x="13" y="72"/>
                    </a:lnTo>
                    <a:lnTo>
                      <a:pt x="25" y="51"/>
                    </a:lnTo>
                    <a:lnTo>
                      <a:pt x="42" y="32"/>
                    </a:lnTo>
                    <a:lnTo>
                      <a:pt x="87" y="7"/>
                    </a:lnTo>
                    <a:lnTo>
                      <a:pt x="110" y="2"/>
                    </a:lnTo>
                    <a:lnTo>
                      <a:pt x="133" y="0"/>
                    </a:lnTo>
                    <a:lnTo>
                      <a:pt x="179" y="13"/>
                    </a:lnTo>
                    <a:lnTo>
                      <a:pt x="201" y="26"/>
                    </a:lnTo>
                    <a:lnTo>
                      <a:pt x="515" y="262"/>
                    </a:lnTo>
                    <a:lnTo>
                      <a:pt x="498" y="260"/>
                    </a:lnTo>
                    <a:lnTo>
                      <a:pt x="481" y="258"/>
                    </a:lnTo>
                    <a:lnTo>
                      <a:pt x="378" y="260"/>
                    </a:lnTo>
                    <a:lnTo>
                      <a:pt x="277" y="270"/>
                    </a:lnTo>
                    <a:lnTo>
                      <a:pt x="209" y="281"/>
                    </a:lnTo>
                    <a:lnTo>
                      <a:pt x="141" y="296"/>
                    </a:lnTo>
                    <a:lnTo>
                      <a:pt x="51" y="226"/>
                    </a:lnTo>
                    <a:lnTo>
                      <a:pt x="32" y="209"/>
                    </a:lnTo>
                    <a:lnTo>
                      <a:pt x="6" y="167"/>
                    </a:lnTo>
                    <a:lnTo>
                      <a:pt x="2" y="144"/>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0" name="Google Shape;430;p44"/>
              <p:cNvSpPr/>
              <p:nvPr/>
            </p:nvSpPr>
            <p:spPr>
              <a:xfrm>
                <a:off x="3927202" y="3073209"/>
                <a:ext cx="206579" cy="74368"/>
              </a:xfrm>
              <a:custGeom>
                <a:avLst/>
                <a:gdLst/>
                <a:ahLst/>
                <a:cxnLst/>
                <a:rect l="l" t="t" r="r" b="b"/>
                <a:pathLst>
                  <a:path w="450" h="162" extrusionOk="0">
                    <a:moveTo>
                      <a:pt x="0" y="40"/>
                    </a:moveTo>
                    <a:lnTo>
                      <a:pt x="6" y="38"/>
                    </a:lnTo>
                    <a:lnTo>
                      <a:pt x="12" y="38"/>
                    </a:lnTo>
                    <a:lnTo>
                      <a:pt x="80" y="23"/>
                    </a:lnTo>
                    <a:lnTo>
                      <a:pt x="148" y="12"/>
                    </a:lnTo>
                    <a:lnTo>
                      <a:pt x="249" y="2"/>
                    </a:lnTo>
                    <a:lnTo>
                      <a:pt x="352" y="0"/>
                    </a:lnTo>
                    <a:lnTo>
                      <a:pt x="369" y="2"/>
                    </a:lnTo>
                    <a:lnTo>
                      <a:pt x="386" y="4"/>
                    </a:lnTo>
                    <a:lnTo>
                      <a:pt x="409" y="12"/>
                    </a:lnTo>
                    <a:lnTo>
                      <a:pt x="428" y="25"/>
                    </a:lnTo>
                    <a:lnTo>
                      <a:pt x="433" y="27"/>
                    </a:lnTo>
                    <a:lnTo>
                      <a:pt x="441" y="36"/>
                    </a:lnTo>
                    <a:lnTo>
                      <a:pt x="450" y="44"/>
                    </a:lnTo>
                    <a:lnTo>
                      <a:pt x="441" y="36"/>
                    </a:lnTo>
                    <a:lnTo>
                      <a:pt x="433" y="27"/>
                    </a:lnTo>
                    <a:lnTo>
                      <a:pt x="409" y="12"/>
                    </a:lnTo>
                    <a:lnTo>
                      <a:pt x="357" y="0"/>
                    </a:lnTo>
                    <a:lnTo>
                      <a:pt x="306" y="6"/>
                    </a:lnTo>
                    <a:lnTo>
                      <a:pt x="259" y="33"/>
                    </a:lnTo>
                    <a:lnTo>
                      <a:pt x="243" y="55"/>
                    </a:lnTo>
                    <a:lnTo>
                      <a:pt x="160" y="162"/>
                    </a:lnTo>
                    <a:lnTo>
                      <a:pt x="0" y="40"/>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1" name="Google Shape;431;p44"/>
              <p:cNvSpPr/>
              <p:nvPr/>
            </p:nvSpPr>
            <p:spPr>
              <a:xfrm>
                <a:off x="3907921" y="3183034"/>
                <a:ext cx="212088" cy="166640"/>
              </a:xfrm>
              <a:custGeom>
                <a:avLst/>
                <a:gdLst/>
                <a:ahLst/>
                <a:cxnLst/>
                <a:rect l="l" t="t" r="r" b="b"/>
                <a:pathLst>
                  <a:path w="462" h="363" extrusionOk="0">
                    <a:moveTo>
                      <a:pt x="2" y="253"/>
                    </a:moveTo>
                    <a:lnTo>
                      <a:pt x="0" y="230"/>
                    </a:lnTo>
                    <a:lnTo>
                      <a:pt x="12" y="183"/>
                    </a:lnTo>
                    <a:lnTo>
                      <a:pt x="25" y="162"/>
                    </a:lnTo>
                    <a:lnTo>
                      <a:pt x="109" y="50"/>
                    </a:lnTo>
                    <a:lnTo>
                      <a:pt x="166" y="38"/>
                    </a:lnTo>
                    <a:lnTo>
                      <a:pt x="225" y="29"/>
                    </a:lnTo>
                    <a:lnTo>
                      <a:pt x="306" y="21"/>
                    </a:lnTo>
                    <a:lnTo>
                      <a:pt x="388" y="19"/>
                    </a:lnTo>
                    <a:lnTo>
                      <a:pt x="407" y="19"/>
                    </a:lnTo>
                    <a:lnTo>
                      <a:pt x="445" y="10"/>
                    </a:lnTo>
                    <a:lnTo>
                      <a:pt x="462" y="0"/>
                    </a:lnTo>
                    <a:lnTo>
                      <a:pt x="225" y="312"/>
                    </a:lnTo>
                    <a:lnTo>
                      <a:pt x="209" y="333"/>
                    </a:lnTo>
                    <a:lnTo>
                      <a:pt x="166" y="356"/>
                    </a:lnTo>
                    <a:lnTo>
                      <a:pt x="141" y="363"/>
                    </a:lnTo>
                    <a:lnTo>
                      <a:pt x="118" y="363"/>
                    </a:lnTo>
                    <a:lnTo>
                      <a:pt x="71" y="352"/>
                    </a:lnTo>
                    <a:lnTo>
                      <a:pt x="50" y="337"/>
                    </a:lnTo>
                    <a:lnTo>
                      <a:pt x="29" y="320"/>
                    </a:lnTo>
                    <a:lnTo>
                      <a:pt x="6" y="278"/>
                    </a:lnTo>
                    <a:lnTo>
                      <a:pt x="2" y="253"/>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2" name="Google Shape;432;p44"/>
              <p:cNvSpPr/>
              <p:nvPr/>
            </p:nvSpPr>
            <p:spPr>
              <a:xfrm>
                <a:off x="3951532" y="3147578"/>
                <a:ext cx="134507" cy="66105"/>
              </a:xfrm>
              <a:custGeom>
                <a:avLst/>
                <a:gdLst/>
                <a:ahLst/>
                <a:cxnLst/>
                <a:rect l="l" t="t" r="r" b="b"/>
                <a:pathLst>
                  <a:path w="293" h="144" extrusionOk="0">
                    <a:moveTo>
                      <a:pt x="0" y="144"/>
                    </a:moveTo>
                    <a:lnTo>
                      <a:pt x="107" y="0"/>
                    </a:lnTo>
                    <a:lnTo>
                      <a:pt x="215" y="80"/>
                    </a:lnTo>
                    <a:lnTo>
                      <a:pt x="234" y="93"/>
                    </a:lnTo>
                    <a:lnTo>
                      <a:pt x="272" y="106"/>
                    </a:lnTo>
                    <a:lnTo>
                      <a:pt x="293" y="108"/>
                    </a:lnTo>
                    <a:lnTo>
                      <a:pt x="211" y="110"/>
                    </a:lnTo>
                    <a:lnTo>
                      <a:pt x="130" y="118"/>
                    </a:lnTo>
                    <a:lnTo>
                      <a:pt x="71" y="127"/>
                    </a:lnTo>
                    <a:lnTo>
                      <a:pt x="14" y="139"/>
                    </a:lnTo>
                    <a:lnTo>
                      <a:pt x="6" y="142"/>
                    </a:lnTo>
                    <a:lnTo>
                      <a:pt x="0" y="144"/>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3" name="Google Shape;433;p44"/>
              <p:cNvSpPr/>
              <p:nvPr/>
            </p:nvSpPr>
            <p:spPr>
              <a:xfrm>
                <a:off x="4086038" y="3188434"/>
                <a:ext cx="33971" cy="8722"/>
              </a:xfrm>
              <a:custGeom>
                <a:avLst/>
                <a:gdLst/>
                <a:ahLst/>
                <a:cxnLst/>
                <a:rect l="l" t="t" r="r" b="b"/>
                <a:pathLst>
                  <a:path w="74" h="19" extrusionOk="0">
                    <a:moveTo>
                      <a:pt x="0" y="19"/>
                    </a:moveTo>
                    <a:lnTo>
                      <a:pt x="0" y="19"/>
                    </a:lnTo>
                    <a:lnTo>
                      <a:pt x="2" y="19"/>
                    </a:lnTo>
                    <a:lnTo>
                      <a:pt x="2" y="19"/>
                    </a:lnTo>
                    <a:lnTo>
                      <a:pt x="23" y="19"/>
                    </a:lnTo>
                    <a:lnTo>
                      <a:pt x="59" y="8"/>
                    </a:lnTo>
                    <a:lnTo>
                      <a:pt x="74" y="0"/>
                    </a:lnTo>
                    <a:lnTo>
                      <a:pt x="74" y="0"/>
                    </a:lnTo>
                    <a:lnTo>
                      <a:pt x="57" y="10"/>
                    </a:lnTo>
                    <a:lnTo>
                      <a:pt x="19" y="19"/>
                    </a:lnTo>
                    <a:lnTo>
                      <a:pt x="0" y="19"/>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4" name="Google Shape;434;p44"/>
              <p:cNvSpPr/>
              <p:nvPr/>
            </p:nvSpPr>
            <p:spPr>
              <a:xfrm>
                <a:off x="4120009" y="3131051"/>
                <a:ext cx="29840" cy="57383"/>
              </a:xfrm>
              <a:custGeom>
                <a:avLst/>
                <a:gdLst/>
                <a:ahLst/>
                <a:cxnLst/>
                <a:rect l="l" t="t" r="r" b="b"/>
                <a:pathLst>
                  <a:path w="65" h="125" extrusionOk="0">
                    <a:moveTo>
                      <a:pt x="0" y="125"/>
                    </a:moveTo>
                    <a:lnTo>
                      <a:pt x="0" y="125"/>
                    </a:lnTo>
                    <a:lnTo>
                      <a:pt x="27" y="106"/>
                    </a:lnTo>
                    <a:lnTo>
                      <a:pt x="61" y="47"/>
                    </a:lnTo>
                    <a:lnTo>
                      <a:pt x="65" y="11"/>
                    </a:lnTo>
                    <a:lnTo>
                      <a:pt x="65" y="5"/>
                    </a:lnTo>
                    <a:lnTo>
                      <a:pt x="65" y="0"/>
                    </a:lnTo>
                    <a:lnTo>
                      <a:pt x="65" y="23"/>
                    </a:lnTo>
                    <a:lnTo>
                      <a:pt x="53" y="70"/>
                    </a:lnTo>
                    <a:lnTo>
                      <a:pt x="38" y="91"/>
                    </a:lnTo>
                    <a:lnTo>
                      <a:pt x="21" y="110"/>
                    </a:lnTo>
                    <a:lnTo>
                      <a:pt x="0" y="125"/>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5" name="Google Shape;435;p44"/>
              <p:cNvSpPr/>
              <p:nvPr/>
            </p:nvSpPr>
            <p:spPr>
              <a:xfrm>
                <a:off x="4133781" y="3093407"/>
                <a:ext cx="7346" cy="10559"/>
              </a:xfrm>
              <a:custGeom>
                <a:avLst/>
                <a:gdLst/>
                <a:ahLst/>
                <a:cxnLst/>
                <a:rect l="l" t="t" r="r" b="b"/>
                <a:pathLst>
                  <a:path w="16" h="23" extrusionOk="0">
                    <a:moveTo>
                      <a:pt x="0" y="0"/>
                    </a:moveTo>
                    <a:lnTo>
                      <a:pt x="10" y="11"/>
                    </a:lnTo>
                    <a:lnTo>
                      <a:pt x="16" y="23"/>
                    </a:lnTo>
                    <a:lnTo>
                      <a:pt x="10" y="11"/>
                    </a:lnTo>
                    <a:lnTo>
                      <a:pt x="0" y="0"/>
                    </a:lnTo>
                    <a:close/>
                    <a:moveTo>
                      <a:pt x="0" y="0"/>
                    </a:moveTo>
                    <a:lnTo>
                      <a:pt x="0" y="0"/>
                    </a:lnTo>
                    <a:close/>
                  </a:path>
                </a:pathLst>
              </a:custGeom>
              <a:solidFill>
                <a:srgbClr val="0D274D"/>
              </a:solidFill>
              <a:ln w="9525" cap="flat" cmpd="sng">
                <a:solidFill>
                  <a:srgbClr val="0D274D"/>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36" name="Google Shape;436;p44"/>
              <p:cNvSpPr/>
              <p:nvPr/>
            </p:nvSpPr>
            <p:spPr>
              <a:xfrm>
                <a:off x="4000652" y="3073208"/>
                <a:ext cx="149196" cy="123948"/>
              </a:xfrm>
              <a:custGeom>
                <a:avLst/>
                <a:gdLst/>
                <a:ahLst/>
                <a:cxnLst/>
                <a:rect l="l" t="t" r="r" b="b"/>
                <a:pathLst>
                  <a:path w="325" h="270" extrusionOk="0">
                    <a:moveTo>
                      <a:pt x="0" y="162"/>
                    </a:moveTo>
                    <a:lnTo>
                      <a:pt x="83" y="55"/>
                    </a:lnTo>
                    <a:lnTo>
                      <a:pt x="99" y="33"/>
                    </a:lnTo>
                    <a:lnTo>
                      <a:pt x="146" y="6"/>
                    </a:lnTo>
                    <a:lnTo>
                      <a:pt x="197" y="0"/>
                    </a:lnTo>
                    <a:lnTo>
                      <a:pt x="249" y="12"/>
                    </a:lnTo>
                    <a:lnTo>
                      <a:pt x="273" y="27"/>
                    </a:lnTo>
                    <a:lnTo>
                      <a:pt x="281" y="36"/>
                    </a:lnTo>
                    <a:lnTo>
                      <a:pt x="290" y="44"/>
                    </a:lnTo>
                    <a:lnTo>
                      <a:pt x="290" y="44"/>
                    </a:lnTo>
                    <a:lnTo>
                      <a:pt x="290" y="44"/>
                    </a:lnTo>
                    <a:lnTo>
                      <a:pt x="300" y="55"/>
                    </a:lnTo>
                    <a:lnTo>
                      <a:pt x="306" y="67"/>
                    </a:lnTo>
                    <a:lnTo>
                      <a:pt x="319" y="93"/>
                    </a:lnTo>
                    <a:lnTo>
                      <a:pt x="323" y="118"/>
                    </a:lnTo>
                    <a:lnTo>
                      <a:pt x="325" y="122"/>
                    </a:lnTo>
                    <a:lnTo>
                      <a:pt x="325" y="126"/>
                    </a:lnTo>
                    <a:lnTo>
                      <a:pt x="325" y="131"/>
                    </a:lnTo>
                    <a:lnTo>
                      <a:pt x="325" y="137"/>
                    </a:lnTo>
                    <a:lnTo>
                      <a:pt x="321" y="173"/>
                    </a:lnTo>
                    <a:lnTo>
                      <a:pt x="287" y="232"/>
                    </a:lnTo>
                    <a:lnTo>
                      <a:pt x="260" y="251"/>
                    </a:lnTo>
                    <a:lnTo>
                      <a:pt x="245" y="259"/>
                    </a:lnTo>
                    <a:lnTo>
                      <a:pt x="209" y="270"/>
                    </a:lnTo>
                    <a:lnTo>
                      <a:pt x="188" y="270"/>
                    </a:lnTo>
                    <a:lnTo>
                      <a:pt x="188" y="270"/>
                    </a:lnTo>
                    <a:lnTo>
                      <a:pt x="186" y="270"/>
                    </a:lnTo>
                    <a:lnTo>
                      <a:pt x="186" y="270"/>
                    </a:lnTo>
                    <a:lnTo>
                      <a:pt x="165" y="268"/>
                    </a:lnTo>
                    <a:lnTo>
                      <a:pt x="127" y="255"/>
                    </a:lnTo>
                    <a:lnTo>
                      <a:pt x="108" y="242"/>
                    </a:lnTo>
                    <a:lnTo>
                      <a:pt x="0" y="162"/>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sp>
        <p:nvSpPr>
          <p:cNvPr id="437" name="Google Shape;437;p44"/>
          <p:cNvSpPr/>
          <p:nvPr/>
        </p:nvSpPr>
        <p:spPr>
          <a:xfrm>
            <a:off x="3465075" y="3827900"/>
            <a:ext cx="264600" cy="4305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38" name="Google Shape;438;p44"/>
          <p:cNvGrpSpPr/>
          <p:nvPr/>
        </p:nvGrpSpPr>
        <p:grpSpPr>
          <a:xfrm>
            <a:off x="7223552" y="3145384"/>
            <a:ext cx="1488710" cy="1517033"/>
            <a:chOff x="3492667" y="1426585"/>
            <a:chExt cx="467986" cy="484985"/>
          </a:xfrm>
        </p:grpSpPr>
        <p:sp>
          <p:nvSpPr>
            <p:cNvPr id="439" name="Google Shape;439;p44"/>
            <p:cNvSpPr/>
            <p:nvPr/>
          </p:nvSpPr>
          <p:spPr>
            <a:xfrm>
              <a:off x="3492667" y="1426585"/>
              <a:ext cx="221993" cy="484985"/>
            </a:xfrm>
            <a:custGeom>
              <a:avLst/>
              <a:gdLst/>
              <a:ahLst/>
              <a:cxnLst/>
              <a:rect l="l" t="t" r="r" b="b"/>
              <a:pathLst>
                <a:path w="94" h="205" extrusionOk="0">
                  <a:moveTo>
                    <a:pt x="87" y="7"/>
                  </a:moveTo>
                  <a:cubicBezTo>
                    <a:pt x="82" y="2"/>
                    <a:pt x="76" y="0"/>
                    <a:pt x="69" y="0"/>
                  </a:cubicBezTo>
                  <a:cubicBezTo>
                    <a:pt x="60" y="0"/>
                    <a:pt x="52" y="4"/>
                    <a:pt x="47" y="11"/>
                  </a:cubicBezTo>
                  <a:cubicBezTo>
                    <a:pt x="47" y="11"/>
                    <a:pt x="47" y="11"/>
                    <a:pt x="47" y="11"/>
                  </a:cubicBezTo>
                  <a:cubicBezTo>
                    <a:pt x="33" y="11"/>
                    <a:pt x="22" y="22"/>
                    <a:pt x="22" y="36"/>
                  </a:cubicBezTo>
                  <a:cubicBezTo>
                    <a:pt x="22" y="37"/>
                    <a:pt x="22" y="37"/>
                    <a:pt x="22" y="38"/>
                  </a:cubicBezTo>
                  <a:cubicBezTo>
                    <a:pt x="14" y="41"/>
                    <a:pt x="8" y="50"/>
                    <a:pt x="8" y="59"/>
                  </a:cubicBezTo>
                  <a:cubicBezTo>
                    <a:pt x="8" y="62"/>
                    <a:pt x="9" y="64"/>
                    <a:pt x="10" y="67"/>
                  </a:cubicBezTo>
                  <a:cubicBezTo>
                    <a:pt x="3" y="73"/>
                    <a:pt x="0" y="81"/>
                    <a:pt x="0" y="89"/>
                  </a:cubicBezTo>
                  <a:cubicBezTo>
                    <a:pt x="0" y="90"/>
                    <a:pt x="0" y="90"/>
                    <a:pt x="0" y="90"/>
                  </a:cubicBezTo>
                  <a:cubicBezTo>
                    <a:pt x="0" y="90"/>
                    <a:pt x="0" y="90"/>
                    <a:pt x="0" y="90"/>
                  </a:cubicBezTo>
                  <a:cubicBezTo>
                    <a:pt x="0" y="91"/>
                    <a:pt x="0" y="91"/>
                    <a:pt x="0" y="91"/>
                  </a:cubicBezTo>
                  <a:cubicBezTo>
                    <a:pt x="0" y="91"/>
                    <a:pt x="0" y="91"/>
                    <a:pt x="0" y="91"/>
                  </a:cubicBezTo>
                  <a:cubicBezTo>
                    <a:pt x="0" y="94"/>
                    <a:pt x="1" y="97"/>
                    <a:pt x="2" y="99"/>
                  </a:cubicBezTo>
                  <a:cubicBezTo>
                    <a:pt x="2" y="100"/>
                    <a:pt x="2" y="100"/>
                    <a:pt x="2" y="100"/>
                  </a:cubicBezTo>
                  <a:cubicBezTo>
                    <a:pt x="3" y="102"/>
                    <a:pt x="3" y="103"/>
                    <a:pt x="4" y="105"/>
                  </a:cubicBezTo>
                  <a:cubicBezTo>
                    <a:pt x="1" y="109"/>
                    <a:pt x="0" y="114"/>
                    <a:pt x="0" y="120"/>
                  </a:cubicBezTo>
                  <a:cubicBezTo>
                    <a:pt x="0" y="126"/>
                    <a:pt x="2" y="132"/>
                    <a:pt x="7" y="137"/>
                  </a:cubicBezTo>
                  <a:cubicBezTo>
                    <a:pt x="5" y="140"/>
                    <a:pt x="5" y="143"/>
                    <a:pt x="5" y="147"/>
                  </a:cubicBezTo>
                  <a:cubicBezTo>
                    <a:pt x="5" y="157"/>
                    <a:pt x="11" y="167"/>
                    <a:pt x="21" y="171"/>
                  </a:cubicBezTo>
                  <a:cubicBezTo>
                    <a:pt x="21" y="174"/>
                    <a:pt x="22" y="176"/>
                    <a:pt x="23" y="178"/>
                  </a:cubicBezTo>
                  <a:cubicBezTo>
                    <a:pt x="23" y="179"/>
                    <a:pt x="23" y="179"/>
                    <a:pt x="23" y="179"/>
                  </a:cubicBezTo>
                  <a:cubicBezTo>
                    <a:pt x="27" y="188"/>
                    <a:pt x="36" y="194"/>
                    <a:pt x="46" y="194"/>
                  </a:cubicBezTo>
                  <a:cubicBezTo>
                    <a:pt x="48" y="194"/>
                    <a:pt x="51" y="194"/>
                    <a:pt x="53" y="194"/>
                  </a:cubicBezTo>
                  <a:cubicBezTo>
                    <a:pt x="58" y="201"/>
                    <a:pt x="65" y="205"/>
                    <a:pt x="74" y="205"/>
                  </a:cubicBezTo>
                  <a:cubicBezTo>
                    <a:pt x="80" y="205"/>
                    <a:pt x="84" y="203"/>
                    <a:pt x="88" y="199"/>
                  </a:cubicBezTo>
                  <a:cubicBezTo>
                    <a:pt x="93" y="195"/>
                    <a:pt x="94" y="189"/>
                    <a:pt x="94" y="183"/>
                  </a:cubicBezTo>
                  <a:cubicBezTo>
                    <a:pt x="94" y="27"/>
                    <a:pt x="94" y="27"/>
                    <a:pt x="94" y="27"/>
                  </a:cubicBezTo>
                  <a:cubicBezTo>
                    <a:pt x="94" y="19"/>
                    <a:pt x="92" y="12"/>
                    <a:pt x="87" y="7"/>
                  </a:cubicBezTo>
                  <a:close/>
                  <a:moveTo>
                    <a:pt x="70" y="48"/>
                  </a:moveTo>
                  <a:cubicBezTo>
                    <a:pt x="70" y="51"/>
                    <a:pt x="72" y="53"/>
                    <a:pt x="75" y="53"/>
                  </a:cubicBezTo>
                  <a:cubicBezTo>
                    <a:pt x="86" y="53"/>
                    <a:pt x="86" y="53"/>
                    <a:pt x="86" y="53"/>
                  </a:cubicBezTo>
                  <a:cubicBezTo>
                    <a:pt x="86" y="103"/>
                    <a:pt x="86" y="103"/>
                    <a:pt x="86" y="103"/>
                  </a:cubicBezTo>
                  <a:cubicBezTo>
                    <a:pt x="86" y="103"/>
                    <a:pt x="55" y="103"/>
                    <a:pt x="47" y="103"/>
                  </a:cubicBezTo>
                  <a:cubicBezTo>
                    <a:pt x="40" y="103"/>
                    <a:pt x="33" y="97"/>
                    <a:pt x="33" y="89"/>
                  </a:cubicBezTo>
                  <a:cubicBezTo>
                    <a:pt x="33" y="86"/>
                    <a:pt x="31" y="84"/>
                    <a:pt x="29" y="84"/>
                  </a:cubicBezTo>
                  <a:cubicBezTo>
                    <a:pt x="26" y="84"/>
                    <a:pt x="25" y="86"/>
                    <a:pt x="25" y="89"/>
                  </a:cubicBezTo>
                  <a:cubicBezTo>
                    <a:pt x="25" y="101"/>
                    <a:pt x="35" y="112"/>
                    <a:pt x="46" y="112"/>
                  </a:cubicBezTo>
                  <a:cubicBezTo>
                    <a:pt x="58" y="112"/>
                    <a:pt x="86" y="113"/>
                    <a:pt x="86" y="113"/>
                  </a:cubicBezTo>
                  <a:cubicBezTo>
                    <a:pt x="86" y="137"/>
                    <a:pt x="86" y="137"/>
                    <a:pt x="86" y="137"/>
                  </a:cubicBezTo>
                  <a:cubicBezTo>
                    <a:pt x="86" y="137"/>
                    <a:pt x="75" y="137"/>
                    <a:pt x="62" y="137"/>
                  </a:cubicBezTo>
                  <a:cubicBezTo>
                    <a:pt x="49" y="137"/>
                    <a:pt x="39" y="147"/>
                    <a:pt x="39" y="160"/>
                  </a:cubicBezTo>
                  <a:cubicBezTo>
                    <a:pt x="39" y="162"/>
                    <a:pt x="41" y="164"/>
                    <a:pt x="44" y="164"/>
                  </a:cubicBezTo>
                  <a:cubicBezTo>
                    <a:pt x="46" y="164"/>
                    <a:pt x="48" y="162"/>
                    <a:pt x="48" y="160"/>
                  </a:cubicBezTo>
                  <a:cubicBezTo>
                    <a:pt x="48" y="152"/>
                    <a:pt x="54" y="146"/>
                    <a:pt x="62" y="146"/>
                  </a:cubicBezTo>
                  <a:cubicBezTo>
                    <a:pt x="70" y="146"/>
                    <a:pt x="86" y="146"/>
                    <a:pt x="86" y="146"/>
                  </a:cubicBezTo>
                  <a:cubicBezTo>
                    <a:pt x="86" y="183"/>
                    <a:pt x="86" y="183"/>
                    <a:pt x="86" y="183"/>
                  </a:cubicBezTo>
                  <a:cubicBezTo>
                    <a:pt x="86" y="191"/>
                    <a:pt x="80" y="197"/>
                    <a:pt x="74" y="197"/>
                  </a:cubicBezTo>
                  <a:cubicBezTo>
                    <a:pt x="68" y="197"/>
                    <a:pt x="64" y="194"/>
                    <a:pt x="60" y="190"/>
                  </a:cubicBezTo>
                  <a:cubicBezTo>
                    <a:pt x="67" y="185"/>
                    <a:pt x="72" y="177"/>
                    <a:pt x="72" y="169"/>
                  </a:cubicBezTo>
                  <a:cubicBezTo>
                    <a:pt x="72" y="165"/>
                    <a:pt x="71" y="162"/>
                    <a:pt x="70" y="159"/>
                  </a:cubicBezTo>
                  <a:cubicBezTo>
                    <a:pt x="69" y="157"/>
                    <a:pt x="66" y="156"/>
                    <a:pt x="64" y="157"/>
                  </a:cubicBezTo>
                  <a:cubicBezTo>
                    <a:pt x="63" y="157"/>
                    <a:pt x="62" y="158"/>
                    <a:pt x="62" y="159"/>
                  </a:cubicBezTo>
                  <a:cubicBezTo>
                    <a:pt x="61" y="160"/>
                    <a:pt x="61" y="161"/>
                    <a:pt x="62" y="162"/>
                  </a:cubicBezTo>
                  <a:cubicBezTo>
                    <a:pt x="63" y="164"/>
                    <a:pt x="63" y="167"/>
                    <a:pt x="63" y="169"/>
                  </a:cubicBezTo>
                  <a:cubicBezTo>
                    <a:pt x="63" y="175"/>
                    <a:pt x="59" y="181"/>
                    <a:pt x="54" y="184"/>
                  </a:cubicBezTo>
                  <a:cubicBezTo>
                    <a:pt x="53" y="184"/>
                    <a:pt x="53" y="184"/>
                    <a:pt x="53" y="184"/>
                  </a:cubicBezTo>
                  <a:cubicBezTo>
                    <a:pt x="51" y="185"/>
                    <a:pt x="49" y="185"/>
                    <a:pt x="46" y="185"/>
                  </a:cubicBezTo>
                  <a:cubicBezTo>
                    <a:pt x="37" y="185"/>
                    <a:pt x="30" y="178"/>
                    <a:pt x="30" y="169"/>
                  </a:cubicBezTo>
                  <a:cubicBezTo>
                    <a:pt x="30" y="168"/>
                    <a:pt x="30" y="168"/>
                    <a:pt x="30" y="168"/>
                  </a:cubicBezTo>
                  <a:cubicBezTo>
                    <a:pt x="30" y="166"/>
                    <a:pt x="28" y="164"/>
                    <a:pt x="26" y="164"/>
                  </a:cubicBezTo>
                  <a:cubicBezTo>
                    <a:pt x="19" y="162"/>
                    <a:pt x="13" y="154"/>
                    <a:pt x="13" y="147"/>
                  </a:cubicBezTo>
                  <a:cubicBezTo>
                    <a:pt x="13" y="144"/>
                    <a:pt x="14" y="141"/>
                    <a:pt x="16" y="138"/>
                  </a:cubicBezTo>
                  <a:cubicBezTo>
                    <a:pt x="17" y="136"/>
                    <a:pt x="16" y="134"/>
                    <a:pt x="15" y="132"/>
                  </a:cubicBezTo>
                  <a:cubicBezTo>
                    <a:pt x="11" y="129"/>
                    <a:pt x="8" y="125"/>
                    <a:pt x="8" y="120"/>
                  </a:cubicBezTo>
                  <a:cubicBezTo>
                    <a:pt x="8" y="115"/>
                    <a:pt x="10" y="111"/>
                    <a:pt x="13" y="108"/>
                  </a:cubicBezTo>
                  <a:cubicBezTo>
                    <a:pt x="15" y="106"/>
                    <a:pt x="15" y="104"/>
                    <a:pt x="13" y="102"/>
                  </a:cubicBezTo>
                  <a:cubicBezTo>
                    <a:pt x="10" y="99"/>
                    <a:pt x="8" y="94"/>
                    <a:pt x="8" y="89"/>
                  </a:cubicBezTo>
                  <a:cubicBezTo>
                    <a:pt x="8" y="78"/>
                    <a:pt x="17" y="69"/>
                    <a:pt x="28" y="69"/>
                  </a:cubicBezTo>
                  <a:cubicBezTo>
                    <a:pt x="39" y="69"/>
                    <a:pt x="48" y="78"/>
                    <a:pt x="48" y="88"/>
                  </a:cubicBezTo>
                  <a:cubicBezTo>
                    <a:pt x="49" y="91"/>
                    <a:pt x="51" y="92"/>
                    <a:pt x="53" y="92"/>
                  </a:cubicBezTo>
                  <a:cubicBezTo>
                    <a:pt x="54" y="92"/>
                    <a:pt x="55" y="92"/>
                    <a:pt x="56" y="91"/>
                  </a:cubicBezTo>
                  <a:cubicBezTo>
                    <a:pt x="57" y="90"/>
                    <a:pt x="57" y="89"/>
                    <a:pt x="57" y="88"/>
                  </a:cubicBezTo>
                  <a:cubicBezTo>
                    <a:pt x="56" y="72"/>
                    <a:pt x="44" y="61"/>
                    <a:pt x="28" y="61"/>
                  </a:cubicBezTo>
                  <a:cubicBezTo>
                    <a:pt x="25" y="61"/>
                    <a:pt x="21" y="61"/>
                    <a:pt x="18" y="63"/>
                  </a:cubicBezTo>
                  <a:cubicBezTo>
                    <a:pt x="17" y="61"/>
                    <a:pt x="17" y="60"/>
                    <a:pt x="17" y="59"/>
                  </a:cubicBezTo>
                  <a:cubicBezTo>
                    <a:pt x="17" y="52"/>
                    <a:pt x="21" y="47"/>
                    <a:pt x="28" y="45"/>
                  </a:cubicBezTo>
                  <a:cubicBezTo>
                    <a:pt x="30" y="44"/>
                    <a:pt x="31" y="42"/>
                    <a:pt x="31" y="40"/>
                  </a:cubicBezTo>
                  <a:cubicBezTo>
                    <a:pt x="31" y="39"/>
                    <a:pt x="30" y="38"/>
                    <a:pt x="30" y="36"/>
                  </a:cubicBezTo>
                  <a:cubicBezTo>
                    <a:pt x="30" y="36"/>
                    <a:pt x="31" y="35"/>
                    <a:pt x="31" y="34"/>
                  </a:cubicBezTo>
                  <a:cubicBezTo>
                    <a:pt x="31" y="34"/>
                    <a:pt x="31" y="34"/>
                    <a:pt x="31" y="34"/>
                  </a:cubicBezTo>
                  <a:cubicBezTo>
                    <a:pt x="32" y="26"/>
                    <a:pt x="39" y="20"/>
                    <a:pt x="47" y="20"/>
                  </a:cubicBezTo>
                  <a:cubicBezTo>
                    <a:pt x="53" y="20"/>
                    <a:pt x="59" y="23"/>
                    <a:pt x="62" y="29"/>
                  </a:cubicBezTo>
                  <a:cubicBezTo>
                    <a:pt x="63" y="31"/>
                    <a:pt x="66" y="32"/>
                    <a:pt x="68" y="31"/>
                  </a:cubicBezTo>
                  <a:cubicBezTo>
                    <a:pt x="70" y="30"/>
                    <a:pt x="71" y="27"/>
                    <a:pt x="70" y="25"/>
                  </a:cubicBezTo>
                  <a:cubicBezTo>
                    <a:pt x="67" y="20"/>
                    <a:pt x="62" y="15"/>
                    <a:pt x="57" y="13"/>
                  </a:cubicBezTo>
                  <a:cubicBezTo>
                    <a:pt x="60" y="10"/>
                    <a:pt x="64" y="8"/>
                    <a:pt x="69" y="8"/>
                  </a:cubicBezTo>
                  <a:cubicBezTo>
                    <a:pt x="79" y="8"/>
                    <a:pt x="86" y="16"/>
                    <a:pt x="86" y="27"/>
                  </a:cubicBezTo>
                  <a:cubicBezTo>
                    <a:pt x="86" y="44"/>
                    <a:pt x="86" y="44"/>
                    <a:pt x="86" y="44"/>
                  </a:cubicBezTo>
                  <a:cubicBezTo>
                    <a:pt x="75" y="44"/>
                    <a:pt x="75" y="44"/>
                    <a:pt x="75" y="44"/>
                  </a:cubicBezTo>
                  <a:cubicBezTo>
                    <a:pt x="72" y="44"/>
                    <a:pt x="70" y="46"/>
                    <a:pt x="70" y="48"/>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0" name="Google Shape;440;p44"/>
            <p:cNvSpPr/>
            <p:nvPr/>
          </p:nvSpPr>
          <p:spPr>
            <a:xfrm>
              <a:off x="3641663" y="1563581"/>
              <a:ext cx="46999" cy="72998"/>
            </a:xfrm>
            <a:custGeom>
              <a:avLst/>
              <a:gdLst/>
              <a:ahLst/>
              <a:cxnLst/>
              <a:rect l="l" t="t" r="r" b="b"/>
              <a:pathLst>
                <a:path w="20" h="31" extrusionOk="0">
                  <a:moveTo>
                    <a:pt x="0" y="5"/>
                  </a:moveTo>
                  <a:cubicBezTo>
                    <a:pt x="0" y="7"/>
                    <a:pt x="2" y="9"/>
                    <a:pt x="4" y="9"/>
                  </a:cubicBezTo>
                  <a:cubicBezTo>
                    <a:pt x="8" y="9"/>
                    <a:pt x="11" y="12"/>
                    <a:pt x="11" y="16"/>
                  </a:cubicBezTo>
                  <a:cubicBezTo>
                    <a:pt x="11" y="19"/>
                    <a:pt x="8" y="22"/>
                    <a:pt x="4" y="22"/>
                  </a:cubicBezTo>
                  <a:cubicBezTo>
                    <a:pt x="2" y="22"/>
                    <a:pt x="0" y="24"/>
                    <a:pt x="0" y="27"/>
                  </a:cubicBezTo>
                  <a:cubicBezTo>
                    <a:pt x="0" y="29"/>
                    <a:pt x="2" y="31"/>
                    <a:pt x="4" y="31"/>
                  </a:cubicBezTo>
                  <a:cubicBezTo>
                    <a:pt x="13" y="31"/>
                    <a:pt x="20" y="24"/>
                    <a:pt x="20" y="16"/>
                  </a:cubicBezTo>
                  <a:cubicBezTo>
                    <a:pt x="20" y="7"/>
                    <a:pt x="13" y="0"/>
                    <a:pt x="4" y="0"/>
                  </a:cubicBezTo>
                  <a:cubicBezTo>
                    <a:pt x="2" y="0"/>
                    <a:pt x="0" y="2"/>
                    <a:pt x="0" y="5"/>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1" name="Google Shape;441;p44"/>
            <p:cNvSpPr/>
            <p:nvPr/>
          </p:nvSpPr>
          <p:spPr>
            <a:xfrm>
              <a:off x="3596664" y="1497583"/>
              <a:ext cx="46999" cy="49998"/>
            </a:xfrm>
            <a:custGeom>
              <a:avLst/>
              <a:gdLst/>
              <a:ahLst/>
              <a:cxnLst/>
              <a:rect l="l" t="t" r="r" b="b"/>
              <a:pathLst>
                <a:path w="20" h="21" extrusionOk="0">
                  <a:moveTo>
                    <a:pt x="20" y="17"/>
                  </a:moveTo>
                  <a:cubicBezTo>
                    <a:pt x="20" y="14"/>
                    <a:pt x="18" y="12"/>
                    <a:pt x="16" y="12"/>
                  </a:cubicBezTo>
                  <a:cubicBezTo>
                    <a:pt x="12" y="12"/>
                    <a:pt x="8" y="9"/>
                    <a:pt x="8" y="5"/>
                  </a:cubicBezTo>
                  <a:cubicBezTo>
                    <a:pt x="8" y="2"/>
                    <a:pt x="6" y="0"/>
                    <a:pt x="4" y="0"/>
                  </a:cubicBezTo>
                  <a:cubicBezTo>
                    <a:pt x="2" y="0"/>
                    <a:pt x="0" y="2"/>
                    <a:pt x="0" y="5"/>
                  </a:cubicBezTo>
                  <a:cubicBezTo>
                    <a:pt x="0" y="14"/>
                    <a:pt x="7" y="21"/>
                    <a:pt x="16" y="21"/>
                  </a:cubicBezTo>
                  <a:cubicBezTo>
                    <a:pt x="18" y="21"/>
                    <a:pt x="20" y="19"/>
                    <a:pt x="20" y="17"/>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2" name="Google Shape;442;p44"/>
            <p:cNvSpPr/>
            <p:nvPr/>
          </p:nvSpPr>
          <p:spPr>
            <a:xfrm>
              <a:off x="3551665" y="1710576"/>
              <a:ext cx="46999" cy="48999"/>
            </a:xfrm>
            <a:custGeom>
              <a:avLst/>
              <a:gdLst/>
              <a:ahLst/>
              <a:cxnLst/>
              <a:rect l="l" t="t" r="r" b="b"/>
              <a:pathLst>
                <a:path w="20" h="21" extrusionOk="0">
                  <a:moveTo>
                    <a:pt x="4" y="21"/>
                  </a:moveTo>
                  <a:cubicBezTo>
                    <a:pt x="6" y="21"/>
                    <a:pt x="8" y="19"/>
                    <a:pt x="8" y="16"/>
                  </a:cubicBezTo>
                  <a:cubicBezTo>
                    <a:pt x="8" y="12"/>
                    <a:pt x="12" y="9"/>
                    <a:pt x="16" y="9"/>
                  </a:cubicBezTo>
                  <a:cubicBezTo>
                    <a:pt x="18" y="9"/>
                    <a:pt x="20" y="7"/>
                    <a:pt x="20" y="4"/>
                  </a:cubicBezTo>
                  <a:cubicBezTo>
                    <a:pt x="20" y="2"/>
                    <a:pt x="18" y="0"/>
                    <a:pt x="16" y="0"/>
                  </a:cubicBezTo>
                  <a:cubicBezTo>
                    <a:pt x="7" y="0"/>
                    <a:pt x="0" y="7"/>
                    <a:pt x="0" y="16"/>
                  </a:cubicBezTo>
                  <a:cubicBezTo>
                    <a:pt x="0" y="19"/>
                    <a:pt x="1" y="21"/>
                    <a:pt x="4" y="21"/>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3" name="Google Shape;443;p44"/>
            <p:cNvSpPr/>
            <p:nvPr/>
          </p:nvSpPr>
          <p:spPr>
            <a:xfrm>
              <a:off x="3612663" y="1710576"/>
              <a:ext cx="75998" cy="22999"/>
            </a:xfrm>
            <a:custGeom>
              <a:avLst/>
              <a:gdLst/>
              <a:ahLst/>
              <a:cxnLst/>
              <a:rect l="l" t="t" r="r" b="b"/>
              <a:pathLst>
                <a:path w="32" h="10" extrusionOk="0">
                  <a:moveTo>
                    <a:pt x="4" y="10"/>
                  </a:moveTo>
                  <a:cubicBezTo>
                    <a:pt x="28" y="10"/>
                    <a:pt x="28" y="10"/>
                    <a:pt x="28" y="10"/>
                  </a:cubicBezTo>
                  <a:cubicBezTo>
                    <a:pt x="30" y="10"/>
                    <a:pt x="32" y="7"/>
                    <a:pt x="32" y="5"/>
                  </a:cubicBezTo>
                  <a:cubicBezTo>
                    <a:pt x="32" y="2"/>
                    <a:pt x="30" y="0"/>
                    <a:pt x="28" y="0"/>
                  </a:cubicBezTo>
                  <a:cubicBezTo>
                    <a:pt x="4" y="0"/>
                    <a:pt x="4" y="0"/>
                    <a:pt x="4" y="0"/>
                  </a:cubicBezTo>
                  <a:cubicBezTo>
                    <a:pt x="2" y="0"/>
                    <a:pt x="0" y="2"/>
                    <a:pt x="0" y="5"/>
                  </a:cubicBezTo>
                  <a:cubicBezTo>
                    <a:pt x="0" y="7"/>
                    <a:pt x="2" y="10"/>
                    <a:pt x="4" y="10"/>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4" name="Google Shape;444;p44"/>
            <p:cNvSpPr/>
            <p:nvPr/>
          </p:nvSpPr>
          <p:spPr>
            <a:xfrm>
              <a:off x="3737660" y="1426585"/>
              <a:ext cx="222993" cy="484985"/>
            </a:xfrm>
            <a:custGeom>
              <a:avLst/>
              <a:gdLst/>
              <a:ahLst/>
              <a:cxnLst/>
              <a:rect l="l" t="t" r="r" b="b"/>
              <a:pathLst>
                <a:path w="94" h="205" extrusionOk="0">
                  <a:moveTo>
                    <a:pt x="0" y="27"/>
                  </a:moveTo>
                  <a:cubicBezTo>
                    <a:pt x="0" y="183"/>
                    <a:pt x="0" y="183"/>
                    <a:pt x="0" y="183"/>
                  </a:cubicBezTo>
                  <a:cubicBezTo>
                    <a:pt x="0" y="189"/>
                    <a:pt x="1" y="195"/>
                    <a:pt x="5" y="199"/>
                  </a:cubicBezTo>
                  <a:cubicBezTo>
                    <a:pt x="9" y="203"/>
                    <a:pt x="13" y="205"/>
                    <a:pt x="19" y="205"/>
                  </a:cubicBezTo>
                  <a:cubicBezTo>
                    <a:pt x="28" y="205"/>
                    <a:pt x="35" y="201"/>
                    <a:pt x="41" y="194"/>
                  </a:cubicBezTo>
                  <a:cubicBezTo>
                    <a:pt x="43" y="194"/>
                    <a:pt x="45" y="194"/>
                    <a:pt x="47" y="194"/>
                  </a:cubicBezTo>
                  <a:cubicBezTo>
                    <a:pt x="57" y="194"/>
                    <a:pt x="66" y="188"/>
                    <a:pt x="70" y="179"/>
                  </a:cubicBezTo>
                  <a:cubicBezTo>
                    <a:pt x="71" y="178"/>
                    <a:pt x="71" y="178"/>
                    <a:pt x="71" y="178"/>
                  </a:cubicBezTo>
                  <a:cubicBezTo>
                    <a:pt x="72" y="176"/>
                    <a:pt x="72" y="174"/>
                    <a:pt x="72" y="171"/>
                  </a:cubicBezTo>
                  <a:cubicBezTo>
                    <a:pt x="82" y="167"/>
                    <a:pt x="89" y="157"/>
                    <a:pt x="89" y="147"/>
                  </a:cubicBezTo>
                  <a:cubicBezTo>
                    <a:pt x="89" y="143"/>
                    <a:pt x="88" y="140"/>
                    <a:pt x="87" y="137"/>
                  </a:cubicBezTo>
                  <a:cubicBezTo>
                    <a:pt x="91" y="132"/>
                    <a:pt x="94" y="126"/>
                    <a:pt x="94" y="120"/>
                  </a:cubicBezTo>
                  <a:cubicBezTo>
                    <a:pt x="94" y="114"/>
                    <a:pt x="92" y="109"/>
                    <a:pt x="89" y="105"/>
                  </a:cubicBezTo>
                  <a:cubicBezTo>
                    <a:pt x="90" y="103"/>
                    <a:pt x="91" y="102"/>
                    <a:pt x="92" y="100"/>
                  </a:cubicBezTo>
                  <a:cubicBezTo>
                    <a:pt x="92" y="99"/>
                    <a:pt x="92" y="99"/>
                    <a:pt x="92" y="99"/>
                  </a:cubicBezTo>
                  <a:cubicBezTo>
                    <a:pt x="93" y="97"/>
                    <a:pt x="93" y="94"/>
                    <a:pt x="93" y="91"/>
                  </a:cubicBezTo>
                  <a:cubicBezTo>
                    <a:pt x="94" y="91"/>
                    <a:pt x="94" y="91"/>
                    <a:pt x="94" y="91"/>
                  </a:cubicBezTo>
                  <a:cubicBezTo>
                    <a:pt x="94" y="90"/>
                    <a:pt x="94" y="90"/>
                    <a:pt x="94" y="90"/>
                  </a:cubicBezTo>
                  <a:cubicBezTo>
                    <a:pt x="94" y="90"/>
                    <a:pt x="94" y="90"/>
                    <a:pt x="94" y="90"/>
                  </a:cubicBezTo>
                  <a:cubicBezTo>
                    <a:pt x="94" y="89"/>
                    <a:pt x="94" y="89"/>
                    <a:pt x="94" y="89"/>
                  </a:cubicBezTo>
                  <a:cubicBezTo>
                    <a:pt x="94" y="81"/>
                    <a:pt x="90" y="73"/>
                    <a:pt x="83" y="67"/>
                  </a:cubicBezTo>
                  <a:cubicBezTo>
                    <a:pt x="84" y="64"/>
                    <a:pt x="85" y="62"/>
                    <a:pt x="85" y="59"/>
                  </a:cubicBezTo>
                  <a:cubicBezTo>
                    <a:pt x="85" y="50"/>
                    <a:pt x="80" y="41"/>
                    <a:pt x="72" y="38"/>
                  </a:cubicBezTo>
                  <a:cubicBezTo>
                    <a:pt x="72" y="37"/>
                    <a:pt x="72" y="37"/>
                    <a:pt x="72" y="36"/>
                  </a:cubicBezTo>
                  <a:cubicBezTo>
                    <a:pt x="72" y="22"/>
                    <a:pt x="60" y="11"/>
                    <a:pt x="46" y="11"/>
                  </a:cubicBezTo>
                  <a:cubicBezTo>
                    <a:pt x="46" y="11"/>
                    <a:pt x="46" y="11"/>
                    <a:pt x="46" y="11"/>
                  </a:cubicBezTo>
                  <a:cubicBezTo>
                    <a:pt x="41" y="4"/>
                    <a:pt x="34" y="0"/>
                    <a:pt x="25" y="0"/>
                  </a:cubicBezTo>
                  <a:cubicBezTo>
                    <a:pt x="18" y="0"/>
                    <a:pt x="11" y="2"/>
                    <a:pt x="6" y="7"/>
                  </a:cubicBezTo>
                  <a:cubicBezTo>
                    <a:pt x="1" y="12"/>
                    <a:pt x="0" y="19"/>
                    <a:pt x="0" y="27"/>
                  </a:cubicBezTo>
                  <a:close/>
                  <a:moveTo>
                    <a:pt x="19" y="44"/>
                  </a:moveTo>
                  <a:cubicBezTo>
                    <a:pt x="7" y="44"/>
                    <a:pt x="7" y="44"/>
                    <a:pt x="7" y="44"/>
                  </a:cubicBezTo>
                  <a:cubicBezTo>
                    <a:pt x="7" y="27"/>
                    <a:pt x="7" y="27"/>
                    <a:pt x="7" y="27"/>
                  </a:cubicBezTo>
                  <a:cubicBezTo>
                    <a:pt x="7" y="16"/>
                    <a:pt x="15" y="8"/>
                    <a:pt x="25" y="8"/>
                  </a:cubicBezTo>
                  <a:cubicBezTo>
                    <a:pt x="29" y="8"/>
                    <a:pt x="33" y="10"/>
                    <a:pt x="36" y="13"/>
                  </a:cubicBezTo>
                  <a:cubicBezTo>
                    <a:pt x="31" y="15"/>
                    <a:pt x="26" y="20"/>
                    <a:pt x="24" y="25"/>
                  </a:cubicBezTo>
                  <a:cubicBezTo>
                    <a:pt x="23" y="27"/>
                    <a:pt x="23" y="30"/>
                    <a:pt x="26" y="31"/>
                  </a:cubicBezTo>
                  <a:cubicBezTo>
                    <a:pt x="28" y="32"/>
                    <a:pt x="30" y="31"/>
                    <a:pt x="31" y="29"/>
                  </a:cubicBezTo>
                  <a:cubicBezTo>
                    <a:pt x="34" y="23"/>
                    <a:pt x="40" y="20"/>
                    <a:pt x="46" y="20"/>
                  </a:cubicBezTo>
                  <a:cubicBezTo>
                    <a:pt x="55" y="20"/>
                    <a:pt x="62" y="26"/>
                    <a:pt x="63" y="34"/>
                  </a:cubicBezTo>
                  <a:cubicBezTo>
                    <a:pt x="63" y="34"/>
                    <a:pt x="63" y="34"/>
                    <a:pt x="63" y="34"/>
                  </a:cubicBezTo>
                  <a:cubicBezTo>
                    <a:pt x="63" y="35"/>
                    <a:pt x="63" y="36"/>
                    <a:pt x="63" y="36"/>
                  </a:cubicBezTo>
                  <a:cubicBezTo>
                    <a:pt x="63" y="38"/>
                    <a:pt x="63" y="39"/>
                    <a:pt x="62" y="40"/>
                  </a:cubicBezTo>
                  <a:cubicBezTo>
                    <a:pt x="62" y="42"/>
                    <a:pt x="63" y="44"/>
                    <a:pt x="66" y="45"/>
                  </a:cubicBezTo>
                  <a:cubicBezTo>
                    <a:pt x="72" y="47"/>
                    <a:pt x="76" y="52"/>
                    <a:pt x="76" y="59"/>
                  </a:cubicBezTo>
                  <a:cubicBezTo>
                    <a:pt x="76" y="60"/>
                    <a:pt x="76" y="61"/>
                    <a:pt x="76" y="63"/>
                  </a:cubicBezTo>
                  <a:cubicBezTo>
                    <a:pt x="72" y="61"/>
                    <a:pt x="69" y="61"/>
                    <a:pt x="65" y="61"/>
                  </a:cubicBezTo>
                  <a:cubicBezTo>
                    <a:pt x="50" y="61"/>
                    <a:pt x="37" y="72"/>
                    <a:pt x="36" y="88"/>
                  </a:cubicBezTo>
                  <a:cubicBezTo>
                    <a:pt x="36" y="89"/>
                    <a:pt x="37" y="90"/>
                    <a:pt x="37" y="91"/>
                  </a:cubicBezTo>
                  <a:cubicBezTo>
                    <a:pt x="38" y="92"/>
                    <a:pt x="39" y="92"/>
                    <a:pt x="40" y="92"/>
                  </a:cubicBezTo>
                  <a:cubicBezTo>
                    <a:pt x="43" y="92"/>
                    <a:pt x="45" y="91"/>
                    <a:pt x="45" y="88"/>
                  </a:cubicBezTo>
                  <a:cubicBezTo>
                    <a:pt x="45" y="78"/>
                    <a:pt x="54" y="69"/>
                    <a:pt x="65" y="69"/>
                  </a:cubicBezTo>
                  <a:cubicBezTo>
                    <a:pt x="76" y="69"/>
                    <a:pt x="85" y="78"/>
                    <a:pt x="85" y="89"/>
                  </a:cubicBezTo>
                  <a:cubicBezTo>
                    <a:pt x="85" y="94"/>
                    <a:pt x="83" y="99"/>
                    <a:pt x="80" y="102"/>
                  </a:cubicBezTo>
                  <a:cubicBezTo>
                    <a:pt x="79" y="104"/>
                    <a:pt x="79" y="106"/>
                    <a:pt x="80" y="108"/>
                  </a:cubicBezTo>
                  <a:cubicBezTo>
                    <a:pt x="83" y="111"/>
                    <a:pt x="85" y="115"/>
                    <a:pt x="85" y="120"/>
                  </a:cubicBezTo>
                  <a:cubicBezTo>
                    <a:pt x="85" y="125"/>
                    <a:pt x="83" y="129"/>
                    <a:pt x="79" y="132"/>
                  </a:cubicBezTo>
                  <a:cubicBezTo>
                    <a:pt x="77" y="134"/>
                    <a:pt x="77" y="136"/>
                    <a:pt x="78" y="138"/>
                  </a:cubicBezTo>
                  <a:cubicBezTo>
                    <a:pt x="79" y="141"/>
                    <a:pt x="80" y="144"/>
                    <a:pt x="80" y="147"/>
                  </a:cubicBezTo>
                  <a:cubicBezTo>
                    <a:pt x="80" y="154"/>
                    <a:pt x="75" y="162"/>
                    <a:pt x="67" y="164"/>
                  </a:cubicBezTo>
                  <a:cubicBezTo>
                    <a:pt x="65" y="164"/>
                    <a:pt x="64" y="166"/>
                    <a:pt x="64" y="168"/>
                  </a:cubicBezTo>
                  <a:cubicBezTo>
                    <a:pt x="64" y="169"/>
                    <a:pt x="64" y="169"/>
                    <a:pt x="64" y="169"/>
                  </a:cubicBezTo>
                  <a:cubicBezTo>
                    <a:pt x="64" y="178"/>
                    <a:pt x="56" y="185"/>
                    <a:pt x="47" y="185"/>
                  </a:cubicBezTo>
                  <a:cubicBezTo>
                    <a:pt x="45" y="185"/>
                    <a:pt x="43" y="185"/>
                    <a:pt x="41" y="184"/>
                  </a:cubicBezTo>
                  <a:cubicBezTo>
                    <a:pt x="40" y="184"/>
                    <a:pt x="40" y="184"/>
                    <a:pt x="40" y="184"/>
                  </a:cubicBezTo>
                  <a:cubicBezTo>
                    <a:pt x="34" y="181"/>
                    <a:pt x="30" y="175"/>
                    <a:pt x="30" y="169"/>
                  </a:cubicBezTo>
                  <a:cubicBezTo>
                    <a:pt x="30" y="167"/>
                    <a:pt x="31" y="164"/>
                    <a:pt x="32" y="162"/>
                  </a:cubicBezTo>
                  <a:cubicBezTo>
                    <a:pt x="32" y="161"/>
                    <a:pt x="32" y="160"/>
                    <a:pt x="32" y="159"/>
                  </a:cubicBezTo>
                  <a:cubicBezTo>
                    <a:pt x="31" y="158"/>
                    <a:pt x="30" y="157"/>
                    <a:pt x="29" y="157"/>
                  </a:cubicBezTo>
                  <a:cubicBezTo>
                    <a:pt x="27" y="156"/>
                    <a:pt x="25" y="157"/>
                    <a:pt x="24" y="159"/>
                  </a:cubicBezTo>
                  <a:cubicBezTo>
                    <a:pt x="22" y="162"/>
                    <a:pt x="22" y="165"/>
                    <a:pt x="22" y="169"/>
                  </a:cubicBezTo>
                  <a:cubicBezTo>
                    <a:pt x="22" y="177"/>
                    <a:pt x="26" y="185"/>
                    <a:pt x="33" y="190"/>
                  </a:cubicBezTo>
                  <a:cubicBezTo>
                    <a:pt x="29" y="194"/>
                    <a:pt x="25" y="197"/>
                    <a:pt x="20" y="197"/>
                  </a:cubicBezTo>
                  <a:cubicBezTo>
                    <a:pt x="13" y="197"/>
                    <a:pt x="7" y="191"/>
                    <a:pt x="7" y="183"/>
                  </a:cubicBezTo>
                  <a:cubicBezTo>
                    <a:pt x="7" y="146"/>
                    <a:pt x="7" y="146"/>
                    <a:pt x="7" y="146"/>
                  </a:cubicBezTo>
                  <a:cubicBezTo>
                    <a:pt x="7" y="146"/>
                    <a:pt x="23" y="146"/>
                    <a:pt x="31" y="146"/>
                  </a:cubicBezTo>
                  <a:cubicBezTo>
                    <a:pt x="39" y="146"/>
                    <a:pt x="45" y="152"/>
                    <a:pt x="45" y="160"/>
                  </a:cubicBezTo>
                  <a:cubicBezTo>
                    <a:pt x="45" y="162"/>
                    <a:pt x="47" y="164"/>
                    <a:pt x="50" y="164"/>
                  </a:cubicBezTo>
                  <a:cubicBezTo>
                    <a:pt x="52" y="164"/>
                    <a:pt x="54" y="162"/>
                    <a:pt x="54" y="160"/>
                  </a:cubicBezTo>
                  <a:cubicBezTo>
                    <a:pt x="54" y="147"/>
                    <a:pt x="44" y="137"/>
                    <a:pt x="31" y="137"/>
                  </a:cubicBezTo>
                  <a:cubicBezTo>
                    <a:pt x="19" y="137"/>
                    <a:pt x="7" y="137"/>
                    <a:pt x="7" y="137"/>
                  </a:cubicBezTo>
                  <a:cubicBezTo>
                    <a:pt x="7" y="113"/>
                    <a:pt x="7" y="113"/>
                    <a:pt x="7" y="113"/>
                  </a:cubicBezTo>
                  <a:cubicBezTo>
                    <a:pt x="7" y="113"/>
                    <a:pt x="35" y="112"/>
                    <a:pt x="47" y="112"/>
                  </a:cubicBezTo>
                  <a:cubicBezTo>
                    <a:pt x="59" y="112"/>
                    <a:pt x="69" y="101"/>
                    <a:pt x="69" y="89"/>
                  </a:cubicBezTo>
                  <a:cubicBezTo>
                    <a:pt x="69" y="86"/>
                    <a:pt x="67" y="84"/>
                    <a:pt x="64" y="84"/>
                  </a:cubicBezTo>
                  <a:cubicBezTo>
                    <a:pt x="62" y="84"/>
                    <a:pt x="60" y="86"/>
                    <a:pt x="60" y="89"/>
                  </a:cubicBezTo>
                  <a:cubicBezTo>
                    <a:pt x="60" y="97"/>
                    <a:pt x="54" y="103"/>
                    <a:pt x="46" y="103"/>
                  </a:cubicBezTo>
                  <a:cubicBezTo>
                    <a:pt x="38" y="103"/>
                    <a:pt x="7" y="103"/>
                    <a:pt x="7" y="103"/>
                  </a:cubicBezTo>
                  <a:cubicBezTo>
                    <a:pt x="7" y="53"/>
                    <a:pt x="7" y="53"/>
                    <a:pt x="7" y="53"/>
                  </a:cubicBezTo>
                  <a:cubicBezTo>
                    <a:pt x="19" y="53"/>
                    <a:pt x="19" y="53"/>
                    <a:pt x="19" y="53"/>
                  </a:cubicBezTo>
                  <a:cubicBezTo>
                    <a:pt x="21" y="53"/>
                    <a:pt x="23" y="51"/>
                    <a:pt x="23" y="48"/>
                  </a:cubicBezTo>
                  <a:cubicBezTo>
                    <a:pt x="23" y="46"/>
                    <a:pt x="21" y="44"/>
                    <a:pt x="19" y="44"/>
                  </a:cubicBezTo>
                  <a:close/>
                </a:path>
              </a:pathLst>
            </a:custGeom>
            <a:solidFill>
              <a:srgbClr val="6EBE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5" name="Google Shape;445;p44"/>
            <p:cNvSpPr/>
            <p:nvPr/>
          </p:nvSpPr>
          <p:spPr>
            <a:xfrm>
              <a:off x="3763659" y="1563581"/>
              <a:ext cx="44999" cy="72998"/>
            </a:xfrm>
            <a:custGeom>
              <a:avLst/>
              <a:gdLst/>
              <a:ahLst/>
              <a:cxnLst/>
              <a:rect l="l" t="t" r="r" b="b"/>
              <a:pathLst>
                <a:path w="19" h="31" extrusionOk="0">
                  <a:moveTo>
                    <a:pt x="19" y="5"/>
                  </a:moveTo>
                  <a:cubicBezTo>
                    <a:pt x="19" y="7"/>
                    <a:pt x="18" y="9"/>
                    <a:pt x="15" y="9"/>
                  </a:cubicBezTo>
                  <a:cubicBezTo>
                    <a:pt x="11" y="9"/>
                    <a:pt x="8" y="12"/>
                    <a:pt x="8" y="16"/>
                  </a:cubicBezTo>
                  <a:cubicBezTo>
                    <a:pt x="8" y="19"/>
                    <a:pt x="11" y="22"/>
                    <a:pt x="15" y="22"/>
                  </a:cubicBezTo>
                  <a:cubicBezTo>
                    <a:pt x="18" y="22"/>
                    <a:pt x="19" y="24"/>
                    <a:pt x="19" y="27"/>
                  </a:cubicBezTo>
                  <a:cubicBezTo>
                    <a:pt x="19" y="29"/>
                    <a:pt x="18" y="31"/>
                    <a:pt x="15" y="31"/>
                  </a:cubicBezTo>
                  <a:cubicBezTo>
                    <a:pt x="7" y="31"/>
                    <a:pt x="0" y="24"/>
                    <a:pt x="0" y="16"/>
                  </a:cubicBezTo>
                  <a:cubicBezTo>
                    <a:pt x="0" y="7"/>
                    <a:pt x="7" y="0"/>
                    <a:pt x="15" y="0"/>
                  </a:cubicBezTo>
                  <a:cubicBezTo>
                    <a:pt x="18" y="0"/>
                    <a:pt x="19" y="2"/>
                    <a:pt x="19" y="5"/>
                  </a:cubicBezTo>
                  <a:close/>
                </a:path>
              </a:pathLst>
            </a:custGeom>
            <a:solidFill>
              <a:srgbClr val="6EBE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6" name="Google Shape;446;p44"/>
            <p:cNvSpPr/>
            <p:nvPr/>
          </p:nvSpPr>
          <p:spPr>
            <a:xfrm>
              <a:off x="3806658" y="1497583"/>
              <a:ext cx="49998" cy="49998"/>
            </a:xfrm>
            <a:custGeom>
              <a:avLst/>
              <a:gdLst/>
              <a:ahLst/>
              <a:cxnLst/>
              <a:rect l="l" t="t" r="r" b="b"/>
              <a:pathLst>
                <a:path w="21" h="21" extrusionOk="0">
                  <a:moveTo>
                    <a:pt x="0" y="17"/>
                  </a:moveTo>
                  <a:cubicBezTo>
                    <a:pt x="0" y="14"/>
                    <a:pt x="2" y="12"/>
                    <a:pt x="5" y="12"/>
                  </a:cubicBezTo>
                  <a:cubicBezTo>
                    <a:pt x="9" y="12"/>
                    <a:pt x="12" y="9"/>
                    <a:pt x="12" y="5"/>
                  </a:cubicBezTo>
                  <a:cubicBezTo>
                    <a:pt x="12" y="2"/>
                    <a:pt x="14" y="0"/>
                    <a:pt x="16" y="0"/>
                  </a:cubicBezTo>
                  <a:cubicBezTo>
                    <a:pt x="19" y="0"/>
                    <a:pt x="21" y="2"/>
                    <a:pt x="21" y="5"/>
                  </a:cubicBezTo>
                  <a:cubicBezTo>
                    <a:pt x="21" y="14"/>
                    <a:pt x="13" y="21"/>
                    <a:pt x="5" y="21"/>
                  </a:cubicBezTo>
                  <a:cubicBezTo>
                    <a:pt x="2" y="21"/>
                    <a:pt x="0" y="19"/>
                    <a:pt x="0" y="17"/>
                  </a:cubicBezTo>
                  <a:close/>
                </a:path>
              </a:pathLst>
            </a:custGeom>
            <a:solidFill>
              <a:srgbClr val="6EBE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7" name="Google Shape;447;p44"/>
            <p:cNvSpPr/>
            <p:nvPr/>
          </p:nvSpPr>
          <p:spPr>
            <a:xfrm>
              <a:off x="3851656" y="1710576"/>
              <a:ext cx="49998" cy="48999"/>
            </a:xfrm>
            <a:custGeom>
              <a:avLst/>
              <a:gdLst/>
              <a:ahLst/>
              <a:cxnLst/>
              <a:rect l="l" t="t" r="r" b="b"/>
              <a:pathLst>
                <a:path w="21" h="21" extrusionOk="0">
                  <a:moveTo>
                    <a:pt x="16" y="21"/>
                  </a:moveTo>
                  <a:cubicBezTo>
                    <a:pt x="14" y="21"/>
                    <a:pt x="12" y="19"/>
                    <a:pt x="12" y="16"/>
                  </a:cubicBezTo>
                  <a:cubicBezTo>
                    <a:pt x="12" y="12"/>
                    <a:pt x="9" y="9"/>
                    <a:pt x="5" y="9"/>
                  </a:cubicBezTo>
                  <a:cubicBezTo>
                    <a:pt x="2" y="9"/>
                    <a:pt x="0" y="7"/>
                    <a:pt x="0" y="4"/>
                  </a:cubicBezTo>
                  <a:cubicBezTo>
                    <a:pt x="0" y="2"/>
                    <a:pt x="2" y="0"/>
                    <a:pt x="5" y="0"/>
                  </a:cubicBezTo>
                  <a:cubicBezTo>
                    <a:pt x="14" y="0"/>
                    <a:pt x="21" y="7"/>
                    <a:pt x="21" y="16"/>
                  </a:cubicBezTo>
                  <a:cubicBezTo>
                    <a:pt x="21" y="19"/>
                    <a:pt x="19" y="21"/>
                    <a:pt x="16" y="21"/>
                  </a:cubicBezTo>
                  <a:close/>
                </a:path>
              </a:pathLst>
            </a:custGeom>
            <a:solidFill>
              <a:srgbClr val="6EBE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48" name="Google Shape;448;p44"/>
            <p:cNvSpPr/>
            <p:nvPr/>
          </p:nvSpPr>
          <p:spPr>
            <a:xfrm>
              <a:off x="3761659" y="1710576"/>
              <a:ext cx="77998" cy="22999"/>
            </a:xfrm>
            <a:custGeom>
              <a:avLst/>
              <a:gdLst/>
              <a:ahLst/>
              <a:cxnLst/>
              <a:rect l="l" t="t" r="r" b="b"/>
              <a:pathLst>
                <a:path w="33" h="10" extrusionOk="0">
                  <a:moveTo>
                    <a:pt x="28" y="10"/>
                  </a:moveTo>
                  <a:cubicBezTo>
                    <a:pt x="5" y="10"/>
                    <a:pt x="5" y="10"/>
                    <a:pt x="5" y="10"/>
                  </a:cubicBezTo>
                  <a:cubicBezTo>
                    <a:pt x="2" y="10"/>
                    <a:pt x="0" y="7"/>
                    <a:pt x="0" y="5"/>
                  </a:cubicBezTo>
                  <a:cubicBezTo>
                    <a:pt x="0" y="2"/>
                    <a:pt x="2" y="0"/>
                    <a:pt x="5" y="0"/>
                  </a:cubicBezTo>
                  <a:cubicBezTo>
                    <a:pt x="28" y="0"/>
                    <a:pt x="28" y="0"/>
                    <a:pt x="28" y="0"/>
                  </a:cubicBezTo>
                  <a:cubicBezTo>
                    <a:pt x="31" y="0"/>
                    <a:pt x="33" y="2"/>
                    <a:pt x="33" y="5"/>
                  </a:cubicBezTo>
                  <a:cubicBezTo>
                    <a:pt x="33" y="7"/>
                    <a:pt x="31" y="10"/>
                    <a:pt x="28" y="10"/>
                  </a:cubicBezTo>
                  <a:close/>
                </a:path>
              </a:pathLst>
            </a:custGeom>
            <a:solidFill>
              <a:srgbClr val="6EBE4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449" name="Google Shape;449;p44"/>
          <p:cNvGrpSpPr/>
          <p:nvPr/>
        </p:nvGrpSpPr>
        <p:grpSpPr>
          <a:xfrm rot="2095047">
            <a:off x="3350888" y="4153288"/>
            <a:ext cx="536884" cy="214696"/>
            <a:chOff x="1864153" y="1048947"/>
            <a:chExt cx="907322" cy="392439"/>
          </a:xfrm>
        </p:grpSpPr>
        <p:sp>
          <p:nvSpPr>
            <p:cNvPr id="450" name="Google Shape;450;p44"/>
            <p:cNvSpPr/>
            <p:nvPr/>
          </p:nvSpPr>
          <p:spPr>
            <a:xfrm>
              <a:off x="1864153" y="1182202"/>
              <a:ext cx="755577" cy="125930"/>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451" name="Google Shape;451;p44"/>
            <p:cNvGrpSpPr/>
            <p:nvPr/>
          </p:nvGrpSpPr>
          <p:grpSpPr>
            <a:xfrm>
              <a:off x="2512987" y="1048947"/>
              <a:ext cx="258488" cy="392439"/>
              <a:chOff x="2512987" y="1048947"/>
              <a:chExt cx="258488" cy="392439"/>
            </a:xfrm>
          </p:grpSpPr>
          <p:sp>
            <p:nvSpPr>
              <p:cNvPr id="452" name="Google Shape;452;p44"/>
              <p:cNvSpPr/>
              <p:nvPr/>
            </p:nvSpPr>
            <p:spPr>
              <a:xfrm>
                <a:off x="2512987" y="1291038"/>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53" name="Google Shape;453;p44"/>
              <p:cNvSpPr/>
              <p:nvPr/>
            </p:nvSpPr>
            <p:spPr>
              <a:xfrm>
                <a:off x="2556592" y="1244644"/>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54" name="Google Shape;454;p44"/>
              <p:cNvSpPr/>
              <p:nvPr/>
            </p:nvSpPr>
            <p:spPr>
              <a:xfrm>
                <a:off x="2512987" y="1048947"/>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55" name="Google Shape;455;p44"/>
              <p:cNvSpPr/>
              <p:nvPr/>
            </p:nvSpPr>
            <p:spPr>
              <a:xfrm>
                <a:off x="2556592" y="1182202"/>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56" name="Google Shape;456;p44"/>
              <p:cNvSpPr/>
              <p:nvPr/>
            </p:nvSpPr>
            <p:spPr>
              <a:xfrm>
                <a:off x="2619731" y="1182202"/>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grpSp>
        <p:nvGrpSpPr>
          <p:cNvPr id="457" name="Google Shape;457;p44"/>
          <p:cNvGrpSpPr/>
          <p:nvPr/>
        </p:nvGrpSpPr>
        <p:grpSpPr>
          <a:xfrm rot="8562957" flipH="1">
            <a:off x="3353998" y="3753858"/>
            <a:ext cx="524682" cy="194089"/>
            <a:chOff x="1864153" y="1048947"/>
            <a:chExt cx="907322" cy="392439"/>
          </a:xfrm>
        </p:grpSpPr>
        <p:sp>
          <p:nvSpPr>
            <p:cNvPr id="458" name="Google Shape;458;p44"/>
            <p:cNvSpPr/>
            <p:nvPr/>
          </p:nvSpPr>
          <p:spPr>
            <a:xfrm>
              <a:off x="1864153" y="1182202"/>
              <a:ext cx="755577" cy="125930"/>
            </a:xfrm>
            <a:custGeom>
              <a:avLst/>
              <a:gdLst/>
              <a:ahLst/>
              <a:cxnLst/>
              <a:rect l="l" t="t" r="r" b="b"/>
              <a:pathLst>
                <a:path w="2166" h="361" extrusionOk="0">
                  <a:moveTo>
                    <a:pt x="179" y="361"/>
                  </a:moveTo>
                  <a:lnTo>
                    <a:pt x="1985" y="361"/>
                  </a:lnTo>
                  <a:lnTo>
                    <a:pt x="2166" y="179"/>
                  </a:lnTo>
                  <a:lnTo>
                    <a:pt x="1987" y="0"/>
                  </a:lnTo>
                  <a:lnTo>
                    <a:pt x="181" y="0"/>
                  </a:lnTo>
                  <a:lnTo>
                    <a:pt x="143" y="2"/>
                  </a:lnTo>
                  <a:lnTo>
                    <a:pt x="78" y="29"/>
                  </a:lnTo>
                  <a:lnTo>
                    <a:pt x="29" y="80"/>
                  </a:lnTo>
                  <a:lnTo>
                    <a:pt x="2" y="143"/>
                  </a:lnTo>
                  <a:lnTo>
                    <a:pt x="0" y="181"/>
                  </a:lnTo>
                  <a:lnTo>
                    <a:pt x="0" y="202"/>
                  </a:lnTo>
                  <a:lnTo>
                    <a:pt x="10" y="245"/>
                  </a:lnTo>
                  <a:lnTo>
                    <a:pt x="42" y="299"/>
                  </a:lnTo>
                  <a:lnTo>
                    <a:pt x="74" y="327"/>
                  </a:lnTo>
                  <a:lnTo>
                    <a:pt x="97" y="342"/>
                  </a:lnTo>
                  <a:lnTo>
                    <a:pt x="150" y="358"/>
                  </a:lnTo>
                  <a:lnTo>
                    <a:pt x="179" y="36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459" name="Google Shape;459;p44"/>
            <p:cNvGrpSpPr/>
            <p:nvPr/>
          </p:nvGrpSpPr>
          <p:grpSpPr>
            <a:xfrm>
              <a:off x="2512987" y="1048947"/>
              <a:ext cx="258488" cy="392439"/>
              <a:chOff x="2512987" y="1048947"/>
              <a:chExt cx="258488" cy="392439"/>
            </a:xfrm>
          </p:grpSpPr>
          <p:sp>
            <p:nvSpPr>
              <p:cNvPr id="460" name="Google Shape;460;p44"/>
              <p:cNvSpPr/>
              <p:nvPr/>
            </p:nvSpPr>
            <p:spPr>
              <a:xfrm>
                <a:off x="2512987" y="1291038"/>
                <a:ext cx="238605" cy="150348"/>
              </a:xfrm>
              <a:custGeom>
                <a:avLst/>
                <a:gdLst/>
                <a:ahLst/>
                <a:cxnLst/>
                <a:rect l="l" t="t" r="r" b="b"/>
                <a:pathLst>
                  <a:path w="684" h="431" extrusionOk="0">
                    <a:moveTo>
                      <a:pt x="177" y="431"/>
                    </a:moveTo>
                    <a:lnTo>
                      <a:pt x="213" y="428"/>
                    </a:lnTo>
                    <a:lnTo>
                      <a:pt x="279" y="403"/>
                    </a:lnTo>
                    <a:lnTo>
                      <a:pt x="306" y="378"/>
                    </a:lnTo>
                    <a:lnTo>
                      <a:pt x="684" y="0"/>
                    </a:lnTo>
                    <a:lnTo>
                      <a:pt x="653" y="25"/>
                    </a:lnTo>
                    <a:lnTo>
                      <a:pt x="619" y="38"/>
                    </a:lnTo>
                    <a:lnTo>
                      <a:pt x="591" y="46"/>
                    </a:lnTo>
                    <a:lnTo>
                      <a:pt x="562" y="49"/>
                    </a:lnTo>
                    <a:lnTo>
                      <a:pt x="125" y="49"/>
                    </a:lnTo>
                    <a:lnTo>
                      <a:pt x="125" y="49"/>
                    </a:lnTo>
                    <a:lnTo>
                      <a:pt x="127" y="49"/>
                    </a:lnTo>
                    <a:lnTo>
                      <a:pt x="51" y="125"/>
                    </a:lnTo>
                    <a:lnTo>
                      <a:pt x="28" y="152"/>
                    </a:lnTo>
                    <a:lnTo>
                      <a:pt x="0" y="217"/>
                    </a:lnTo>
                    <a:lnTo>
                      <a:pt x="0" y="287"/>
                    </a:lnTo>
                    <a:lnTo>
                      <a:pt x="28" y="350"/>
                    </a:lnTo>
                    <a:lnTo>
                      <a:pt x="51" y="380"/>
                    </a:lnTo>
                    <a:lnTo>
                      <a:pt x="53" y="380"/>
                    </a:lnTo>
                    <a:lnTo>
                      <a:pt x="55" y="382"/>
                    </a:lnTo>
                    <a:lnTo>
                      <a:pt x="82" y="405"/>
                    </a:lnTo>
                    <a:lnTo>
                      <a:pt x="146" y="428"/>
                    </a:lnTo>
                    <a:lnTo>
                      <a:pt x="177"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61" name="Google Shape;461;p44"/>
              <p:cNvSpPr/>
              <p:nvPr/>
            </p:nvSpPr>
            <p:spPr>
              <a:xfrm>
                <a:off x="2556592" y="1244644"/>
                <a:ext cx="172324" cy="63488"/>
              </a:xfrm>
              <a:custGeom>
                <a:avLst/>
                <a:gdLst/>
                <a:ahLst/>
                <a:cxnLst/>
                <a:rect l="l" t="t" r="r" b="b"/>
                <a:pathLst>
                  <a:path w="494" h="182" extrusionOk="0">
                    <a:moveTo>
                      <a:pt x="0" y="182"/>
                    </a:moveTo>
                    <a:lnTo>
                      <a:pt x="437" y="182"/>
                    </a:lnTo>
                    <a:lnTo>
                      <a:pt x="466" y="179"/>
                    </a:lnTo>
                    <a:lnTo>
                      <a:pt x="494" y="171"/>
                    </a:lnTo>
                    <a:lnTo>
                      <a:pt x="464" y="179"/>
                    </a:lnTo>
                    <a:lnTo>
                      <a:pt x="437" y="182"/>
                    </a:lnTo>
                    <a:lnTo>
                      <a:pt x="401" y="179"/>
                    </a:lnTo>
                    <a:lnTo>
                      <a:pt x="335" y="152"/>
                    </a:lnTo>
                    <a:lnTo>
                      <a:pt x="308" y="129"/>
                    </a:lnTo>
                    <a:lnTo>
                      <a:pt x="181" y="0"/>
                    </a:lnTo>
                    <a:lnTo>
                      <a:pt x="0" y="182"/>
                    </a:lnTo>
                    <a:lnTo>
                      <a:pt x="0" y="182"/>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62" name="Google Shape;462;p44"/>
              <p:cNvSpPr/>
              <p:nvPr/>
            </p:nvSpPr>
            <p:spPr>
              <a:xfrm>
                <a:off x="2512987" y="1048947"/>
                <a:ext cx="238605" cy="149302"/>
              </a:xfrm>
              <a:custGeom>
                <a:avLst/>
                <a:gdLst/>
                <a:ahLst/>
                <a:cxnLst/>
                <a:rect l="l" t="t" r="r" b="b"/>
                <a:pathLst>
                  <a:path w="684" h="428" extrusionOk="0">
                    <a:moveTo>
                      <a:pt x="684" y="428"/>
                    </a:moveTo>
                    <a:lnTo>
                      <a:pt x="306" y="51"/>
                    </a:lnTo>
                    <a:lnTo>
                      <a:pt x="296" y="42"/>
                    </a:lnTo>
                    <a:lnTo>
                      <a:pt x="285" y="34"/>
                    </a:lnTo>
                    <a:lnTo>
                      <a:pt x="262" y="19"/>
                    </a:lnTo>
                    <a:lnTo>
                      <a:pt x="207" y="0"/>
                    </a:lnTo>
                    <a:lnTo>
                      <a:pt x="180" y="0"/>
                    </a:lnTo>
                    <a:lnTo>
                      <a:pt x="144" y="2"/>
                    </a:lnTo>
                    <a:lnTo>
                      <a:pt x="80" y="27"/>
                    </a:lnTo>
                    <a:lnTo>
                      <a:pt x="51" y="53"/>
                    </a:lnTo>
                    <a:lnTo>
                      <a:pt x="28" y="80"/>
                    </a:lnTo>
                    <a:lnTo>
                      <a:pt x="0" y="145"/>
                    </a:lnTo>
                    <a:lnTo>
                      <a:pt x="0" y="215"/>
                    </a:lnTo>
                    <a:lnTo>
                      <a:pt x="28" y="281"/>
                    </a:lnTo>
                    <a:lnTo>
                      <a:pt x="51" y="308"/>
                    </a:lnTo>
                    <a:lnTo>
                      <a:pt x="125" y="382"/>
                    </a:lnTo>
                    <a:lnTo>
                      <a:pt x="562" y="382"/>
                    </a:lnTo>
                    <a:lnTo>
                      <a:pt x="562" y="382"/>
                    </a:lnTo>
                    <a:lnTo>
                      <a:pt x="562" y="382"/>
                    </a:lnTo>
                    <a:lnTo>
                      <a:pt x="593" y="384"/>
                    </a:lnTo>
                    <a:lnTo>
                      <a:pt x="657" y="407"/>
                    </a:lnTo>
                    <a:lnTo>
                      <a:pt x="684" y="428"/>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63" name="Google Shape;463;p44"/>
              <p:cNvSpPr/>
              <p:nvPr/>
            </p:nvSpPr>
            <p:spPr>
              <a:xfrm>
                <a:off x="2556592" y="1182202"/>
                <a:ext cx="152441" cy="62442"/>
              </a:xfrm>
              <a:custGeom>
                <a:avLst/>
                <a:gdLst/>
                <a:ahLst/>
                <a:cxnLst/>
                <a:rect l="l" t="t" r="r" b="b"/>
                <a:pathLst>
                  <a:path w="437" h="179" extrusionOk="0">
                    <a:moveTo>
                      <a:pt x="181" y="179"/>
                    </a:moveTo>
                    <a:lnTo>
                      <a:pt x="308" y="53"/>
                    </a:lnTo>
                    <a:lnTo>
                      <a:pt x="335" y="27"/>
                    </a:lnTo>
                    <a:lnTo>
                      <a:pt x="401" y="2"/>
                    </a:lnTo>
                    <a:lnTo>
                      <a:pt x="437" y="0"/>
                    </a:lnTo>
                    <a:lnTo>
                      <a:pt x="437" y="0"/>
                    </a:lnTo>
                    <a:lnTo>
                      <a:pt x="0" y="0"/>
                    </a:lnTo>
                    <a:lnTo>
                      <a:pt x="2" y="0"/>
                    </a:lnTo>
                    <a:lnTo>
                      <a:pt x="2" y="0"/>
                    </a:lnTo>
                    <a:lnTo>
                      <a:pt x="181" y="179"/>
                    </a:lnTo>
                    <a:lnTo>
                      <a:pt x="181" y="179"/>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64" name="Google Shape;464;p44"/>
              <p:cNvSpPr/>
              <p:nvPr/>
            </p:nvSpPr>
            <p:spPr>
              <a:xfrm>
                <a:off x="2619731" y="1182202"/>
                <a:ext cx="151744" cy="125930"/>
              </a:xfrm>
              <a:custGeom>
                <a:avLst/>
                <a:gdLst/>
                <a:ahLst/>
                <a:cxnLst/>
                <a:rect l="l" t="t" r="r" b="b"/>
                <a:pathLst>
                  <a:path w="435" h="361" extrusionOk="0">
                    <a:moveTo>
                      <a:pt x="127" y="308"/>
                    </a:moveTo>
                    <a:lnTo>
                      <a:pt x="154" y="331"/>
                    </a:lnTo>
                    <a:lnTo>
                      <a:pt x="220" y="358"/>
                    </a:lnTo>
                    <a:lnTo>
                      <a:pt x="256" y="361"/>
                    </a:lnTo>
                    <a:lnTo>
                      <a:pt x="283" y="358"/>
                    </a:lnTo>
                    <a:lnTo>
                      <a:pt x="313" y="350"/>
                    </a:lnTo>
                    <a:lnTo>
                      <a:pt x="319" y="348"/>
                    </a:lnTo>
                    <a:lnTo>
                      <a:pt x="325" y="346"/>
                    </a:lnTo>
                    <a:lnTo>
                      <a:pt x="330" y="344"/>
                    </a:lnTo>
                    <a:lnTo>
                      <a:pt x="334" y="342"/>
                    </a:lnTo>
                    <a:lnTo>
                      <a:pt x="336" y="342"/>
                    </a:lnTo>
                    <a:lnTo>
                      <a:pt x="336" y="340"/>
                    </a:lnTo>
                    <a:lnTo>
                      <a:pt x="359" y="329"/>
                    </a:lnTo>
                    <a:lnTo>
                      <a:pt x="378" y="312"/>
                    </a:lnTo>
                    <a:lnTo>
                      <a:pt x="382" y="308"/>
                    </a:lnTo>
                    <a:lnTo>
                      <a:pt x="399" y="289"/>
                    </a:lnTo>
                    <a:lnTo>
                      <a:pt x="423" y="249"/>
                    </a:lnTo>
                    <a:lnTo>
                      <a:pt x="429" y="226"/>
                    </a:lnTo>
                    <a:lnTo>
                      <a:pt x="431" y="219"/>
                    </a:lnTo>
                    <a:lnTo>
                      <a:pt x="433" y="215"/>
                    </a:lnTo>
                    <a:lnTo>
                      <a:pt x="435" y="196"/>
                    </a:lnTo>
                    <a:lnTo>
                      <a:pt x="435" y="179"/>
                    </a:lnTo>
                    <a:lnTo>
                      <a:pt x="435" y="175"/>
                    </a:lnTo>
                    <a:lnTo>
                      <a:pt x="435" y="171"/>
                    </a:lnTo>
                    <a:lnTo>
                      <a:pt x="435" y="171"/>
                    </a:lnTo>
                    <a:lnTo>
                      <a:pt x="435" y="169"/>
                    </a:lnTo>
                    <a:lnTo>
                      <a:pt x="435" y="169"/>
                    </a:lnTo>
                    <a:lnTo>
                      <a:pt x="435" y="169"/>
                    </a:lnTo>
                    <a:lnTo>
                      <a:pt x="435" y="169"/>
                    </a:lnTo>
                    <a:lnTo>
                      <a:pt x="435" y="169"/>
                    </a:lnTo>
                    <a:lnTo>
                      <a:pt x="435" y="160"/>
                    </a:lnTo>
                    <a:lnTo>
                      <a:pt x="433" y="152"/>
                    </a:lnTo>
                    <a:lnTo>
                      <a:pt x="433" y="150"/>
                    </a:lnTo>
                    <a:lnTo>
                      <a:pt x="433" y="147"/>
                    </a:lnTo>
                    <a:lnTo>
                      <a:pt x="431" y="141"/>
                    </a:lnTo>
                    <a:lnTo>
                      <a:pt x="429" y="135"/>
                    </a:lnTo>
                    <a:lnTo>
                      <a:pt x="429" y="133"/>
                    </a:lnTo>
                    <a:lnTo>
                      <a:pt x="429" y="133"/>
                    </a:lnTo>
                    <a:lnTo>
                      <a:pt x="423" y="112"/>
                    </a:lnTo>
                    <a:lnTo>
                      <a:pt x="399" y="69"/>
                    </a:lnTo>
                    <a:lnTo>
                      <a:pt x="382" y="53"/>
                    </a:lnTo>
                    <a:lnTo>
                      <a:pt x="378" y="46"/>
                    </a:lnTo>
                    <a:lnTo>
                      <a:pt x="355" y="27"/>
                    </a:lnTo>
                    <a:lnTo>
                      <a:pt x="302" y="4"/>
                    </a:lnTo>
                    <a:lnTo>
                      <a:pt x="275" y="0"/>
                    </a:lnTo>
                    <a:lnTo>
                      <a:pt x="273" y="0"/>
                    </a:lnTo>
                    <a:lnTo>
                      <a:pt x="273" y="0"/>
                    </a:lnTo>
                    <a:lnTo>
                      <a:pt x="264" y="0"/>
                    </a:lnTo>
                    <a:lnTo>
                      <a:pt x="256" y="0"/>
                    </a:lnTo>
                    <a:lnTo>
                      <a:pt x="256" y="0"/>
                    </a:lnTo>
                    <a:lnTo>
                      <a:pt x="220" y="2"/>
                    </a:lnTo>
                    <a:lnTo>
                      <a:pt x="154" y="27"/>
                    </a:lnTo>
                    <a:lnTo>
                      <a:pt x="127" y="53"/>
                    </a:lnTo>
                    <a:lnTo>
                      <a:pt x="0" y="179"/>
                    </a:lnTo>
                    <a:lnTo>
                      <a:pt x="127" y="308"/>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sp>
        <p:nvSpPr>
          <p:cNvPr id="465" name="Google Shape;465;p44"/>
          <p:cNvSpPr txBox="1"/>
          <p:nvPr/>
        </p:nvSpPr>
        <p:spPr>
          <a:xfrm>
            <a:off x="3949700" y="3889050"/>
            <a:ext cx="842700" cy="400200"/>
          </a:xfrm>
          <a:prstGeom prst="rect">
            <a:avLst/>
          </a:prstGeom>
          <a:solidFill>
            <a:srgbClr val="74BF4B"/>
          </a:solidFill>
          <a:ln w="28575" cap="flat" cmpd="sng">
            <a:solidFill>
              <a:srgbClr val="74BF4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General</a:t>
            </a:r>
            <a:endParaRPr dirty="0"/>
          </a:p>
        </p:txBody>
      </p:sp>
      <p:grpSp>
        <p:nvGrpSpPr>
          <p:cNvPr id="466" name="Google Shape;466;p44"/>
          <p:cNvGrpSpPr/>
          <p:nvPr/>
        </p:nvGrpSpPr>
        <p:grpSpPr>
          <a:xfrm>
            <a:off x="3321942" y="3945860"/>
            <a:ext cx="522120" cy="228491"/>
            <a:chOff x="6233976" y="3272020"/>
            <a:chExt cx="992434" cy="393137"/>
          </a:xfrm>
        </p:grpSpPr>
        <p:sp>
          <p:nvSpPr>
            <p:cNvPr id="467" name="Google Shape;467;p44"/>
            <p:cNvSpPr/>
            <p:nvPr/>
          </p:nvSpPr>
          <p:spPr>
            <a:xfrm>
              <a:off x="6390642" y="3402888"/>
              <a:ext cx="680577" cy="125581"/>
            </a:xfrm>
            <a:custGeom>
              <a:avLst/>
              <a:gdLst/>
              <a:ahLst/>
              <a:cxnLst/>
              <a:rect l="l" t="t" r="r" b="b"/>
              <a:pathLst>
                <a:path w="1951" h="360" extrusionOk="0">
                  <a:moveTo>
                    <a:pt x="1771" y="0"/>
                  </a:moveTo>
                  <a:lnTo>
                    <a:pt x="181" y="0"/>
                  </a:lnTo>
                  <a:lnTo>
                    <a:pt x="0" y="181"/>
                  </a:lnTo>
                  <a:lnTo>
                    <a:pt x="181" y="360"/>
                  </a:lnTo>
                  <a:lnTo>
                    <a:pt x="1771" y="360"/>
                  </a:lnTo>
                  <a:lnTo>
                    <a:pt x="1951" y="181"/>
                  </a:lnTo>
                  <a:lnTo>
                    <a:pt x="1771" y="0"/>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nvGrpSpPr>
            <p:cNvPr id="468" name="Google Shape;468;p44"/>
            <p:cNvGrpSpPr/>
            <p:nvPr/>
          </p:nvGrpSpPr>
          <p:grpSpPr>
            <a:xfrm>
              <a:off x="6967921" y="3272020"/>
              <a:ext cx="258489" cy="393137"/>
              <a:chOff x="6967921" y="3272020"/>
              <a:chExt cx="258489" cy="393137"/>
            </a:xfrm>
          </p:grpSpPr>
          <p:sp>
            <p:nvSpPr>
              <p:cNvPr id="469" name="Google Shape;469;p44"/>
              <p:cNvSpPr/>
              <p:nvPr/>
            </p:nvSpPr>
            <p:spPr>
              <a:xfrm>
                <a:off x="6967921" y="3272020"/>
                <a:ext cx="238605" cy="150348"/>
              </a:xfrm>
              <a:custGeom>
                <a:avLst/>
                <a:gdLst/>
                <a:ahLst/>
                <a:cxnLst/>
                <a:rect l="l" t="t" r="r" b="b"/>
                <a:pathLst>
                  <a:path w="684" h="431" extrusionOk="0">
                    <a:moveTo>
                      <a:pt x="684" y="431"/>
                    </a:moveTo>
                    <a:lnTo>
                      <a:pt x="306" y="53"/>
                    </a:lnTo>
                    <a:lnTo>
                      <a:pt x="296" y="45"/>
                    </a:lnTo>
                    <a:lnTo>
                      <a:pt x="285" y="36"/>
                    </a:lnTo>
                    <a:lnTo>
                      <a:pt x="260" y="19"/>
                    </a:lnTo>
                    <a:lnTo>
                      <a:pt x="207" y="3"/>
                    </a:lnTo>
                    <a:lnTo>
                      <a:pt x="179" y="0"/>
                    </a:lnTo>
                    <a:lnTo>
                      <a:pt x="144" y="3"/>
                    </a:lnTo>
                    <a:lnTo>
                      <a:pt x="78" y="30"/>
                    </a:lnTo>
                    <a:lnTo>
                      <a:pt x="51" y="53"/>
                    </a:lnTo>
                    <a:lnTo>
                      <a:pt x="27" y="83"/>
                    </a:lnTo>
                    <a:lnTo>
                      <a:pt x="0" y="146"/>
                    </a:lnTo>
                    <a:lnTo>
                      <a:pt x="0" y="216"/>
                    </a:lnTo>
                    <a:lnTo>
                      <a:pt x="27" y="281"/>
                    </a:lnTo>
                    <a:lnTo>
                      <a:pt x="51" y="309"/>
                    </a:lnTo>
                    <a:lnTo>
                      <a:pt x="125" y="382"/>
                    </a:lnTo>
                    <a:lnTo>
                      <a:pt x="562" y="382"/>
                    </a:lnTo>
                    <a:lnTo>
                      <a:pt x="562" y="382"/>
                    </a:lnTo>
                    <a:lnTo>
                      <a:pt x="562" y="382"/>
                    </a:lnTo>
                    <a:lnTo>
                      <a:pt x="593" y="384"/>
                    </a:lnTo>
                    <a:lnTo>
                      <a:pt x="657" y="410"/>
                    </a:lnTo>
                    <a:lnTo>
                      <a:pt x="684"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0" name="Google Shape;470;p44"/>
              <p:cNvSpPr/>
              <p:nvPr/>
            </p:nvSpPr>
            <p:spPr>
              <a:xfrm>
                <a:off x="7011526" y="3468763"/>
                <a:ext cx="172324" cy="62442"/>
              </a:xfrm>
              <a:custGeom>
                <a:avLst/>
                <a:gdLst/>
                <a:ahLst/>
                <a:cxnLst/>
                <a:rect l="l" t="t" r="r" b="b"/>
                <a:pathLst>
                  <a:path w="494" h="179" extrusionOk="0">
                    <a:moveTo>
                      <a:pt x="0" y="179"/>
                    </a:moveTo>
                    <a:lnTo>
                      <a:pt x="437" y="179"/>
                    </a:lnTo>
                    <a:lnTo>
                      <a:pt x="466" y="179"/>
                    </a:lnTo>
                    <a:lnTo>
                      <a:pt x="494" y="171"/>
                    </a:lnTo>
                    <a:lnTo>
                      <a:pt x="464" y="179"/>
                    </a:lnTo>
                    <a:lnTo>
                      <a:pt x="437" y="179"/>
                    </a:lnTo>
                    <a:lnTo>
                      <a:pt x="401" y="177"/>
                    </a:lnTo>
                    <a:lnTo>
                      <a:pt x="335" y="152"/>
                    </a:lnTo>
                    <a:lnTo>
                      <a:pt x="308" y="126"/>
                    </a:lnTo>
                    <a:lnTo>
                      <a:pt x="181" y="0"/>
                    </a:lnTo>
                    <a:lnTo>
                      <a:pt x="0" y="179"/>
                    </a:lnTo>
                    <a:lnTo>
                      <a:pt x="0" y="179"/>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1" name="Google Shape;471;p44"/>
              <p:cNvSpPr/>
              <p:nvPr/>
            </p:nvSpPr>
            <p:spPr>
              <a:xfrm>
                <a:off x="7011526" y="3405276"/>
                <a:ext cx="152441" cy="63488"/>
              </a:xfrm>
              <a:custGeom>
                <a:avLst/>
                <a:gdLst/>
                <a:ahLst/>
                <a:cxnLst/>
                <a:rect l="l" t="t" r="r" b="b"/>
                <a:pathLst>
                  <a:path w="437" h="182" extrusionOk="0">
                    <a:moveTo>
                      <a:pt x="181" y="182"/>
                    </a:moveTo>
                    <a:lnTo>
                      <a:pt x="308" y="53"/>
                    </a:lnTo>
                    <a:lnTo>
                      <a:pt x="335" y="30"/>
                    </a:lnTo>
                    <a:lnTo>
                      <a:pt x="401" y="2"/>
                    </a:lnTo>
                    <a:lnTo>
                      <a:pt x="437" y="0"/>
                    </a:lnTo>
                    <a:lnTo>
                      <a:pt x="437" y="0"/>
                    </a:lnTo>
                    <a:lnTo>
                      <a:pt x="0" y="0"/>
                    </a:lnTo>
                    <a:lnTo>
                      <a:pt x="2" y="2"/>
                    </a:lnTo>
                    <a:lnTo>
                      <a:pt x="2" y="2"/>
                    </a:lnTo>
                    <a:lnTo>
                      <a:pt x="181" y="182"/>
                    </a:lnTo>
                    <a:lnTo>
                      <a:pt x="181" y="182"/>
                    </a:lnTo>
                    <a:close/>
                  </a:path>
                </a:pathLst>
              </a:custGeom>
              <a:solidFill>
                <a:srgbClr val="559334"/>
              </a:solidFill>
              <a:ln w="9525" cap="flat" cmpd="sng">
                <a:solidFill>
                  <a:srgbClr val="559334"/>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2" name="Google Shape;472;p44"/>
              <p:cNvSpPr/>
              <p:nvPr/>
            </p:nvSpPr>
            <p:spPr>
              <a:xfrm>
                <a:off x="6967921" y="3515158"/>
                <a:ext cx="238605" cy="149999"/>
              </a:xfrm>
              <a:custGeom>
                <a:avLst/>
                <a:gdLst/>
                <a:ahLst/>
                <a:cxnLst/>
                <a:rect l="l" t="t" r="r" b="b"/>
                <a:pathLst>
                  <a:path w="684" h="430" extrusionOk="0">
                    <a:moveTo>
                      <a:pt x="177" y="430"/>
                    </a:moveTo>
                    <a:lnTo>
                      <a:pt x="213" y="428"/>
                    </a:lnTo>
                    <a:lnTo>
                      <a:pt x="279" y="401"/>
                    </a:lnTo>
                    <a:lnTo>
                      <a:pt x="306" y="377"/>
                    </a:lnTo>
                    <a:lnTo>
                      <a:pt x="684" y="0"/>
                    </a:lnTo>
                    <a:lnTo>
                      <a:pt x="652" y="23"/>
                    </a:lnTo>
                    <a:lnTo>
                      <a:pt x="619" y="38"/>
                    </a:lnTo>
                    <a:lnTo>
                      <a:pt x="591" y="46"/>
                    </a:lnTo>
                    <a:lnTo>
                      <a:pt x="562" y="46"/>
                    </a:lnTo>
                    <a:lnTo>
                      <a:pt x="125" y="46"/>
                    </a:lnTo>
                    <a:lnTo>
                      <a:pt x="125" y="48"/>
                    </a:lnTo>
                    <a:lnTo>
                      <a:pt x="127" y="48"/>
                    </a:lnTo>
                    <a:lnTo>
                      <a:pt x="51" y="122"/>
                    </a:lnTo>
                    <a:lnTo>
                      <a:pt x="27" y="150"/>
                    </a:lnTo>
                    <a:lnTo>
                      <a:pt x="0" y="215"/>
                    </a:lnTo>
                    <a:lnTo>
                      <a:pt x="0" y="285"/>
                    </a:lnTo>
                    <a:lnTo>
                      <a:pt x="27" y="350"/>
                    </a:lnTo>
                    <a:lnTo>
                      <a:pt x="51" y="377"/>
                    </a:lnTo>
                    <a:lnTo>
                      <a:pt x="53" y="380"/>
                    </a:lnTo>
                    <a:lnTo>
                      <a:pt x="55" y="382"/>
                    </a:lnTo>
                    <a:lnTo>
                      <a:pt x="82" y="403"/>
                    </a:lnTo>
                    <a:lnTo>
                      <a:pt x="144" y="428"/>
                    </a:lnTo>
                    <a:lnTo>
                      <a:pt x="177" y="430"/>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3" name="Google Shape;473;p44"/>
              <p:cNvSpPr/>
              <p:nvPr/>
            </p:nvSpPr>
            <p:spPr>
              <a:xfrm>
                <a:off x="7074666" y="3405275"/>
                <a:ext cx="151744" cy="125930"/>
              </a:xfrm>
              <a:custGeom>
                <a:avLst/>
                <a:gdLst/>
                <a:ahLst/>
                <a:cxnLst/>
                <a:rect l="l" t="t" r="r" b="b"/>
                <a:pathLst>
                  <a:path w="435" h="361" extrusionOk="0">
                    <a:moveTo>
                      <a:pt x="127" y="308"/>
                    </a:moveTo>
                    <a:lnTo>
                      <a:pt x="154" y="334"/>
                    </a:lnTo>
                    <a:lnTo>
                      <a:pt x="220" y="359"/>
                    </a:lnTo>
                    <a:lnTo>
                      <a:pt x="256" y="361"/>
                    </a:lnTo>
                    <a:lnTo>
                      <a:pt x="283" y="361"/>
                    </a:lnTo>
                    <a:lnTo>
                      <a:pt x="313" y="353"/>
                    </a:lnTo>
                    <a:lnTo>
                      <a:pt x="319" y="351"/>
                    </a:lnTo>
                    <a:lnTo>
                      <a:pt x="325" y="349"/>
                    </a:lnTo>
                    <a:lnTo>
                      <a:pt x="330" y="346"/>
                    </a:lnTo>
                    <a:lnTo>
                      <a:pt x="334" y="344"/>
                    </a:lnTo>
                    <a:lnTo>
                      <a:pt x="336" y="344"/>
                    </a:lnTo>
                    <a:lnTo>
                      <a:pt x="336" y="342"/>
                    </a:lnTo>
                    <a:lnTo>
                      <a:pt x="357" y="330"/>
                    </a:lnTo>
                    <a:lnTo>
                      <a:pt x="378" y="315"/>
                    </a:lnTo>
                    <a:lnTo>
                      <a:pt x="382" y="308"/>
                    </a:lnTo>
                    <a:lnTo>
                      <a:pt x="399" y="292"/>
                    </a:lnTo>
                    <a:lnTo>
                      <a:pt x="422" y="249"/>
                    </a:lnTo>
                    <a:lnTo>
                      <a:pt x="429" y="228"/>
                    </a:lnTo>
                    <a:lnTo>
                      <a:pt x="431" y="222"/>
                    </a:lnTo>
                    <a:lnTo>
                      <a:pt x="433" y="216"/>
                    </a:lnTo>
                    <a:lnTo>
                      <a:pt x="435" y="199"/>
                    </a:lnTo>
                    <a:lnTo>
                      <a:pt x="435" y="182"/>
                    </a:lnTo>
                    <a:lnTo>
                      <a:pt x="435" y="178"/>
                    </a:lnTo>
                    <a:lnTo>
                      <a:pt x="435" y="171"/>
                    </a:lnTo>
                    <a:lnTo>
                      <a:pt x="435" y="171"/>
                    </a:lnTo>
                    <a:lnTo>
                      <a:pt x="435" y="171"/>
                    </a:lnTo>
                    <a:lnTo>
                      <a:pt x="435" y="171"/>
                    </a:lnTo>
                    <a:lnTo>
                      <a:pt x="435" y="171"/>
                    </a:lnTo>
                    <a:lnTo>
                      <a:pt x="435" y="171"/>
                    </a:lnTo>
                    <a:lnTo>
                      <a:pt x="435" y="169"/>
                    </a:lnTo>
                    <a:lnTo>
                      <a:pt x="435" y="169"/>
                    </a:lnTo>
                    <a:lnTo>
                      <a:pt x="435" y="161"/>
                    </a:lnTo>
                    <a:lnTo>
                      <a:pt x="433" y="152"/>
                    </a:lnTo>
                    <a:lnTo>
                      <a:pt x="433" y="152"/>
                    </a:lnTo>
                    <a:lnTo>
                      <a:pt x="433" y="150"/>
                    </a:lnTo>
                    <a:lnTo>
                      <a:pt x="431" y="144"/>
                    </a:lnTo>
                    <a:lnTo>
                      <a:pt x="429" y="135"/>
                    </a:lnTo>
                    <a:lnTo>
                      <a:pt x="429" y="135"/>
                    </a:lnTo>
                    <a:lnTo>
                      <a:pt x="429" y="135"/>
                    </a:lnTo>
                    <a:lnTo>
                      <a:pt x="422" y="112"/>
                    </a:lnTo>
                    <a:lnTo>
                      <a:pt x="399" y="72"/>
                    </a:lnTo>
                    <a:lnTo>
                      <a:pt x="382" y="53"/>
                    </a:lnTo>
                    <a:lnTo>
                      <a:pt x="378" y="49"/>
                    </a:lnTo>
                    <a:lnTo>
                      <a:pt x="355" y="30"/>
                    </a:lnTo>
                    <a:lnTo>
                      <a:pt x="302" y="7"/>
                    </a:lnTo>
                    <a:lnTo>
                      <a:pt x="275" y="2"/>
                    </a:lnTo>
                    <a:lnTo>
                      <a:pt x="273" y="2"/>
                    </a:lnTo>
                    <a:lnTo>
                      <a:pt x="273" y="2"/>
                    </a:lnTo>
                    <a:lnTo>
                      <a:pt x="264" y="0"/>
                    </a:lnTo>
                    <a:lnTo>
                      <a:pt x="256" y="0"/>
                    </a:lnTo>
                    <a:lnTo>
                      <a:pt x="256" y="0"/>
                    </a:lnTo>
                    <a:lnTo>
                      <a:pt x="220" y="2"/>
                    </a:lnTo>
                    <a:lnTo>
                      <a:pt x="154" y="30"/>
                    </a:lnTo>
                    <a:lnTo>
                      <a:pt x="127" y="53"/>
                    </a:lnTo>
                    <a:lnTo>
                      <a:pt x="0" y="182"/>
                    </a:lnTo>
                    <a:lnTo>
                      <a:pt x="127" y="308"/>
                    </a:lnTo>
                    <a:close/>
                  </a:path>
                </a:pathLst>
              </a:custGeom>
              <a:solidFill>
                <a:srgbClr val="396222"/>
              </a:solidFill>
              <a:ln w="9525" cap="flat" cmpd="sng">
                <a:solidFill>
                  <a:srgbClr val="39622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474" name="Google Shape;474;p44"/>
            <p:cNvGrpSpPr/>
            <p:nvPr/>
          </p:nvGrpSpPr>
          <p:grpSpPr>
            <a:xfrm>
              <a:off x="6233976" y="3272020"/>
              <a:ext cx="258488" cy="393137"/>
              <a:chOff x="6233976" y="3272020"/>
              <a:chExt cx="258488" cy="393137"/>
            </a:xfrm>
          </p:grpSpPr>
          <p:sp>
            <p:nvSpPr>
              <p:cNvPr id="475" name="Google Shape;475;p44"/>
              <p:cNvSpPr/>
              <p:nvPr/>
            </p:nvSpPr>
            <p:spPr>
              <a:xfrm flipH="1">
                <a:off x="6253859" y="3515158"/>
                <a:ext cx="238605" cy="149999"/>
              </a:xfrm>
              <a:custGeom>
                <a:avLst/>
                <a:gdLst/>
                <a:ahLst/>
                <a:cxnLst/>
                <a:rect l="l" t="t" r="r" b="b"/>
                <a:pathLst>
                  <a:path w="684" h="430" extrusionOk="0">
                    <a:moveTo>
                      <a:pt x="177" y="430"/>
                    </a:moveTo>
                    <a:lnTo>
                      <a:pt x="213" y="428"/>
                    </a:lnTo>
                    <a:lnTo>
                      <a:pt x="279" y="401"/>
                    </a:lnTo>
                    <a:lnTo>
                      <a:pt x="306" y="377"/>
                    </a:lnTo>
                    <a:lnTo>
                      <a:pt x="684" y="0"/>
                    </a:lnTo>
                    <a:lnTo>
                      <a:pt x="652" y="23"/>
                    </a:lnTo>
                    <a:lnTo>
                      <a:pt x="619" y="38"/>
                    </a:lnTo>
                    <a:lnTo>
                      <a:pt x="591" y="46"/>
                    </a:lnTo>
                    <a:lnTo>
                      <a:pt x="562" y="46"/>
                    </a:lnTo>
                    <a:lnTo>
                      <a:pt x="125" y="46"/>
                    </a:lnTo>
                    <a:lnTo>
                      <a:pt x="125" y="48"/>
                    </a:lnTo>
                    <a:lnTo>
                      <a:pt x="127" y="48"/>
                    </a:lnTo>
                    <a:lnTo>
                      <a:pt x="51" y="122"/>
                    </a:lnTo>
                    <a:lnTo>
                      <a:pt x="27" y="150"/>
                    </a:lnTo>
                    <a:lnTo>
                      <a:pt x="0" y="215"/>
                    </a:lnTo>
                    <a:lnTo>
                      <a:pt x="0" y="285"/>
                    </a:lnTo>
                    <a:lnTo>
                      <a:pt x="27" y="350"/>
                    </a:lnTo>
                    <a:lnTo>
                      <a:pt x="51" y="377"/>
                    </a:lnTo>
                    <a:lnTo>
                      <a:pt x="53" y="380"/>
                    </a:lnTo>
                    <a:lnTo>
                      <a:pt x="55" y="382"/>
                    </a:lnTo>
                    <a:lnTo>
                      <a:pt x="82" y="403"/>
                    </a:lnTo>
                    <a:lnTo>
                      <a:pt x="144" y="428"/>
                    </a:lnTo>
                    <a:lnTo>
                      <a:pt x="177" y="430"/>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6" name="Google Shape;476;p44"/>
              <p:cNvSpPr/>
              <p:nvPr/>
            </p:nvSpPr>
            <p:spPr>
              <a:xfrm flipH="1">
                <a:off x="6276536" y="3468763"/>
                <a:ext cx="172324" cy="62442"/>
              </a:xfrm>
              <a:custGeom>
                <a:avLst/>
                <a:gdLst/>
                <a:ahLst/>
                <a:cxnLst/>
                <a:rect l="l" t="t" r="r" b="b"/>
                <a:pathLst>
                  <a:path w="494" h="179" extrusionOk="0">
                    <a:moveTo>
                      <a:pt x="0" y="179"/>
                    </a:moveTo>
                    <a:lnTo>
                      <a:pt x="437" y="179"/>
                    </a:lnTo>
                    <a:lnTo>
                      <a:pt x="466" y="179"/>
                    </a:lnTo>
                    <a:lnTo>
                      <a:pt x="494" y="171"/>
                    </a:lnTo>
                    <a:lnTo>
                      <a:pt x="464" y="179"/>
                    </a:lnTo>
                    <a:lnTo>
                      <a:pt x="437" y="179"/>
                    </a:lnTo>
                    <a:lnTo>
                      <a:pt x="401" y="177"/>
                    </a:lnTo>
                    <a:lnTo>
                      <a:pt x="335" y="152"/>
                    </a:lnTo>
                    <a:lnTo>
                      <a:pt x="308" y="126"/>
                    </a:lnTo>
                    <a:lnTo>
                      <a:pt x="181" y="0"/>
                    </a:lnTo>
                    <a:lnTo>
                      <a:pt x="0" y="179"/>
                    </a:lnTo>
                    <a:lnTo>
                      <a:pt x="0" y="179"/>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7" name="Google Shape;477;p44"/>
              <p:cNvSpPr/>
              <p:nvPr/>
            </p:nvSpPr>
            <p:spPr>
              <a:xfrm flipH="1">
                <a:off x="6253859" y="3272020"/>
                <a:ext cx="238605" cy="150348"/>
              </a:xfrm>
              <a:custGeom>
                <a:avLst/>
                <a:gdLst/>
                <a:ahLst/>
                <a:cxnLst/>
                <a:rect l="l" t="t" r="r" b="b"/>
                <a:pathLst>
                  <a:path w="684" h="431" extrusionOk="0">
                    <a:moveTo>
                      <a:pt x="684" y="431"/>
                    </a:moveTo>
                    <a:lnTo>
                      <a:pt x="306" y="53"/>
                    </a:lnTo>
                    <a:lnTo>
                      <a:pt x="296" y="45"/>
                    </a:lnTo>
                    <a:lnTo>
                      <a:pt x="285" y="36"/>
                    </a:lnTo>
                    <a:lnTo>
                      <a:pt x="260" y="19"/>
                    </a:lnTo>
                    <a:lnTo>
                      <a:pt x="207" y="3"/>
                    </a:lnTo>
                    <a:lnTo>
                      <a:pt x="179" y="0"/>
                    </a:lnTo>
                    <a:lnTo>
                      <a:pt x="144" y="3"/>
                    </a:lnTo>
                    <a:lnTo>
                      <a:pt x="78" y="30"/>
                    </a:lnTo>
                    <a:lnTo>
                      <a:pt x="51" y="53"/>
                    </a:lnTo>
                    <a:lnTo>
                      <a:pt x="27" y="83"/>
                    </a:lnTo>
                    <a:lnTo>
                      <a:pt x="0" y="146"/>
                    </a:lnTo>
                    <a:lnTo>
                      <a:pt x="0" y="216"/>
                    </a:lnTo>
                    <a:lnTo>
                      <a:pt x="27" y="281"/>
                    </a:lnTo>
                    <a:lnTo>
                      <a:pt x="51" y="309"/>
                    </a:lnTo>
                    <a:lnTo>
                      <a:pt x="125" y="382"/>
                    </a:lnTo>
                    <a:lnTo>
                      <a:pt x="562" y="382"/>
                    </a:lnTo>
                    <a:lnTo>
                      <a:pt x="562" y="382"/>
                    </a:lnTo>
                    <a:lnTo>
                      <a:pt x="562" y="382"/>
                    </a:lnTo>
                    <a:lnTo>
                      <a:pt x="593" y="384"/>
                    </a:lnTo>
                    <a:lnTo>
                      <a:pt x="657" y="410"/>
                    </a:lnTo>
                    <a:lnTo>
                      <a:pt x="684" y="431"/>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8" name="Google Shape;478;p44"/>
              <p:cNvSpPr/>
              <p:nvPr/>
            </p:nvSpPr>
            <p:spPr>
              <a:xfrm flipH="1">
                <a:off x="6296419" y="3405276"/>
                <a:ext cx="152441" cy="63488"/>
              </a:xfrm>
              <a:custGeom>
                <a:avLst/>
                <a:gdLst/>
                <a:ahLst/>
                <a:cxnLst/>
                <a:rect l="l" t="t" r="r" b="b"/>
                <a:pathLst>
                  <a:path w="437" h="182" extrusionOk="0">
                    <a:moveTo>
                      <a:pt x="181" y="182"/>
                    </a:moveTo>
                    <a:lnTo>
                      <a:pt x="308" y="53"/>
                    </a:lnTo>
                    <a:lnTo>
                      <a:pt x="335" y="30"/>
                    </a:lnTo>
                    <a:lnTo>
                      <a:pt x="401" y="2"/>
                    </a:lnTo>
                    <a:lnTo>
                      <a:pt x="437" y="0"/>
                    </a:lnTo>
                    <a:lnTo>
                      <a:pt x="437" y="0"/>
                    </a:lnTo>
                    <a:lnTo>
                      <a:pt x="0" y="0"/>
                    </a:lnTo>
                    <a:lnTo>
                      <a:pt x="2" y="2"/>
                    </a:lnTo>
                    <a:lnTo>
                      <a:pt x="2" y="2"/>
                    </a:lnTo>
                    <a:lnTo>
                      <a:pt x="181" y="182"/>
                    </a:lnTo>
                    <a:lnTo>
                      <a:pt x="181" y="182"/>
                    </a:lnTo>
                    <a:close/>
                  </a:path>
                </a:pathLst>
              </a:custGeom>
              <a:solidFill>
                <a:srgbClr val="74BF4B"/>
              </a:solidFill>
              <a:ln w="9525" cap="flat" cmpd="sng">
                <a:solidFill>
                  <a:srgbClr val="74BF4B"/>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479" name="Google Shape;479;p44"/>
              <p:cNvSpPr/>
              <p:nvPr/>
            </p:nvSpPr>
            <p:spPr>
              <a:xfrm flipH="1">
                <a:off x="6233976" y="3405275"/>
                <a:ext cx="151744" cy="125930"/>
              </a:xfrm>
              <a:custGeom>
                <a:avLst/>
                <a:gdLst/>
                <a:ahLst/>
                <a:cxnLst/>
                <a:rect l="l" t="t" r="r" b="b"/>
                <a:pathLst>
                  <a:path w="435" h="361" extrusionOk="0">
                    <a:moveTo>
                      <a:pt x="127" y="308"/>
                    </a:moveTo>
                    <a:lnTo>
                      <a:pt x="154" y="334"/>
                    </a:lnTo>
                    <a:lnTo>
                      <a:pt x="220" y="359"/>
                    </a:lnTo>
                    <a:lnTo>
                      <a:pt x="256" y="361"/>
                    </a:lnTo>
                    <a:lnTo>
                      <a:pt x="283" y="361"/>
                    </a:lnTo>
                    <a:lnTo>
                      <a:pt x="313" y="353"/>
                    </a:lnTo>
                    <a:lnTo>
                      <a:pt x="319" y="351"/>
                    </a:lnTo>
                    <a:lnTo>
                      <a:pt x="325" y="349"/>
                    </a:lnTo>
                    <a:lnTo>
                      <a:pt x="330" y="346"/>
                    </a:lnTo>
                    <a:lnTo>
                      <a:pt x="334" y="344"/>
                    </a:lnTo>
                    <a:lnTo>
                      <a:pt x="336" y="344"/>
                    </a:lnTo>
                    <a:lnTo>
                      <a:pt x="336" y="342"/>
                    </a:lnTo>
                    <a:lnTo>
                      <a:pt x="357" y="330"/>
                    </a:lnTo>
                    <a:lnTo>
                      <a:pt x="378" y="315"/>
                    </a:lnTo>
                    <a:lnTo>
                      <a:pt x="382" y="308"/>
                    </a:lnTo>
                    <a:lnTo>
                      <a:pt x="399" y="292"/>
                    </a:lnTo>
                    <a:lnTo>
                      <a:pt x="422" y="249"/>
                    </a:lnTo>
                    <a:lnTo>
                      <a:pt x="429" y="228"/>
                    </a:lnTo>
                    <a:lnTo>
                      <a:pt x="431" y="222"/>
                    </a:lnTo>
                    <a:lnTo>
                      <a:pt x="433" y="216"/>
                    </a:lnTo>
                    <a:lnTo>
                      <a:pt x="435" y="199"/>
                    </a:lnTo>
                    <a:lnTo>
                      <a:pt x="435" y="182"/>
                    </a:lnTo>
                    <a:lnTo>
                      <a:pt x="435" y="178"/>
                    </a:lnTo>
                    <a:lnTo>
                      <a:pt x="435" y="171"/>
                    </a:lnTo>
                    <a:lnTo>
                      <a:pt x="435" y="171"/>
                    </a:lnTo>
                    <a:lnTo>
                      <a:pt x="435" y="171"/>
                    </a:lnTo>
                    <a:lnTo>
                      <a:pt x="435" y="171"/>
                    </a:lnTo>
                    <a:lnTo>
                      <a:pt x="435" y="171"/>
                    </a:lnTo>
                    <a:lnTo>
                      <a:pt x="435" y="171"/>
                    </a:lnTo>
                    <a:lnTo>
                      <a:pt x="435" y="169"/>
                    </a:lnTo>
                    <a:lnTo>
                      <a:pt x="435" y="169"/>
                    </a:lnTo>
                    <a:lnTo>
                      <a:pt x="435" y="161"/>
                    </a:lnTo>
                    <a:lnTo>
                      <a:pt x="433" y="152"/>
                    </a:lnTo>
                    <a:lnTo>
                      <a:pt x="433" y="152"/>
                    </a:lnTo>
                    <a:lnTo>
                      <a:pt x="433" y="150"/>
                    </a:lnTo>
                    <a:lnTo>
                      <a:pt x="431" y="144"/>
                    </a:lnTo>
                    <a:lnTo>
                      <a:pt x="429" y="135"/>
                    </a:lnTo>
                    <a:lnTo>
                      <a:pt x="429" y="135"/>
                    </a:lnTo>
                    <a:lnTo>
                      <a:pt x="429" y="135"/>
                    </a:lnTo>
                    <a:lnTo>
                      <a:pt x="422" y="112"/>
                    </a:lnTo>
                    <a:lnTo>
                      <a:pt x="399" y="72"/>
                    </a:lnTo>
                    <a:lnTo>
                      <a:pt x="382" y="53"/>
                    </a:lnTo>
                    <a:lnTo>
                      <a:pt x="378" y="49"/>
                    </a:lnTo>
                    <a:lnTo>
                      <a:pt x="355" y="30"/>
                    </a:lnTo>
                    <a:lnTo>
                      <a:pt x="302" y="7"/>
                    </a:lnTo>
                    <a:lnTo>
                      <a:pt x="275" y="2"/>
                    </a:lnTo>
                    <a:lnTo>
                      <a:pt x="273" y="2"/>
                    </a:lnTo>
                    <a:lnTo>
                      <a:pt x="273" y="2"/>
                    </a:lnTo>
                    <a:lnTo>
                      <a:pt x="264" y="0"/>
                    </a:lnTo>
                    <a:lnTo>
                      <a:pt x="256" y="0"/>
                    </a:lnTo>
                    <a:lnTo>
                      <a:pt x="256" y="0"/>
                    </a:lnTo>
                    <a:lnTo>
                      <a:pt x="220" y="2"/>
                    </a:lnTo>
                    <a:lnTo>
                      <a:pt x="154" y="30"/>
                    </a:lnTo>
                    <a:lnTo>
                      <a:pt x="127" y="53"/>
                    </a:lnTo>
                    <a:lnTo>
                      <a:pt x="0" y="182"/>
                    </a:lnTo>
                    <a:lnTo>
                      <a:pt x="127" y="308"/>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5"/>
          <p:cNvSpPr txBox="1">
            <a:spLocks noGrp="1"/>
          </p:cNvSpPr>
          <p:nvPr>
            <p:ph type="title"/>
          </p:nvPr>
        </p:nvSpPr>
        <p:spPr>
          <a:xfrm>
            <a:off x="311700" y="3688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dirty="0"/>
              <a:t>Energy Usage </a:t>
            </a:r>
            <a:endParaRPr dirty="0"/>
          </a:p>
        </p:txBody>
      </p:sp>
      <p:sp>
        <p:nvSpPr>
          <p:cNvPr id="485" name="Google Shape;485;p45"/>
          <p:cNvSpPr txBox="1">
            <a:spLocks noGrp="1"/>
          </p:cNvSpPr>
          <p:nvPr>
            <p:ph type="body" idx="1"/>
          </p:nvPr>
        </p:nvSpPr>
        <p:spPr>
          <a:xfrm>
            <a:off x="311700" y="1228675"/>
            <a:ext cx="5798400" cy="4074600"/>
          </a:xfrm>
          <a:prstGeom prst="rect">
            <a:avLst/>
          </a:prstGeom>
        </p:spPr>
        <p:txBody>
          <a:bodyPr spcFirstLastPara="1" wrap="square" lIns="91425" tIns="91425" rIns="91425" bIns="91425" anchor="ctr" anchorCtr="0">
            <a:noAutofit/>
          </a:bodyPr>
          <a:lstStyle/>
          <a:p>
            <a:pPr marL="457200" lvl="0" indent="-368300" algn="l" rtl="0">
              <a:spcBef>
                <a:spcPts val="0"/>
              </a:spcBef>
              <a:spcAft>
                <a:spcPts val="0"/>
              </a:spcAft>
              <a:buSzPts val="2200"/>
              <a:buChar char="●"/>
            </a:pPr>
            <a:r>
              <a:rPr lang="en" sz="2000" b="1" dirty="0">
                <a:solidFill>
                  <a:schemeClr val="accent5"/>
                </a:solidFill>
              </a:rPr>
              <a:t>nat</a:t>
            </a:r>
            <a:r>
              <a:rPr lang="en" sz="2000" b="1" dirty="0">
                <a:solidFill>
                  <a:schemeClr val="accent2"/>
                </a:solidFill>
              </a:rPr>
              <a:t>lock</a:t>
            </a:r>
            <a:r>
              <a:rPr lang="en" sz="2000" dirty="0">
                <a:solidFill>
                  <a:schemeClr val="dk1"/>
                </a:solidFill>
              </a:rPr>
              <a:t> uses two rechargeable D batteries.</a:t>
            </a:r>
            <a:endParaRPr sz="2000" dirty="0">
              <a:solidFill>
                <a:schemeClr val="dk1"/>
              </a:solidFill>
            </a:endParaRPr>
          </a:p>
          <a:p>
            <a:pPr marL="457200" lvl="0" indent="0" algn="l" rtl="0">
              <a:spcBef>
                <a:spcPts val="0"/>
              </a:spcBef>
              <a:spcAft>
                <a:spcPts val="0"/>
              </a:spcAft>
              <a:buNone/>
            </a:pPr>
            <a:endParaRPr sz="2000" dirty="0">
              <a:solidFill>
                <a:schemeClr val="dk1"/>
              </a:solidFill>
            </a:endParaRPr>
          </a:p>
          <a:p>
            <a:pPr marL="457200" lvl="0" indent="-368300" algn="l" rtl="0">
              <a:spcBef>
                <a:spcPts val="0"/>
              </a:spcBef>
              <a:spcAft>
                <a:spcPts val="0"/>
              </a:spcAft>
              <a:buClr>
                <a:schemeClr val="dk1"/>
              </a:buClr>
              <a:buSzPts val="2200"/>
              <a:buChar char="●"/>
            </a:pPr>
            <a:r>
              <a:rPr lang="en" sz="2000" dirty="0">
                <a:solidFill>
                  <a:schemeClr val="dk1"/>
                </a:solidFill>
              </a:rPr>
              <a:t>Patients can fully charge both batteries overnight, and they can run for up to 36 hours until recharged. </a:t>
            </a:r>
          </a:p>
          <a:p>
            <a:pPr marL="457200" lvl="0" indent="-368300" algn="l" rtl="0">
              <a:spcBef>
                <a:spcPts val="0"/>
              </a:spcBef>
              <a:spcAft>
                <a:spcPts val="0"/>
              </a:spcAft>
              <a:buClr>
                <a:schemeClr val="dk1"/>
              </a:buClr>
              <a:buSzPts val="2200"/>
              <a:buChar char="●"/>
            </a:pPr>
            <a:endParaRPr lang="en" sz="2000" dirty="0">
              <a:solidFill>
                <a:schemeClr val="dk1"/>
              </a:solidFill>
            </a:endParaRPr>
          </a:p>
          <a:p>
            <a:pPr marL="457200" lvl="0" indent="-368300" algn="l" rtl="0">
              <a:spcBef>
                <a:spcPts val="0"/>
              </a:spcBef>
              <a:spcAft>
                <a:spcPts val="0"/>
              </a:spcAft>
              <a:buClr>
                <a:schemeClr val="dk1"/>
              </a:buClr>
              <a:buSzPts val="2200"/>
              <a:buChar char="●"/>
            </a:pPr>
            <a:r>
              <a:rPr lang="en-US" sz="2000" dirty="0">
                <a:solidFill>
                  <a:schemeClr val="dk1"/>
                </a:solidFill>
              </a:rPr>
              <a:t>Through sound and text notifications, </a:t>
            </a:r>
            <a:r>
              <a:rPr lang="en" sz="2000" b="1" dirty="0">
                <a:solidFill>
                  <a:schemeClr val="accent5"/>
                </a:solidFill>
              </a:rPr>
              <a:t>nat</a:t>
            </a:r>
            <a:r>
              <a:rPr lang="en" sz="2000" b="1" dirty="0">
                <a:solidFill>
                  <a:schemeClr val="accent2"/>
                </a:solidFill>
              </a:rPr>
              <a:t>lock</a:t>
            </a:r>
            <a:r>
              <a:rPr lang="en-US" sz="2000" dirty="0">
                <a:solidFill>
                  <a:schemeClr val="dk1"/>
                </a:solidFill>
              </a:rPr>
              <a:t> will let the patient know when the batteries are running low on power ahead of time.</a:t>
            </a:r>
            <a:endParaRPr sz="2000" dirty="0">
              <a:solidFill>
                <a:schemeClr val="dk1"/>
              </a:solidFill>
            </a:endParaRPr>
          </a:p>
          <a:p>
            <a:pPr marL="914400" lvl="0" indent="0" algn="l" rtl="0">
              <a:spcBef>
                <a:spcPts val="0"/>
              </a:spcBef>
              <a:spcAft>
                <a:spcPts val="0"/>
              </a:spcAft>
              <a:buNone/>
            </a:pPr>
            <a:endParaRPr sz="1800" dirty="0">
              <a:solidFill>
                <a:schemeClr val="dk1"/>
              </a:solidFill>
            </a:endParaRPr>
          </a:p>
        </p:txBody>
      </p:sp>
      <p:cxnSp>
        <p:nvCxnSpPr>
          <p:cNvPr id="486" name="Google Shape;486;p45"/>
          <p:cNvCxnSpPr/>
          <p:nvPr/>
        </p:nvCxnSpPr>
        <p:spPr>
          <a:xfrm rot="10800000" flipH="1">
            <a:off x="250650" y="1183050"/>
            <a:ext cx="7148700" cy="20100"/>
          </a:xfrm>
          <a:prstGeom prst="straightConnector1">
            <a:avLst/>
          </a:prstGeom>
          <a:noFill/>
          <a:ln w="114300" cap="flat" cmpd="sng">
            <a:solidFill>
              <a:srgbClr val="00BCEB"/>
            </a:solidFill>
            <a:prstDash val="solid"/>
            <a:round/>
            <a:headEnd type="none" w="med" len="med"/>
            <a:tailEnd type="none" w="med" len="med"/>
          </a:ln>
        </p:spPr>
      </p:cxnSp>
      <p:pic>
        <p:nvPicPr>
          <p:cNvPr id="487" name="Google Shape;487;p45"/>
          <p:cNvPicPr preferRelativeResize="0"/>
          <p:nvPr/>
        </p:nvPicPr>
        <p:blipFill rotWithShape="1">
          <a:blip r:embed="rId3">
            <a:alphaModFix/>
          </a:blip>
          <a:srcRect/>
          <a:stretch/>
        </p:blipFill>
        <p:spPr>
          <a:xfrm>
            <a:off x="7666270" y="197742"/>
            <a:ext cx="1289304" cy="1289304"/>
          </a:xfrm>
          <a:prstGeom prst="rect">
            <a:avLst/>
          </a:prstGeom>
          <a:noFill/>
          <a:ln>
            <a:noFill/>
          </a:ln>
        </p:spPr>
      </p:pic>
      <p:pic>
        <p:nvPicPr>
          <p:cNvPr id="488" name="Google Shape;488;p45"/>
          <p:cNvPicPr preferRelativeResize="0"/>
          <p:nvPr/>
        </p:nvPicPr>
        <p:blipFill rotWithShape="1">
          <a:blip r:embed="rId4">
            <a:alphaModFix/>
          </a:blip>
          <a:srcRect l="42838" t="10610" r="40780" b="28054"/>
          <a:stretch/>
        </p:blipFill>
        <p:spPr>
          <a:xfrm>
            <a:off x="7399350" y="1780819"/>
            <a:ext cx="760069" cy="1133705"/>
          </a:xfrm>
          <a:prstGeom prst="rect">
            <a:avLst/>
          </a:prstGeom>
          <a:noFill/>
          <a:ln>
            <a:noFill/>
          </a:ln>
        </p:spPr>
      </p:pic>
      <p:pic>
        <p:nvPicPr>
          <p:cNvPr id="489" name="Google Shape;489;p45"/>
          <p:cNvPicPr preferRelativeResize="0"/>
          <p:nvPr/>
        </p:nvPicPr>
        <p:blipFill rotWithShape="1">
          <a:blip r:embed="rId4">
            <a:alphaModFix/>
          </a:blip>
          <a:srcRect l="42838" t="10610" r="40780" b="28054"/>
          <a:stretch/>
        </p:blipFill>
        <p:spPr>
          <a:xfrm>
            <a:off x="6639282" y="1652780"/>
            <a:ext cx="760068" cy="1133705"/>
          </a:xfrm>
          <a:prstGeom prst="rect">
            <a:avLst/>
          </a:prstGeom>
          <a:noFill/>
          <a:ln>
            <a:noFill/>
          </a:ln>
        </p:spPr>
      </p:pic>
      <p:pic>
        <p:nvPicPr>
          <p:cNvPr id="1030" name="Picture 6" descr="Notification Icons - 12,981 free vector icons">
            <a:extLst>
              <a:ext uri="{FF2B5EF4-FFF2-40B4-BE49-F238E27FC236}">
                <a16:creationId xmlns:a16="http://schemas.microsoft.com/office/drawing/2014/main" id="{DB985C19-5324-41FC-BC9A-AD480C14670C}"/>
              </a:ext>
            </a:extLst>
          </p:cNvPr>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31091" y="3492192"/>
            <a:ext cx="936518" cy="9365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6"/>
          <p:cNvSpPr/>
          <p:nvPr/>
        </p:nvSpPr>
        <p:spPr>
          <a:xfrm rot="-5400000">
            <a:off x="5027255" y="2917166"/>
            <a:ext cx="681900" cy="153000"/>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496" name="Google Shape;496;p46"/>
          <p:cNvSpPr/>
          <p:nvPr/>
        </p:nvSpPr>
        <p:spPr>
          <a:xfrm>
            <a:off x="5291704" y="2652622"/>
            <a:ext cx="1699500" cy="174000"/>
          </a:xfrm>
          <a:prstGeom prst="roundRect">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497" name="Google Shape;497;p46"/>
          <p:cNvSpPr/>
          <p:nvPr/>
        </p:nvSpPr>
        <p:spPr>
          <a:xfrm>
            <a:off x="3742979" y="3160572"/>
            <a:ext cx="1699500" cy="174000"/>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498" name="Google Shape;498;p46"/>
          <p:cNvSpPr txBox="1">
            <a:spLocks noGrp="1"/>
          </p:cNvSpPr>
          <p:nvPr>
            <p:ph type="title"/>
          </p:nvPr>
        </p:nvSpPr>
        <p:spPr>
          <a:xfrm>
            <a:off x="437766" y="341313"/>
            <a:ext cx="8345400" cy="731700"/>
          </a:xfrm>
          <a:prstGeom prst="rect">
            <a:avLst/>
          </a:prstGeom>
          <a:noFill/>
          <a:ln>
            <a:noFill/>
          </a:ln>
        </p:spPr>
        <p:txBody>
          <a:bodyPr spcFirstLastPara="1" wrap="square" lIns="91400" tIns="45700" rIns="91400" bIns="45700" anchor="ctr" anchorCtr="0">
            <a:noAutofit/>
          </a:bodyPr>
          <a:lstStyle/>
          <a:p>
            <a:pPr marL="0" lvl="0" indent="0" algn="l" rtl="0">
              <a:lnSpc>
                <a:spcPct val="80000"/>
              </a:lnSpc>
              <a:spcBef>
                <a:spcPts val="0"/>
              </a:spcBef>
              <a:spcAft>
                <a:spcPts val="0"/>
              </a:spcAft>
              <a:buNone/>
            </a:pPr>
            <a:r>
              <a:rPr lang="en"/>
              <a:t>How To Use </a:t>
            </a:r>
            <a:r>
              <a:rPr lang="en" sz="3000" b="1">
                <a:solidFill>
                  <a:schemeClr val="accent5"/>
                </a:solidFill>
              </a:rPr>
              <a:t>nat</a:t>
            </a:r>
            <a:r>
              <a:rPr lang="en" sz="3000" b="1">
                <a:solidFill>
                  <a:schemeClr val="accent2"/>
                </a:solidFill>
              </a:rPr>
              <a:t>lock</a:t>
            </a:r>
            <a:r>
              <a:rPr lang="en" sz="3000"/>
              <a:t> </a:t>
            </a:r>
            <a:endParaRPr sz="3000" dirty="0"/>
          </a:p>
        </p:txBody>
      </p:sp>
      <p:sp>
        <p:nvSpPr>
          <p:cNvPr id="499" name="Google Shape;499;p46"/>
          <p:cNvSpPr/>
          <p:nvPr/>
        </p:nvSpPr>
        <p:spPr>
          <a:xfrm>
            <a:off x="641510" y="4176472"/>
            <a:ext cx="1699500" cy="174000"/>
          </a:xfrm>
          <a:prstGeom prst="roundRect">
            <a:avLst>
              <a:gd name="adj" fmla="val 50000"/>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0" name="Google Shape;500;p46"/>
          <p:cNvSpPr/>
          <p:nvPr/>
        </p:nvSpPr>
        <p:spPr>
          <a:xfrm rot="10800000" flipH="1">
            <a:off x="641509" y="4176517"/>
            <a:ext cx="174000" cy="174000"/>
          </a:xfrm>
          <a:prstGeom prst="ellipse">
            <a:avLst/>
          </a:prstGeom>
          <a:solidFill>
            <a:srgbClr val="1290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
        <p:nvSpPr>
          <p:cNvPr id="501" name="Google Shape;501;p46"/>
          <p:cNvSpPr/>
          <p:nvPr/>
        </p:nvSpPr>
        <p:spPr>
          <a:xfrm rot="-5400000">
            <a:off x="1925787" y="3933066"/>
            <a:ext cx="681900" cy="153000"/>
          </a:xfrm>
          <a:prstGeom prst="roundRect">
            <a:avLst>
              <a:gd name="adj" fmla="val 50000"/>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2" name="Google Shape;502;p46"/>
          <p:cNvSpPr/>
          <p:nvPr/>
        </p:nvSpPr>
        <p:spPr>
          <a:xfrm>
            <a:off x="2190235" y="3668523"/>
            <a:ext cx="1699500" cy="174000"/>
          </a:xfrm>
          <a:prstGeom prst="roundRect">
            <a:avLst>
              <a:gd name="adj" fmla="val 50000"/>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3" name="Google Shape;503;p46"/>
          <p:cNvSpPr/>
          <p:nvPr/>
        </p:nvSpPr>
        <p:spPr>
          <a:xfrm rot="10800000" flipH="1">
            <a:off x="2180709" y="3668567"/>
            <a:ext cx="174000" cy="174000"/>
          </a:xfrm>
          <a:prstGeom prst="ellipse">
            <a:avLst/>
          </a:prstGeom>
          <a:solidFill>
            <a:srgbClr val="091D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
        <p:nvSpPr>
          <p:cNvPr id="504" name="Google Shape;504;p46"/>
          <p:cNvSpPr/>
          <p:nvPr/>
        </p:nvSpPr>
        <p:spPr>
          <a:xfrm rot="-5400000">
            <a:off x="3478530" y="3425116"/>
            <a:ext cx="681900" cy="153000"/>
          </a:xfrm>
          <a:prstGeom prst="roundRect">
            <a:avLst>
              <a:gd name="adj" fmla="val 50000"/>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5" name="Google Shape;505;p46"/>
          <p:cNvSpPr/>
          <p:nvPr/>
        </p:nvSpPr>
        <p:spPr>
          <a:xfrm rot="10800000" flipH="1">
            <a:off x="3736185" y="3160615"/>
            <a:ext cx="174000" cy="174000"/>
          </a:xfrm>
          <a:prstGeom prst="ellipse">
            <a:avLst/>
          </a:prstGeom>
          <a:solidFill>
            <a:srgbClr val="39622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
        <p:nvSpPr>
          <p:cNvPr id="506" name="Google Shape;506;p46"/>
          <p:cNvSpPr/>
          <p:nvPr/>
        </p:nvSpPr>
        <p:spPr>
          <a:xfrm rot="10800000" flipH="1">
            <a:off x="5288085" y="2652666"/>
            <a:ext cx="174000" cy="174000"/>
          </a:xfrm>
          <a:prstGeom prst="ellipse">
            <a:avLst/>
          </a:prstGeom>
          <a:solidFill>
            <a:srgbClr val="F15D0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
        <p:nvSpPr>
          <p:cNvPr id="507" name="Google Shape;507;p46"/>
          <p:cNvSpPr/>
          <p:nvPr/>
        </p:nvSpPr>
        <p:spPr>
          <a:xfrm rot="-5400000">
            <a:off x="6579776" y="2409216"/>
            <a:ext cx="681900" cy="153000"/>
          </a:xfrm>
          <a:prstGeom prst="roundRect">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8" name="Google Shape;508;p46"/>
          <p:cNvSpPr/>
          <p:nvPr/>
        </p:nvSpPr>
        <p:spPr>
          <a:xfrm>
            <a:off x="6844225" y="2144672"/>
            <a:ext cx="1638300" cy="174000"/>
          </a:xfrm>
          <a:prstGeom prst="roundRect">
            <a:avLst>
              <a:gd name="adj" fmla="val 50000"/>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800" dirty="0">
              <a:solidFill>
                <a:schemeClr val="lt1"/>
              </a:solidFill>
              <a:latin typeface="Arial"/>
              <a:ea typeface="Arial"/>
              <a:cs typeface="Arial"/>
              <a:sym typeface="Arial"/>
            </a:endParaRPr>
          </a:p>
        </p:txBody>
      </p:sp>
      <p:sp>
        <p:nvSpPr>
          <p:cNvPr id="509" name="Google Shape;509;p46"/>
          <p:cNvSpPr/>
          <p:nvPr/>
        </p:nvSpPr>
        <p:spPr>
          <a:xfrm rot="10800000" flipH="1">
            <a:off x="6844224" y="2144716"/>
            <a:ext cx="174000" cy="174000"/>
          </a:xfrm>
          <a:prstGeom prst="ellipse">
            <a:avLst/>
          </a:prstGeom>
          <a:solidFill>
            <a:srgbClr val="C502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dirty="0">
              <a:solidFill>
                <a:schemeClr val="dk1"/>
              </a:solidFill>
              <a:latin typeface="Arial"/>
              <a:ea typeface="Arial"/>
              <a:cs typeface="Arial"/>
              <a:sym typeface="Arial"/>
            </a:endParaRPr>
          </a:p>
        </p:txBody>
      </p:sp>
      <p:sp>
        <p:nvSpPr>
          <p:cNvPr id="510" name="Google Shape;510;p46" descr="© INSCALE GmbH, 26.05.2010&#10;http://www.presentationload.com/"/>
          <p:cNvSpPr txBox="1"/>
          <p:nvPr/>
        </p:nvSpPr>
        <p:spPr>
          <a:xfrm>
            <a:off x="671804" y="3080998"/>
            <a:ext cx="1433700" cy="864339"/>
          </a:xfrm>
          <a:prstGeom prst="rect">
            <a:avLst/>
          </a:prstGeom>
          <a:solidFill>
            <a:schemeClr val="lt2"/>
          </a:solidFill>
          <a:ln>
            <a:noFill/>
          </a:ln>
        </p:spPr>
        <p:txBody>
          <a:bodyPr spcFirstLastPara="1" wrap="square" lIns="89975" tIns="0" rIns="71975" bIns="0" anchor="b" anchorCtr="0">
            <a:spAutoFit/>
          </a:bodyPr>
          <a:lstStyle/>
          <a:p>
            <a:pPr marL="0" marR="0" lvl="0" indent="0" algn="l" rtl="0">
              <a:spcBef>
                <a:spcPts val="0"/>
              </a:spcBef>
              <a:spcAft>
                <a:spcPts val="0"/>
              </a:spcAft>
              <a:buNone/>
            </a:pPr>
            <a:r>
              <a:rPr lang="en" sz="1200" dirty="0">
                <a:solidFill>
                  <a:schemeClr val="accent1"/>
                </a:solidFill>
              </a:rPr>
              <a:t>Setup</a:t>
            </a:r>
            <a:endParaRPr dirty="0"/>
          </a:p>
          <a:p>
            <a:pPr marL="0" marR="0" lvl="0" indent="0" algn="l" rtl="0">
              <a:spcBef>
                <a:spcPts val="500"/>
              </a:spcBef>
              <a:spcAft>
                <a:spcPts val="0"/>
              </a:spcAft>
              <a:buNone/>
            </a:pPr>
            <a:r>
              <a:rPr lang="en" sz="1000" dirty="0">
                <a:solidFill>
                  <a:schemeClr val="dk1"/>
                </a:solidFill>
              </a:rPr>
              <a:t>Set up your </a:t>
            </a:r>
            <a:r>
              <a:rPr lang="en" sz="1000" b="1" dirty="0">
                <a:solidFill>
                  <a:schemeClr val="accent5"/>
                </a:solidFill>
              </a:rPr>
              <a:t>nat</a:t>
            </a:r>
            <a:r>
              <a:rPr lang="en" sz="1000" b="1" dirty="0">
                <a:solidFill>
                  <a:schemeClr val="accent2"/>
                </a:solidFill>
              </a:rPr>
              <a:t>lock</a:t>
            </a:r>
            <a:r>
              <a:rPr lang="en" sz="1000" dirty="0">
                <a:solidFill>
                  <a:schemeClr val="lt1"/>
                </a:solidFill>
              </a:rPr>
              <a:t> </a:t>
            </a:r>
            <a:r>
              <a:rPr lang="en" sz="1000" dirty="0">
                <a:solidFill>
                  <a:schemeClr val="dk1"/>
                </a:solidFill>
              </a:rPr>
              <a:t>and medication schedule with your care team</a:t>
            </a:r>
            <a:endParaRPr dirty="0"/>
          </a:p>
        </p:txBody>
      </p:sp>
      <p:sp>
        <p:nvSpPr>
          <p:cNvPr id="511" name="Google Shape;511;p46" descr="© INSCALE GmbH, 26.05.2010&#10;http://www.presentationload.com/"/>
          <p:cNvSpPr txBox="1"/>
          <p:nvPr/>
        </p:nvSpPr>
        <p:spPr>
          <a:xfrm>
            <a:off x="2181700" y="2526220"/>
            <a:ext cx="1552500" cy="1049005"/>
          </a:xfrm>
          <a:prstGeom prst="rect">
            <a:avLst/>
          </a:prstGeom>
          <a:solidFill>
            <a:schemeClr val="lt2"/>
          </a:solidFill>
          <a:ln>
            <a:noFill/>
          </a:ln>
        </p:spPr>
        <p:txBody>
          <a:bodyPr spcFirstLastPara="1" wrap="square" lIns="89975" tIns="0" rIns="71975" bIns="0" anchor="b" anchorCtr="0">
            <a:spAutoFit/>
          </a:bodyPr>
          <a:lstStyle/>
          <a:p>
            <a:pPr marL="0" marR="0" lvl="0" indent="0" algn="l" rtl="0">
              <a:spcBef>
                <a:spcPts val="0"/>
              </a:spcBef>
              <a:spcAft>
                <a:spcPts val="0"/>
              </a:spcAft>
              <a:buNone/>
            </a:pPr>
            <a:r>
              <a:rPr lang="en" sz="1200" dirty="0">
                <a:solidFill>
                  <a:schemeClr val="dk2"/>
                </a:solidFill>
              </a:rPr>
              <a:t>Work with your care team </a:t>
            </a:r>
            <a:endParaRPr sz="1200" dirty="0"/>
          </a:p>
          <a:p>
            <a:pPr marL="0" marR="0" lvl="0" indent="0" algn="l" rtl="0">
              <a:spcBef>
                <a:spcPts val="500"/>
              </a:spcBef>
              <a:spcAft>
                <a:spcPts val="0"/>
              </a:spcAft>
              <a:buNone/>
            </a:pPr>
            <a:r>
              <a:rPr lang="en" sz="1000" dirty="0">
                <a:solidFill>
                  <a:schemeClr val="dk1"/>
                </a:solidFill>
              </a:rPr>
              <a:t>Your care team will fill </a:t>
            </a:r>
            <a:r>
              <a:rPr lang="en" sz="1000" b="1" dirty="0">
                <a:solidFill>
                  <a:schemeClr val="accent5"/>
                </a:solidFill>
              </a:rPr>
              <a:t>nat</a:t>
            </a:r>
            <a:r>
              <a:rPr lang="en" sz="1000" b="1" dirty="0">
                <a:solidFill>
                  <a:schemeClr val="accent2"/>
                </a:solidFill>
              </a:rPr>
              <a:t>lock</a:t>
            </a:r>
            <a:r>
              <a:rPr lang="en" sz="1000" dirty="0">
                <a:solidFill>
                  <a:schemeClr val="lt1"/>
                </a:solidFill>
              </a:rPr>
              <a:t>’s </a:t>
            </a:r>
            <a:r>
              <a:rPr lang="en" sz="1000" dirty="0">
                <a:solidFill>
                  <a:schemeClr val="tx1"/>
                </a:solidFill>
              </a:rPr>
              <a:t>reusable capsules with your scheduled medication(s)</a:t>
            </a:r>
            <a:endParaRPr sz="1000" dirty="0">
              <a:solidFill>
                <a:schemeClr val="tx1"/>
              </a:solidFill>
            </a:endParaRPr>
          </a:p>
        </p:txBody>
      </p:sp>
      <p:sp>
        <p:nvSpPr>
          <p:cNvPr id="512" name="Google Shape;512;p46" descr="© INSCALE GmbH, 26.05.2010&#10;http://www.presentationload.com/"/>
          <p:cNvSpPr txBox="1"/>
          <p:nvPr/>
        </p:nvSpPr>
        <p:spPr>
          <a:xfrm>
            <a:off x="3698612" y="1899525"/>
            <a:ext cx="1552500" cy="1172400"/>
          </a:xfrm>
          <a:prstGeom prst="rect">
            <a:avLst/>
          </a:prstGeom>
          <a:solidFill>
            <a:schemeClr val="lt2"/>
          </a:solidFill>
          <a:ln>
            <a:noFill/>
          </a:ln>
        </p:spPr>
        <p:txBody>
          <a:bodyPr spcFirstLastPara="1" wrap="square" lIns="89975" tIns="0" rIns="71975" bIns="0" anchor="b" anchorCtr="0">
            <a:spAutoFit/>
          </a:bodyPr>
          <a:lstStyle/>
          <a:p>
            <a:pPr marL="0" lvl="0" indent="0" algn="l" rtl="0">
              <a:spcBef>
                <a:spcPts val="0"/>
              </a:spcBef>
              <a:spcAft>
                <a:spcPts val="0"/>
              </a:spcAft>
              <a:buNone/>
            </a:pPr>
            <a:r>
              <a:rPr lang="en" sz="1200">
                <a:solidFill>
                  <a:schemeClr val="accent2"/>
                </a:solidFill>
              </a:rPr>
              <a:t>Stay connected</a:t>
            </a:r>
            <a:r>
              <a:rPr lang="en" sz="1200">
                <a:solidFill>
                  <a:schemeClr val="dk2"/>
                </a:solidFill>
              </a:rPr>
              <a:t> </a:t>
            </a:r>
            <a:endParaRPr dirty="0"/>
          </a:p>
          <a:p>
            <a:pPr marL="0" lvl="0" indent="0" algn="l" rtl="0">
              <a:spcBef>
                <a:spcPts val="500"/>
              </a:spcBef>
              <a:spcAft>
                <a:spcPts val="0"/>
              </a:spcAft>
              <a:buNone/>
            </a:pPr>
            <a:r>
              <a:rPr lang="en" sz="1000" b="1">
                <a:solidFill>
                  <a:schemeClr val="accent5"/>
                </a:solidFill>
              </a:rPr>
              <a:t>nat</a:t>
            </a:r>
            <a:r>
              <a:rPr lang="en" sz="1000" b="1">
                <a:solidFill>
                  <a:schemeClr val="accent2"/>
                </a:solidFill>
              </a:rPr>
              <a:t>lock </a:t>
            </a:r>
            <a:r>
              <a:rPr lang="en" sz="1000">
                <a:solidFill>
                  <a:schemeClr val="dk1"/>
                </a:solidFill>
              </a:rPr>
              <a:t>will remind you of any food/water limitations, medication directions, and dispense your medication at the recommended times</a:t>
            </a:r>
            <a:endParaRPr dirty="0">
              <a:solidFill>
                <a:schemeClr val="dk1"/>
              </a:solidFill>
            </a:endParaRPr>
          </a:p>
        </p:txBody>
      </p:sp>
      <p:sp>
        <p:nvSpPr>
          <p:cNvPr id="513" name="Google Shape;513;p46" descr="© INSCALE GmbH, 26.05.2010&#10;http://www.presentationload.com/"/>
          <p:cNvSpPr txBox="1"/>
          <p:nvPr/>
        </p:nvSpPr>
        <p:spPr>
          <a:xfrm>
            <a:off x="5318874" y="1503442"/>
            <a:ext cx="1433700" cy="1018500"/>
          </a:xfrm>
          <a:prstGeom prst="rect">
            <a:avLst/>
          </a:prstGeom>
          <a:solidFill>
            <a:schemeClr val="lt2"/>
          </a:solidFill>
          <a:ln>
            <a:noFill/>
          </a:ln>
        </p:spPr>
        <p:txBody>
          <a:bodyPr spcFirstLastPara="1" wrap="square" lIns="89975" tIns="0" rIns="71975" bIns="0" anchor="b" anchorCtr="0">
            <a:spAutoFit/>
          </a:bodyPr>
          <a:lstStyle/>
          <a:p>
            <a:pPr marL="0" marR="0" lvl="0" indent="0" algn="l" rtl="0">
              <a:spcBef>
                <a:spcPts val="0"/>
              </a:spcBef>
              <a:spcAft>
                <a:spcPts val="0"/>
              </a:spcAft>
              <a:buNone/>
            </a:pPr>
            <a:r>
              <a:rPr lang="en" sz="1200" dirty="0">
                <a:solidFill>
                  <a:schemeClr val="accent5"/>
                </a:solidFill>
              </a:rPr>
              <a:t>In the loop</a:t>
            </a:r>
            <a:endParaRPr dirty="0"/>
          </a:p>
          <a:p>
            <a:pPr marL="0" marR="0" lvl="0" indent="0" algn="l" rtl="0">
              <a:spcBef>
                <a:spcPts val="500"/>
              </a:spcBef>
              <a:spcAft>
                <a:spcPts val="0"/>
              </a:spcAft>
              <a:buNone/>
            </a:pPr>
            <a:r>
              <a:rPr lang="en" sz="1000" dirty="0">
                <a:solidFill>
                  <a:schemeClr val="dk1"/>
                </a:solidFill>
              </a:rPr>
              <a:t>Your care team will receive routine updates on your medication usage and status</a:t>
            </a:r>
            <a:endParaRPr dirty="0"/>
          </a:p>
        </p:txBody>
      </p:sp>
      <p:sp>
        <p:nvSpPr>
          <p:cNvPr id="514" name="Google Shape;514;p46" descr="© INSCALE GmbH, 26.05.2010&#10;http://www.presentationload.com/"/>
          <p:cNvSpPr txBox="1"/>
          <p:nvPr/>
        </p:nvSpPr>
        <p:spPr>
          <a:xfrm>
            <a:off x="6931224" y="1309803"/>
            <a:ext cx="1552500" cy="556563"/>
          </a:xfrm>
          <a:prstGeom prst="rect">
            <a:avLst/>
          </a:prstGeom>
          <a:solidFill>
            <a:schemeClr val="lt2"/>
          </a:solidFill>
          <a:ln>
            <a:noFill/>
          </a:ln>
        </p:spPr>
        <p:txBody>
          <a:bodyPr spcFirstLastPara="1" wrap="square" lIns="89975" tIns="0" rIns="71975" bIns="0" anchor="b" anchorCtr="0">
            <a:spAutoFit/>
          </a:bodyPr>
          <a:lstStyle/>
          <a:p>
            <a:pPr marL="0" marR="0" lvl="0" indent="0" algn="l" rtl="0">
              <a:spcBef>
                <a:spcPts val="0"/>
              </a:spcBef>
              <a:spcAft>
                <a:spcPts val="0"/>
              </a:spcAft>
              <a:buNone/>
            </a:pPr>
            <a:r>
              <a:rPr lang="en" sz="1200" dirty="0">
                <a:solidFill>
                  <a:schemeClr val="accent6"/>
                </a:solidFill>
              </a:rPr>
              <a:t>Our priority</a:t>
            </a:r>
            <a:endParaRPr dirty="0"/>
          </a:p>
          <a:p>
            <a:pPr marL="0" lvl="0" indent="0" algn="l" rtl="0">
              <a:spcBef>
                <a:spcPts val="500"/>
              </a:spcBef>
              <a:spcAft>
                <a:spcPts val="0"/>
              </a:spcAft>
              <a:buNone/>
            </a:pPr>
            <a:r>
              <a:rPr lang="en" sz="1000" b="1" dirty="0">
                <a:solidFill>
                  <a:schemeClr val="accent5"/>
                </a:solidFill>
              </a:rPr>
              <a:t>nat</a:t>
            </a:r>
            <a:r>
              <a:rPr lang="en" sz="1000" b="1" dirty="0">
                <a:solidFill>
                  <a:schemeClr val="accent2"/>
                </a:solidFill>
              </a:rPr>
              <a:t>lock </a:t>
            </a:r>
            <a:r>
              <a:rPr lang="en" sz="1000" dirty="0">
                <a:solidFill>
                  <a:schemeClr val="dk1"/>
                </a:solidFill>
              </a:rPr>
              <a:t>is catered to your needs</a:t>
            </a:r>
            <a:endParaRPr dirty="0">
              <a:solidFill>
                <a:schemeClr val="dk1"/>
              </a:solidFill>
            </a:endParaRPr>
          </a:p>
        </p:txBody>
      </p:sp>
      <p:cxnSp>
        <p:nvCxnSpPr>
          <p:cNvPr id="515" name="Google Shape;515;p46"/>
          <p:cNvCxnSpPr/>
          <p:nvPr/>
        </p:nvCxnSpPr>
        <p:spPr>
          <a:xfrm rot="10800000" flipH="1">
            <a:off x="533400" y="991275"/>
            <a:ext cx="3868800" cy="39300"/>
          </a:xfrm>
          <a:prstGeom prst="straightConnector1">
            <a:avLst/>
          </a:prstGeom>
          <a:noFill/>
          <a:ln w="38100" cap="flat" cmpd="sng">
            <a:solidFill>
              <a:srgbClr val="00BCEB"/>
            </a:solidFill>
            <a:prstDash val="solid"/>
            <a:round/>
            <a:headEnd type="none" w="med" len="med"/>
            <a:tailEnd type="none" w="med" len="med"/>
          </a:ln>
        </p:spPr>
      </p:cxn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7"/>
          <p:cNvSpPr txBox="1">
            <a:spLocks noGrp="1"/>
          </p:cNvSpPr>
          <p:nvPr>
            <p:ph type="title"/>
          </p:nvPr>
        </p:nvSpPr>
        <p:spPr>
          <a:xfrm>
            <a:off x="84900" y="313725"/>
            <a:ext cx="8520600" cy="572700"/>
          </a:xfrm>
          <a:prstGeom prst="rect">
            <a:avLst/>
          </a:prstGeom>
        </p:spPr>
        <p:txBody>
          <a:bodyPr spcFirstLastPara="1" wrap="square" lIns="91400" tIns="45700" rIns="91400" bIns="45700" anchor="ctr" anchorCtr="0">
            <a:noAutofit/>
          </a:bodyPr>
          <a:lstStyle/>
          <a:p>
            <a:pPr marL="0" lvl="0" indent="0" algn="ctr" rtl="0">
              <a:spcBef>
                <a:spcPts val="0"/>
              </a:spcBef>
              <a:spcAft>
                <a:spcPts val="0"/>
              </a:spcAft>
              <a:buNone/>
            </a:pPr>
            <a:r>
              <a:rPr lang="en" b="1" dirty="0"/>
              <a:t>Why Us? </a:t>
            </a:r>
            <a:endParaRPr b="1" dirty="0"/>
          </a:p>
        </p:txBody>
      </p:sp>
      <p:sp>
        <p:nvSpPr>
          <p:cNvPr id="521" name="Google Shape;521;p47"/>
          <p:cNvSpPr txBox="1">
            <a:spLocks noGrp="1"/>
          </p:cNvSpPr>
          <p:nvPr>
            <p:ph type="body" idx="1"/>
          </p:nvPr>
        </p:nvSpPr>
        <p:spPr>
          <a:xfrm>
            <a:off x="710975" y="1175402"/>
            <a:ext cx="3371700" cy="3416400"/>
          </a:xfrm>
          <a:prstGeom prst="rect">
            <a:avLst/>
          </a:prstGeom>
        </p:spPr>
        <p:txBody>
          <a:bodyPr spcFirstLastPara="1" wrap="square" lIns="91425" tIns="91425" rIns="91425" bIns="91425" anchor="ctr" anchorCtr="0">
            <a:noAutofit/>
          </a:bodyPr>
          <a:lstStyle/>
          <a:p>
            <a:pPr marL="0" lvl="0" indent="0" algn="l" rtl="0">
              <a:lnSpc>
                <a:spcPct val="200000"/>
              </a:lnSpc>
              <a:spcBef>
                <a:spcPts val="0"/>
              </a:spcBef>
              <a:spcAft>
                <a:spcPts val="0"/>
              </a:spcAft>
              <a:buNone/>
            </a:pPr>
            <a:endParaRPr sz="2200" dirty="0"/>
          </a:p>
          <a:p>
            <a:pPr marL="0" lvl="0" indent="0" algn="l" rtl="0">
              <a:lnSpc>
                <a:spcPct val="200000"/>
              </a:lnSpc>
              <a:spcBef>
                <a:spcPts val="0"/>
              </a:spcBef>
              <a:spcAft>
                <a:spcPts val="0"/>
              </a:spcAft>
              <a:buNone/>
            </a:pPr>
            <a:r>
              <a:rPr lang="en" sz="1700" dirty="0"/>
              <a:t>GPS tracking</a:t>
            </a:r>
            <a:endParaRPr sz="1700" dirty="0"/>
          </a:p>
          <a:p>
            <a:pPr marL="0" lvl="0" indent="0" algn="l" rtl="0">
              <a:lnSpc>
                <a:spcPct val="200000"/>
              </a:lnSpc>
              <a:spcBef>
                <a:spcPts val="0"/>
              </a:spcBef>
              <a:spcAft>
                <a:spcPts val="0"/>
              </a:spcAft>
              <a:buNone/>
            </a:pPr>
            <a:r>
              <a:rPr lang="en" sz="1700" dirty="0"/>
              <a:t>Mobile, allows for travel</a:t>
            </a:r>
            <a:endParaRPr sz="1700" dirty="0"/>
          </a:p>
          <a:p>
            <a:pPr marL="0" lvl="0" indent="0" algn="l" rtl="0">
              <a:lnSpc>
                <a:spcPct val="200000"/>
              </a:lnSpc>
              <a:spcBef>
                <a:spcPts val="0"/>
              </a:spcBef>
              <a:spcAft>
                <a:spcPts val="0"/>
              </a:spcAft>
              <a:buNone/>
            </a:pPr>
            <a:r>
              <a:rPr lang="en" sz="1700" dirty="0"/>
              <a:t>Anti-Theft Technology</a:t>
            </a:r>
            <a:endParaRPr sz="1700" dirty="0"/>
          </a:p>
          <a:p>
            <a:pPr marL="0" lvl="0" indent="0" algn="l" rtl="0">
              <a:lnSpc>
                <a:spcPct val="200000"/>
              </a:lnSpc>
              <a:spcBef>
                <a:spcPts val="0"/>
              </a:spcBef>
              <a:spcAft>
                <a:spcPts val="0"/>
              </a:spcAft>
              <a:buNone/>
            </a:pPr>
            <a:r>
              <a:rPr lang="en" sz="1700" dirty="0"/>
              <a:t>SOS button, Easy to use </a:t>
            </a:r>
            <a:endParaRPr sz="1700" dirty="0"/>
          </a:p>
          <a:p>
            <a:pPr marL="0" lvl="0" indent="0" algn="l" rtl="0">
              <a:lnSpc>
                <a:spcPct val="200000"/>
              </a:lnSpc>
              <a:spcBef>
                <a:spcPts val="0"/>
              </a:spcBef>
              <a:spcAft>
                <a:spcPts val="0"/>
              </a:spcAft>
              <a:buNone/>
            </a:pPr>
            <a:r>
              <a:rPr lang="en" sz="1700" dirty="0"/>
              <a:t>Pill limit, patient can’t overdose</a:t>
            </a:r>
            <a:endParaRPr sz="1700" dirty="0"/>
          </a:p>
          <a:p>
            <a:pPr marL="0" lvl="0" indent="0" algn="l" rtl="0">
              <a:lnSpc>
                <a:spcPct val="200000"/>
              </a:lnSpc>
              <a:spcBef>
                <a:spcPts val="0"/>
              </a:spcBef>
              <a:spcAft>
                <a:spcPts val="0"/>
              </a:spcAft>
              <a:buNone/>
            </a:pPr>
            <a:r>
              <a:rPr lang="en" sz="1700" dirty="0"/>
              <a:t>HIPAA Compliance</a:t>
            </a:r>
            <a:endParaRPr sz="1700" dirty="0"/>
          </a:p>
          <a:p>
            <a:pPr marL="0" lvl="0" indent="0" algn="l" rtl="0">
              <a:lnSpc>
                <a:spcPct val="200000"/>
              </a:lnSpc>
              <a:spcBef>
                <a:spcPts val="0"/>
              </a:spcBef>
              <a:spcAft>
                <a:spcPts val="0"/>
              </a:spcAft>
              <a:buNone/>
            </a:pPr>
            <a:endParaRPr sz="1700" dirty="0"/>
          </a:p>
        </p:txBody>
      </p:sp>
      <p:pic>
        <p:nvPicPr>
          <p:cNvPr id="522" name="Google Shape;522;p47"/>
          <p:cNvPicPr preferRelativeResize="0"/>
          <p:nvPr/>
        </p:nvPicPr>
        <p:blipFill rotWithShape="1">
          <a:blip r:embed="rId3">
            <a:alphaModFix/>
          </a:blip>
          <a:srcRect/>
          <a:stretch/>
        </p:blipFill>
        <p:spPr>
          <a:xfrm>
            <a:off x="237000" y="1551322"/>
            <a:ext cx="364250" cy="362800"/>
          </a:xfrm>
          <a:prstGeom prst="rect">
            <a:avLst/>
          </a:prstGeom>
          <a:noFill/>
          <a:ln>
            <a:noFill/>
          </a:ln>
        </p:spPr>
      </p:pic>
      <p:pic>
        <p:nvPicPr>
          <p:cNvPr id="523" name="Google Shape;523;p47"/>
          <p:cNvPicPr preferRelativeResize="0"/>
          <p:nvPr/>
        </p:nvPicPr>
        <p:blipFill rotWithShape="1">
          <a:blip r:embed="rId3">
            <a:alphaModFix/>
          </a:blip>
          <a:srcRect/>
          <a:stretch/>
        </p:blipFill>
        <p:spPr>
          <a:xfrm>
            <a:off x="237000" y="2003422"/>
            <a:ext cx="364250" cy="362800"/>
          </a:xfrm>
          <a:prstGeom prst="rect">
            <a:avLst/>
          </a:prstGeom>
          <a:noFill/>
          <a:ln>
            <a:noFill/>
          </a:ln>
        </p:spPr>
      </p:pic>
      <p:pic>
        <p:nvPicPr>
          <p:cNvPr id="524" name="Google Shape;524;p47"/>
          <p:cNvPicPr preferRelativeResize="0"/>
          <p:nvPr/>
        </p:nvPicPr>
        <p:blipFill rotWithShape="1">
          <a:blip r:embed="rId3">
            <a:alphaModFix/>
          </a:blip>
          <a:srcRect/>
          <a:stretch/>
        </p:blipFill>
        <p:spPr>
          <a:xfrm>
            <a:off x="237000" y="2528422"/>
            <a:ext cx="364250" cy="362800"/>
          </a:xfrm>
          <a:prstGeom prst="rect">
            <a:avLst/>
          </a:prstGeom>
          <a:noFill/>
          <a:ln>
            <a:noFill/>
          </a:ln>
        </p:spPr>
      </p:pic>
      <p:pic>
        <p:nvPicPr>
          <p:cNvPr id="525" name="Google Shape;525;p47"/>
          <p:cNvPicPr preferRelativeResize="0"/>
          <p:nvPr/>
        </p:nvPicPr>
        <p:blipFill rotWithShape="1">
          <a:blip r:embed="rId3">
            <a:alphaModFix/>
          </a:blip>
          <a:srcRect/>
          <a:stretch/>
        </p:blipFill>
        <p:spPr>
          <a:xfrm>
            <a:off x="237000" y="3053422"/>
            <a:ext cx="364250" cy="362800"/>
          </a:xfrm>
          <a:prstGeom prst="rect">
            <a:avLst/>
          </a:prstGeom>
          <a:noFill/>
          <a:ln>
            <a:noFill/>
          </a:ln>
        </p:spPr>
      </p:pic>
      <p:pic>
        <p:nvPicPr>
          <p:cNvPr id="526" name="Google Shape;526;p47"/>
          <p:cNvPicPr preferRelativeResize="0"/>
          <p:nvPr/>
        </p:nvPicPr>
        <p:blipFill rotWithShape="1">
          <a:blip r:embed="rId3">
            <a:alphaModFix/>
          </a:blip>
          <a:srcRect/>
          <a:stretch/>
        </p:blipFill>
        <p:spPr>
          <a:xfrm>
            <a:off x="237000" y="3578422"/>
            <a:ext cx="364250" cy="362800"/>
          </a:xfrm>
          <a:prstGeom prst="rect">
            <a:avLst/>
          </a:prstGeom>
          <a:noFill/>
          <a:ln>
            <a:noFill/>
          </a:ln>
        </p:spPr>
      </p:pic>
      <p:pic>
        <p:nvPicPr>
          <p:cNvPr id="527" name="Google Shape;527;p47"/>
          <p:cNvPicPr preferRelativeResize="0"/>
          <p:nvPr/>
        </p:nvPicPr>
        <p:blipFill>
          <a:blip r:embed="rId4">
            <a:alphaModFix/>
          </a:blip>
          <a:stretch>
            <a:fillRect/>
          </a:stretch>
        </p:blipFill>
        <p:spPr>
          <a:xfrm>
            <a:off x="4834650" y="1550598"/>
            <a:ext cx="364250" cy="364250"/>
          </a:xfrm>
          <a:prstGeom prst="rect">
            <a:avLst/>
          </a:prstGeom>
          <a:noFill/>
          <a:ln>
            <a:noFill/>
          </a:ln>
        </p:spPr>
      </p:pic>
      <p:cxnSp>
        <p:nvCxnSpPr>
          <p:cNvPr id="528" name="Google Shape;528;p47"/>
          <p:cNvCxnSpPr/>
          <p:nvPr/>
        </p:nvCxnSpPr>
        <p:spPr>
          <a:xfrm flipH="1">
            <a:off x="4264800" y="1535225"/>
            <a:ext cx="4800" cy="2215500"/>
          </a:xfrm>
          <a:prstGeom prst="straightConnector1">
            <a:avLst/>
          </a:prstGeom>
          <a:noFill/>
          <a:ln w="9525" cap="flat" cmpd="sng">
            <a:solidFill>
              <a:schemeClr val="dk2"/>
            </a:solidFill>
            <a:prstDash val="solid"/>
            <a:round/>
            <a:headEnd type="none" w="med" len="med"/>
            <a:tailEnd type="none" w="med" len="med"/>
          </a:ln>
        </p:spPr>
      </p:cxnSp>
      <p:pic>
        <p:nvPicPr>
          <p:cNvPr id="529" name="Google Shape;529;p47"/>
          <p:cNvPicPr preferRelativeResize="0"/>
          <p:nvPr/>
        </p:nvPicPr>
        <p:blipFill>
          <a:blip r:embed="rId4">
            <a:alphaModFix/>
          </a:blip>
          <a:stretch>
            <a:fillRect/>
          </a:stretch>
        </p:blipFill>
        <p:spPr>
          <a:xfrm>
            <a:off x="4834650" y="2051298"/>
            <a:ext cx="364250" cy="364250"/>
          </a:xfrm>
          <a:prstGeom prst="rect">
            <a:avLst/>
          </a:prstGeom>
          <a:noFill/>
          <a:ln>
            <a:noFill/>
          </a:ln>
        </p:spPr>
      </p:pic>
      <p:sp>
        <p:nvSpPr>
          <p:cNvPr id="530" name="Google Shape;530;p47"/>
          <p:cNvSpPr txBox="1"/>
          <p:nvPr/>
        </p:nvSpPr>
        <p:spPr>
          <a:xfrm>
            <a:off x="5291850" y="1301850"/>
            <a:ext cx="4041900" cy="25398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r>
              <a:rPr lang="en" sz="1700" dirty="0"/>
              <a:t>Lack of portability</a:t>
            </a:r>
            <a:endParaRPr sz="1700" dirty="0"/>
          </a:p>
          <a:p>
            <a:pPr marL="0" lvl="0" indent="0" algn="l" rtl="0">
              <a:lnSpc>
                <a:spcPct val="200000"/>
              </a:lnSpc>
              <a:spcBef>
                <a:spcPts val="0"/>
              </a:spcBef>
              <a:spcAft>
                <a:spcPts val="0"/>
              </a:spcAft>
              <a:buNone/>
            </a:pPr>
            <a:r>
              <a:rPr lang="en" sz="1700" dirty="0"/>
              <a:t>Costly subscriptions</a:t>
            </a:r>
            <a:endParaRPr sz="1700" dirty="0"/>
          </a:p>
          <a:p>
            <a:pPr marL="0" lvl="0" indent="0" algn="l" rtl="0">
              <a:lnSpc>
                <a:spcPct val="200000"/>
              </a:lnSpc>
              <a:spcBef>
                <a:spcPts val="0"/>
              </a:spcBef>
              <a:spcAft>
                <a:spcPts val="0"/>
              </a:spcAft>
              <a:buNone/>
            </a:pPr>
            <a:r>
              <a:rPr lang="en" sz="1700" dirty="0"/>
              <a:t>Technology not “elderly-friendly”</a:t>
            </a:r>
            <a:endParaRPr sz="1700" dirty="0"/>
          </a:p>
          <a:p>
            <a:pPr marL="0" lvl="0" indent="0" algn="l" rtl="0">
              <a:lnSpc>
                <a:spcPct val="200000"/>
              </a:lnSpc>
              <a:spcBef>
                <a:spcPts val="0"/>
              </a:spcBef>
              <a:spcAft>
                <a:spcPts val="0"/>
              </a:spcAft>
              <a:buNone/>
            </a:pPr>
            <a:r>
              <a:rPr lang="en" sz="1700" dirty="0"/>
              <a:t>Expensive, inaccessible</a:t>
            </a:r>
            <a:endParaRPr sz="1700" dirty="0"/>
          </a:p>
          <a:p>
            <a:pPr marL="0" lvl="0" indent="0" algn="l" rtl="0">
              <a:lnSpc>
                <a:spcPct val="200000"/>
              </a:lnSpc>
              <a:spcBef>
                <a:spcPts val="0"/>
              </a:spcBef>
              <a:spcAft>
                <a:spcPts val="0"/>
              </a:spcAft>
              <a:buNone/>
            </a:pPr>
            <a:r>
              <a:rPr lang="en" sz="1700" dirty="0"/>
              <a:t>No pill dispensation limit, overdose risk</a:t>
            </a:r>
            <a:endParaRPr dirty="0"/>
          </a:p>
        </p:txBody>
      </p:sp>
      <p:pic>
        <p:nvPicPr>
          <p:cNvPr id="531" name="Google Shape;531;p47"/>
          <p:cNvPicPr preferRelativeResize="0"/>
          <p:nvPr/>
        </p:nvPicPr>
        <p:blipFill>
          <a:blip r:embed="rId4">
            <a:alphaModFix/>
          </a:blip>
          <a:stretch>
            <a:fillRect/>
          </a:stretch>
        </p:blipFill>
        <p:spPr>
          <a:xfrm>
            <a:off x="4834650" y="2600598"/>
            <a:ext cx="364250" cy="364250"/>
          </a:xfrm>
          <a:prstGeom prst="rect">
            <a:avLst/>
          </a:prstGeom>
          <a:noFill/>
          <a:ln>
            <a:noFill/>
          </a:ln>
        </p:spPr>
      </p:pic>
      <p:pic>
        <p:nvPicPr>
          <p:cNvPr id="532" name="Google Shape;532;p47"/>
          <p:cNvPicPr preferRelativeResize="0"/>
          <p:nvPr/>
        </p:nvPicPr>
        <p:blipFill>
          <a:blip r:embed="rId4">
            <a:alphaModFix/>
          </a:blip>
          <a:stretch>
            <a:fillRect/>
          </a:stretch>
        </p:blipFill>
        <p:spPr>
          <a:xfrm>
            <a:off x="4834650" y="3109398"/>
            <a:ext cx="364250" cy="364250"/>
          </a:xfrm>
          <a:prstGeom prst="rect">
            <a:avLst/>
          </a:prstGeom>
          <a:noFill/>
          <a:ln>
            <a:noFill/>
          </a:ln>
        </p:spPr>
      </p:pic>
      <p:pic>
        <p:nvPicPr>
          <p:cNvPr id="533" name="Google Shape;533;p47"/>
          <p:cNvPicPr preferRelativeResize="0"/>
          <p:nvPr/>
        </p:nvPicPr>
        <p:blipFill>
          <a:blip r:embed="rId4">
            <a:alphaModFix/>
          </a:blip>
          <a:stretch>
            <a:fillRect/>
          </a:stretch>
        </p:blipFill>
        <p:spPr>
          <a:xfrm>
            <a:off x="4834650" y="3593898"/>
            <a:ext cx="364250" cy="364250"/>
          </a:xfrm>
          <a:prstGeom prst="rect">
            <a:avLst/>
          </a:prstGeom>
          <a:noFill/>
          <a:ln>
            <a:noFill/>
          </a:ln>
        </p:spPr>
      </p:pic>
      <p:sp>
        <p:nvSpPr>
          <p:cNvPr id="534" name="Google Shape;534;p47"/>
          <p:cNvSpPr txBox="1"/>
          <p:nvPr/>
        </p:nvSpPr>
        <p:spPr>
          <a:xfrm>
            <a:off x="1039550" y="955450"/>
            <a:ext cx="1984500" cy="492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accent5"/>
                </a:solidFill>
              </a:rPr>
              <a:t>nat</a:t>
            </a:r>
            <a:r>
              <a:rPr lang="en" sz="2000" b="1">
                <a:solidFill>
                  <a:schemeClr val="accent2"/>
                </a:solidFill>
              </a:rPr>
              <a:t>lock</a:t>
            </a:r>
            <a:endParaRPr sz="2000" b="1" dirty="0">
              <a:solidFill>
                <a:schemeClr val="accent3"/>
              </a:solidFill>
            </a:endParaRPr>
          </a:p>
        </p:txBody>
      </p:sp>
      <p:sp>
        <p:nvSpPr>
          <p:cNvPr id="535" name="Google Shape;535;p47"/>
          <p:cNvSpPr txBox="1"/>
          <p:nvPr/>
        </p:nvSpPr>
        <p:spPr>
          <a:xfrm>
            <a:off x="5291850" y="972875"/>
            <a:ext cx="3215400" cy="492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accent1"/>
                </a:solidFill>
              </a:rPr>
              <a:t>Our competitors</a:t>
            </a:r>
            <a:endParaRPr sz="2000" b="1" dirty="0">
              <a:solidFill>
                <a:schemeClr val="accent1"/>
              </a:solidFill>
            </a:endParaRPr>
          </a:p>
        </p:txBody>
      </p:sp>
      <p:cxnSp>
        <p:nvCxnSpPr>
          <p:cNvPr id="536" name="Google Shape;536;p47"/>
          <p:cNvCxnSpPr/>
          <p:nvPr/>
        </p:nvCxnSpPr>
        <p:spPr>
          <a:xfrm>
            <a:off x="1319000" y="1411625"/>
            <a:ext cx="1425600" cy="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47"/>
          <p:cNvCxnSpPr/>
          <p:nvPr/>
        </p:nvCxnSpPr>
        <p:spPr>
          <a:xfrm rot="10800000" flipH="1">
            <a:off x="5613800" y="1409975"/>
            <a:ext cx="2698800" cy="3300"/>
          </a:xfrm>
          <a:prstGeom prst="straightConnector1">
            <a:avLst/>
          </a:prstGeom>
          <a:noFill/>
          <a:ln w="9525" cap="flat" cmpd="sng">
            <a:solidFill>
              <a:schemeClr val="dk2"/>
            </a:solidFill>
            <a:prstDash val="solid"/>
            <a:round/>
            <a:headEnd type="none" w="med" len="med"/>
            <a:tailEnd type="none" w="med" len="med"/>
          </a:ln>
        </p:spPr>
      </p:cxnSp>
      <p:pic>
        <p:nvPicPr>
          <p:cNvPr id="538" name="Google Shape;538;p47"/>
          <p:cNvPicPr preferRelativeResize="0"/>
          <p:nvPr/>
        </p:nvPicPr>
        <p:blipFill rotWithShape="1">
          <a:blip r:embed="rId3">
            <a:alphaModFix/>
          </a:blip>
          <a:srcRect/>
          <a:stretch/>
        </p:blipFill>
        <p:spPr>
          <a:xfrm>
            <a:off x="237000" y="4103422"/>
            <a:ext cx="364250" cy="362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8"/>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dirty="0"/>
              <a:t>Future Product Improvements</a:t>
            </a:r>
            <a:endParaRPr dirty="0"/>
          </a:p>
        </p:txBody>
      </p:sp>
      <p:sp>
        <p:nvSpPr>
          <p:cNvPr id="544" name="Google Shape;544;p48"/>
          <p:cNvSpPr txBox="1">
            <a:spLocks noGrp="1"/>
          </p:cNvSpPr>
          <p:nvPr>
            <p:ph type="body" idx="1"/>
          </p:nvPr>
        </p:nvSpPr>
        <p:spPr>
          <a:xfrm>
            <a:off x="311700" y="1198195"/>
            <a:ext cx="8520600" cy="3416400"/>
          </a:xfrm>
          <a:prstGeom prst="rect">
            <a:avLst/>
          </a:prstGeom>
        </p:spPr>
        <p:txBody>
          <a:bodyPr spcFirstLastPara="1" wrap="square" lIns="91425" tIns="91425" rIns="91425" bIns="91425" anchor="ctr" anchorCtr="0">
            <a:noAutofit/>
          </a:bodyPr>
          <a:lstStyle/>
          <a:p>
            <a:pPr marL="457200" lvl="0" indent="-342900" algn="l" rtl="0">
              <a:lnSpc>
                <a:spcPct val="150000"/>
              </a:lnSpc>
              <a:spcBef>
                <a:spcPts val="0"/>
              </a:spcBef>
              <a:spcAft>
                <a:spcPts val="0"/>
              </a:spcAft>
              <a:buSzPts val="1800"/>
              <a:buChar char="●"/>
            </a:pPr>
            <a:r>
              <a:rPr lang="en" sz="2000" dirty="0"/>
              <a:t>Implementing the DUO mobile app - notification system for emergency contact SOS</a:t>
            </a:r>
            <a:endParaRPr sz="1800" dirty="0"/>
          </a:p>
          <a:p>
            <a:pPr marL="457200" lvl="0" indent="-355600" algn="l" rtl="0">
              <a:lnSpc>
                <a:spcPct val="150000"/>
              </a:lnSpc>
              <a:spcBef>
                <a:spcPts val="0"/>
              </a:spcBef>
              <a:spcAft>
                <a:spcPts val="0"/>
              </a:spcAft>
              <a:buSzPts val="2000"/>
              <a:buChar char="●"/>
            </a:pPr>
            <a:r>
              <a:rPr lang="en-US" sz="2000" dirty="0"/>
              <a:t>Decreasing the size of the device to make it more portable</a:t>
            </a:r>
            <a:endParaRPr sz="2000" dirty="0"/>
          </a:p>
          <a:p>
            <a:pPr marL="457200" lvl="0" indent="-355600" algn="l" rtl="0">
              <a:lnSpc>
                <a:spcPct val="150000"/>
              </a:lnSpc>
              <a:spcBef>
                <a:spcPts val="0"/>
              </a:spcBef>
              <a:spcAft>
                <a:spcPts val="0"/>
              </a:spcAft>
              <a:buSzPts val="2000"/>
              <a:buChar char="●"/>
            </a:pPr>
            <a:r>
              <a:rPr lang="en" sz="2000" dirty="0"/>
              <a:t>Prolonged battery life</a:t>
            </a:r>
            <a:endParaRPr sz="2000" dirty="0"/>
          </a:p>
          <a:p>
            <a:pPr marL="457200" lvl="0" indent="-355600" algn="l" rtl="0">
              <a:lnSpc>
                <a:spcPct val="150000"/>
              </a:lnSpc>
              <a:spcBef>
                <a:spcPts val="0"/>
              </a:spcBef>
              <a:spcAft>
                <a:spcPts val="0"/>
              </a:spcAft>
              <a:buSzPts val="2000"/>
              <a:buChar char="●"/>
            </a:pPr>
            <a:r>
              <a:rPr lang="en" sz="2000" dirty="0"/>
              <a:t>Improve user interface and notification system based on feedback</a:t>
            </a:r>
            <a:endParaRPr sz="2000" dirty="0"/>
          </a:p>
        </p:txBody>
      </p:sp>
      <p:pic>
        <p:nvPicPr>
          <p:cNvPr id="545" name="Google Shape;545;p48"/>
          <p:cNvPicPr preferRelativeResize="0"/>
          <p:nvPr/>
        </p:nvPicPr>
        <p:blipFill rotWithShape="1">
          <a:blip r:embed="rId3">
            <a:alphaModFix/>
          </a:blip>
          <a:srcRect/>
          <a:stretch/>
        </p:blipFill>
        <p:spPr>
          <a:xfrm>
            <a:off x="7611975" y="152400"/>
            <a:ext cx="1303425" cy="1303425"/>
          </a:xfrm>
          <a:prstGeom prst="rect">
            <a:avLst/>
          </a:prstGeom>
          <a:noFill/>
          <a:ln>
            <a:noFill/>
          </a:ln>
        </p:spPr>
      </p:pic>
      <p:cxnSp>
        <p:nvCxnSpPr>
          <p:cNvPr id="546" name="Google Shape;546;p48"/>
          <p:cNvCxnSpPr/>
          <p:nvPr/>
        </p:nvCxnSpPr>
        <p:spPr>
          <a:xfrm rot="10800000" flipH="1">
            <a:off x="321825" y="1046700"/>
            <a:ext cx="6987300" cy="9000"/>
          </a:xfrm>
          <a:prstGeom prst="straightConnector1">
            <a:avLst/>
          </a:prstGeom>
          <a:noFill/>
          <a:ln w="76200" cap="flat" cmpd="sng">
            <a:solidFill>
              <a:srgbClr val="00BCEB"/>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9"/>
          <p:cNvSpPr txBox="1">
            <a:spLocks noGrp="1"/>
          </p:cNvSpPr>
          <p:nvPr>
            <p:ph type="title"/>
          </p:nvPr>
        </p:nvSpPr>
        <p:spPr>
          <a:xfrm>
            <a:off x="311700" y="445025"/>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dirty="0"/>
              <a:t>Future Platform Expansion</a:t>
            </a:r>
            <a:endParaRPr dirty="0"/>
          </a:p>
        </p:txBody>
      </p:sp>
      <p:sp>
        <p:nvSpPr>
          <p:cNvPr id="552" name="Google Shape;552;p49"/>
          <p:cNvSpPr txBox="1">
            <a:spLocks noGrp="1"/>
          </p:cNvSpPr>
          <p:nvPr>
            <p:ph type="body" idx="1"/>
          </p:nvPr>
        </p:nvSpPr>
        <p:spPr>
          <a:xfrm>
            <a:off x="301575" y="962990"/>
            <a:ext cx="8520600" cy="3416400"/>
          </a:xfrm>
          <a:prstGeom prst="rect">
            <a:avLst/>
          </a:prstGeom>
        </p:spPr>
        <p:txBody>
          <a:bodyPr spcFirstLastPara="1" wrap="square" lIns="91425" tIns="91425" rIns="91425" bIns="91425" anchor="ctr" anchorCtr="0">
            <a:noAutofit/>
          </a:bodyPr>
          <a:lstStyle/>
          <a:p>
            <a:pPr marL="457200" lvl="0" indent="-355600" algn="l" rtl="0">
              <a:lnSpc>
                <a:spcPct val="150000"/>
              </a:lnSpc>
              <a:spcBef>
                <a:spcPts val="0"/>
              </a:spcBef>
              <a:spcAft>
                <a:spcPts val="0"/>
              </a:spcAft>
              <a:buSzPts val="2000"/>
              <a:buChar char="●"/>
            </a:pPr>
            <a:r>
              <a:rPr lang="en-US" sz="2000" dirty="0"/>
              <a:t>Increasing accessibility for liquid and insulin doses</a:t>
            </a:r>
            <a:endParaRPr sz="2000" dirty="0"/>
          </a:p>
          <a:p>
            <a:pPr marL="457200" lvl="0" indent="-355600" algn="l" rtl="0">
              <a:lnSpc>
                <a:spcPct val="150000"/>
              </a:lnSpc>
              <a:spcBef>
                <a:spcPts val="0"/>
              </a:spcBef>
              <a:spcAft>
                <a:spcPts val="0"/>
              </a:spcAft>
              <a:buSzPts val="2000"/>
              <a:buChar char="●"/>
            </a:pPr>
            <a:r>
              <a:rPr lang="en" sz="2000" dirty="0"/>
              <a:t>Inner-capsule environment tracking</a:t>
            </a:r>
            <a:endParaRPr sz="2000" dirty="0"/>
          </a:p>
          <a:p>
            <a:pPr marL="457200" lvl="0" indent="-355600" algn="l" rtl="0">
              <a:lnSpc>
                <a:spcPct val="150000"/>
              </a:lnSpc>
              <a:spcBef>
                <a:spcPts val="0"/>
              </a:spcBef>
              <a:spcAft>
                <a:spcPts val="0"/>
              </a:spcAft>
              <a:buSzPts val="2000"/>
              <a:buChar char="●"/>
            </a:pPr>
            <a:r>
              <a:rPr lang="en" sz="2000" dirty="0"/>
              <a:t>Sustainability for more eco-friendly future</a:t>
            </a:r>
            <a:endParaRPr sz="2000" dirty="0"/>
          </a:p>
          <a:p>
            <a:pPr marL="457200" lvl="0" indent="-355600" algn="l" rtl="0">
              <a:lnSpc>
                <a:spcPct val="150000"/>
              </a:lnSpc>
              <a:spcBef>
                <a:spcPts val="0"/>
              </a:spcBef>
              <a:spcAft>
                <a:spcPts val="0"/>
              </a:spcAft>
              <a:buSzPts val="2000"/>
              <a:buChar char="●"/>
            </a:pPr>
            <a:r>
              <a:rPr lang="en" sz="2000" dirty="0"/>
              <a:t>Easier access for different socioeconomic brackets</a:t>
            </a:r>
          </a:p>
          <a:p>
            <a:pPr marL="457200" lvl="0" indent="-355600" algn="l" rtl="0">
              <a:lnSpc>
                <a:spcPct val="150000"/>
              </a:lnSpc>
              <a:spcBef>
                <a:spcPts val="0"/>
              </a:spcBef>
              <a:spcAft>
                <a:spcPts val="0"/>
              </a:spcAft>
              <a:buSzPts val="2000"/>
              <a:buChar char="●"/>
            </a:pPr>
            <a:r>
              <a:rPr lang="en" sz="2000" dirty="0"/>
              <a:t>Multi-year warranty available</a:t>
            </a:r>
          </a:p>
          <a:p>
            <a:pPr marL="457200" lvl="0" indent="-355600" algn="l" rtl="0">
              <a:lnSpc>
                <a:spcPct val="150000"/>
              </a:lnSpc>
              <a:spcBef>
                <a:spcPts val="0"/>
              </a:spcBef>
              <a:spcAft>
                <a:spcPts val="0"/>
              </a:spcAft>
              <a:buSzPts val="2000"/>
              <a:buChar char="●"/>
            </a:pPr>
            <a:r>
              <a:rPr lang="en-US" sz="2000" dirty="0"/>
              <a:t>Implement affordable subscription models to</a:t>
            </a:r>
            <a:r>
              <a:rPr lang="en" sz="2000" dirty="0"/>
              <a:t> finance the product’s future endeavors, such as more features</a:t>
            </a:r>
          </a:p>
        </p:txBody>
      </p:sp>
      <p:cxnSp>
        <p:nvCxnSpPr>
          <p:cNvPr id="553" name="Google Shape;553;p49"/>
          <p:cNvCxnSpPr/>
          <p:nvPr/>
        </p:nvCxnSpPr>
        <p:spPr>
          <a:xfrm rot="10800000" flipH="1">
            <a:off x="321825" y="1046700"/>
            <a:ext cx="6987300" cy="9000"/>
          </a:xfrm>
          <a:prstGeom prst="straightConnector1">
            <a:avLst/>
          </a:prstGeom>
          <a:noFill/>
          <a:ln w="76200" cap="flat" cmpd="sng">
            <a:solidFill>
              <a:srgbClr val="00BCEB"/>
            </a:solidFill>
            <a:prstDash val="solid"/>
            <a:round/>
            <a:headEnd type="none" w="med" len="med"/>
            <a:tailEnd type="none" w="med" len="med"/>
          </a:ln>
        </p:spPr>
      </p:cxnSp>
      <p:pic>
        <p:nvPicPr>
          <p:cNvPr id="554" name="Google Shape;554;p49"/>
          <p:cNvPicPr preferRelativeResize="0"/>
          <p:nvPr/>
        </p:nvPicPr>
        <p:blipFill rotWithShape="1">
          <a:blip r:embed="rId3">
            <a:alphaModFix/>
          </a:blip>
          <a:srcRect/>
          <a:stretch/>
        </p:blipFill>
        <p:spPr>
          <a:xfrm>
            <a:off x="7611975" y="152400"/>
            <a:ext cx="1303425" cy="1303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50"/>
          <p:cNvSpPr txBox="1">
            <a:spLocks noGrp="1"/>
          </p:cNvSpPr>
          <p:nvPr>
            <p:ph type="title"/>
          </p:nvPr>
        </p:nvSpPr>
        <p:spPr>
          <a:xfrm>
            <a:off x="301576" y="165570"/>
            <a:ext cx="8520600" cy="572700"/>
          </a:xfrm>
          <a:prstGeom prst="rect">
            <a:avLst/>
          </a:prstGeom>
        </p:spPr>
        <p:txBody>
          <a:bodyPr spcFirstLastPara="1" wrap="square" lIns="91400" tIns="45700" rIns="91400" bIns="45700" anchor="ctr" anchorCtr="0">
            <a:noAutofit/>
          </a:bodyPr>
          <a:lstStyle/>
          <a:p>
            <a:pPr marL="0" lvl="0" indent="0" algn="l" rtl="0">
              <a:spcBef>
                <a:spcPts val="0"/>
              </a:spcBef>
              <a:spcAft>
                <a:spcPts val="0"/>
              </a:spcAft>
              <a:buNone/>
            </a:pPr>
            <a:r>
              <a:rPr lang="en" dirty="0"/>
              <a:t>Cost Break Down &amp; ROI</a:t>
            </a:r>
            <a:endParaRPr dirty="0"/>
          </a:p>
        </p:txBody>
      </p:sp>
      <p:pic>
        <p:nvPicPr>
          <p:cNvPr id="560" name="Google Shape;560;p50"/>
          <p:cNvPicPr preferRelativeResize="0"/>
          <p:nvPr/>
        </p:nvPicPr>
        <p:blipFill rotWithShape="1">
          <a:blip r:embed="rId3">
            <a:alphaModFix/>
          </a:blip>
          <a:srcRect/>
          <a:stretch/>
        </p:blipFill>
        <p:spPr>
          <a:xfrm>
            <a:off x="7994026" y="104602"/>
            <a:ext cx="1093425" cy="1093400"/>
          </a:xfrm>
          <a:prstGeom prst="rect">
            <a:avLst/>
          </a:prstGeom>
          <a:noFill/>
          <a:ln>
            <a:noFill/>
          </a:ln>
        </p:spPr>
      </p:pic>
      <p:cxnSp>
        <p:nvCxnSpPr>
          <p:cNvPr id="561" name="Google Shape;561;p50"/>
          <p:cNvCxnSpPr>
            <a:cxnSpLocks/>
          </p:cNvCxnSpPr>
          <p:nvPr/>
        </p:nvCxnSpPr>
        <p:spPr>
          <a:xfrm>
            <a:off x="301576" y="673457"/>
            <a:ext cx="7609047" cy="0"/>
          </a:xfrm>
          <a:prstGeom prst="straightConnector1">
            <a:avLst/>
          </a:prstGeom>
          <a:noFill/>
          <a:ln w="76200" cap="flat" cmpd="sng">
            <a:solidFill>
              <a:srgbClr val="00BCEB"/>
            </a:solidFill>
            <a:prstDash val="solid"/>
            <a:round/>
            <a:headEnd type="none" w="med" len="med"/>
            <a:tailEnd type="none" w="med" len="med"/>
          </a:ln>
        </p:spPr>
      </p:cxnSp>
      <p:graphicFrame>
        <p:nvGraphicFramePr>
          <p:cNvPr id="562" name="Google Shape;562;p50"/>
          <p:cNvGraphicFramePr/>
          <p:nvPr/>
        </p:nvGraphicFramePr>
        <p:xfrm>
          <a:off x="301576" y="740066"/>
          <a:ext cx="3771642" cy="4388760"/>
        </p:xfrm>
        <a:graphic>
          <a:graphicData uri="http://schemas.openxmlformats.org/drawingml/2006/table">
            <a:tbl>
              <a:tblPr>
                <a:noFill/>
                <a:tableStyleId>{C6BF169B-7B01-4775-820A-92168BB23123}</a:tableStyleId>
              </a:tblPr>
              <a:tblGrid>
                <a:gridCol w="1191914">
                  <a:extLst>
                    <a:ext uri="{9D8B030D-6E8A-4147-A177-3AD203B41FA5}">
                      <a16:colId xmlns:a16="http://schemas.microsoft.com/office/drawing/2014/main" val="20000"/>
                    </a:ext>
                  </a:extLst>
                </a:gridCol>
                <a:gridCol w="804050">
                  <a:extLst>
                    <a:ext uri="{9D8B030D-6E8A-4147-A177-3AD203B41FA5}">
                      <a16:colId xmlns:a16="http://schemas.microsoft.com/office/drawing/2014/main" val="20001"/>
                    </a:ext>
                  </a:extLst>
                </a:gridCol>
                <a:gridCol w="887839">
                  <a:extLst>
                    <a:ext uri="{9D8B030D-6E8A-4147-A177-3AD203B41FA5}">
                      <a16:colId xmlns:a16="http://schemas.microsoft.com/office/drawing/2014/main" val="3377687929"/>
                    </a:ext>
                  </a:extLst>
                </a:gridCol>
                <a:gridCol w="887839">
                  <a:extLst>
                    <a:ext uri="{9D8B030D-6E8A-4147-A177-3AD203B41FA5}">
                      <a16:colId xmlns:a16="http://schemas.microsoft.com/office/drawing/2014/main" val="20002"/>
                    </a:ext>
                  </a:extLst>
                </a:gridCol>
              </a:tblGrid>
              <a:tr h="318459">
                <a:tc>
                  <a:txBody>
                    <a:bodyPr/>
                    <a:lstStyle/>
                    <a:p>
                      <a:pPr marL="0" lvl="0" indent="0" algn="ctr" rtl="0">
                        <a:spcBef>
                          <a:spcPts val="0"/>
                        </a:spcBef>
                        <a:spcAft>
                          <a:spcPts val="0"/>
                        </a:spcAft>
                        <a:buNone/>
                      </a:pPr>
                      <a:r>
                        <a:rPr lang="en" sz="800" b="1" dirty="0">
                          <a:solidFill>
                            <a:schemeClr val="lt2"/>
                          </a:solidFill>
                        </a:rPr>
                        <a:t>Item</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 sz="800" b="1" dirty="0">
                          <a:solidFill>
                            <a:schemeClr val="lt2"/>
                          </a:solidFill>
                        </a:rPr>
                        <a:t>Base Price (retail) COGs/single unit</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US" sz="800" b="1" dirty="0">
                          <a:solidFill>
                            <a:schemeClr val="lt2"/>
                          </a:solidFill>
                        </a:rPr>
                        <a:t>Base Price COGs @ 10% bulk discount</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 sz="800" b="1" dirty="0">
                          <a:solidFill>
                            <a:schemeClr val="lt2"/>
                          </a:solidFill>
                        </a:rPr>
                        <a:t>Customer Price/Single </a:t>
                      </a:r>
                      <a:r>
                        <a:rPr lang="en" sz="800" b="1">
                          <a:solidFill>
                            <a:schemeClr val="lt2"/>
                          </a:solidFill>
                        </a:rPr>
                        <a:t>Unit @15% </a:t>
                      </a:r>
                      <a:r>
                        <a:rPr lang="en" sz="800" b="1" dirty="0">
                          <a:solidFill>
                            <a:schemeClr val="lt2"/>
                          </a:solidFill>
                        </a:rPr>
                        <a:t>Margin</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extLst>
                  <a:ext uri="{0D108BD9-81ED-4DB2-BD59-A6C34878D82A}">
                    <a16:rowId xmlns:a16="http://schemas.microsoft.com/office/drawing/2014/main" val="10000"/>
                  </a:ext>
                </a:extLst>
              </a:tr>
              <a:tr h="218935">
                <a:tc>
                  <a:txBody>
                    <a:bodyPr/>
                    <a:lstStyle/>
                    <a:p>
                      <a:pPr marL="0" lvl="0" indent="0" algn="ctr" rtl="0">
                        <a:spcBef>
                          <a:spcPts val="0"/>
                        </a:spcBef>
                        <a:spcAft>
                          <a:spcPts val="0"/>
                        </a:spcAft>
                        <a:buNone/>
                      </a:pPr>
                      <a:r>
                        <a:rPr lang="en" sz="800" b="1" dirty="0"/>
                        <a:t>Biodegradable Filaments</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$25.00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US" sz="800" b="0" dirty="0"/>
                        <a:t>$22.50</a:t>
                      </a:r>
                      <a:endParaRPr sz="800" b="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$27.00</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218935">
                <a:tc>
                  <a:txBody>
                    <a:bodyPr/>
                    <a:lstStyle/>
                    <a:p>
                      <a:pPr marL="0" lvl="0" indent="0" algn="ctr" rtl="0">
                        <a:spcBef>
                          <a:spcPts val="0"/>
                        </a:spcBef>
                        <a:spcAft>
                          <a:spcPts val="0"/>
                        </a:spcAft>
                        <a:buNone/>
                      </a:pPr>
                      <a:r>
                        <a:rPr lang="en" sz="800" b="1" dirty="0"/>
                        <a:t>Raspberry Pi Zero</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US" sz="800" dirty="0"/>
                        <a:t>$4.50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$5.40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218935">
                <a:tc>
                  <a:txBody>
                    <a:bodyPr/>
                    <a:lstStyle/>
                    <a:p>
                      <a:pPr marL="0" lvl="0" indent="0" algn="ctr" rtl="0">
                        <a:spcBef>
                          <a:spcPts val="0"/>
                        </a:spcBef>
                        <a:spcAft>
                          <a:spcPts val="0"/>
                        </a:spcAft>
                        <a:buNone/>
                      </a:pPr>
                      <a:r>
                        <a:rPr lang="en" sz="800" b="1" dirty="0"/>
                        <a:t>Mini Touch Screen</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$15.00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US" sz="800" dirty="0"/>
                        <a:t>$13.50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$16.20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218935">
                <a:tc>
                  <a:txBody>
                    <a:bodyPr/>
                    <a:lstStyle/>
                    <a:p>
                      <a:pPr marL="0" lvl="0" indent="0" algn="ctr" rtl="0">
                        <a:spcBef>
                          <a:spcPts val="0"/>
                        </a:spcBef>
                        <a:spcAft>
                          <a:spcPts val="0"/>
                        </a:spcAft>
                        <a:buNone/>
                      </a:pPr>
                      <a:r>
                        <a:rPr lang="en" sz="800" b="1" dirty="0"/>
                        <a:t>D Batteries</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$2.50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US" sz="800" dirty="0"/>
                        <a:t>$2.25</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$3.00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218935">
                <a:tc>
                  <a:txBody>
                    <a:bodyPr/>
                    <a:lstStyle/>
                    <a:p>
                      <a:pPr marL="0" lvl="0" indent="0" algn="ctr" rtl="0">
                        <a:spcBef>
                          <a:spcPts val="0"/>
                        </a:spcBef>
                        <a:spcAft>
                          <a:spcPts val="0"/>
                        </a:spcAft>
                        <a:buNone/>
                      </a:pPr>
                      <a:r>
                        <a:rPr lang="en" sz="800" b="1" dirty="0"/>
                        <a:t>Meraki Temperature Sensor</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$30.00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US" sz="800" dirty="0"/>
                        <a:t>$27.00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$32.40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5"/>
                  </a:ext>
                </a:extLst>
              </a:tr>
              <a:tr h="218935">
                <a:tc>
                  <a:txBody>
                    <a:bodyPr/>
                    <a:lstStyle/>
                    <a:p>
                      <a:pPr marL="0" lvl="0" indent="0" algn="ctr" rtl="0">
                        <a:spcBef>
                          <a:spcPts val="0"/>
                        </a:spcBef>
                        <a:spcAft>
                          <a:spcPts val="0"/>
                        </a:spcAft>
                        <a:buNone/>
                      </a:pPr>
                      <a:r>
                        <a:rPr lang="en" sz="800" b="1"/>
                        <a:t>Magnetic Strip</a:t>
                      </a:r>
                      <a:endParaRPr sz="800" b="1"/>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$50.00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US" sz="800" dirty="0"/>
                        <a:t>$45.00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$54.00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218935">
                <a:tc>
                  <a:txBody>
                    <a:bodyPr/>
                    <a:lstStyle/>
                    <a:p>
                      <a:pPr marL="0" lvl="0" indent="0" algn="ctr" rtl="0">
                        <a:spcBef>
                          <a:spcPts val="0"/>
                        </a:spcBef>
                        <a:spcAft>
                          <a:spcPts val="0"/>
                        </a:spcAft>
                        <a:buNone/>
                      </a:pPr>
                      <a:r>
                        <a:rPr lang="en" sz="800" b="1"/>
                        <a:t>GPS Sensor</a:t>
                      </a:r>
                      <a:endParaRPr sz="800" b="1"/>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$40.00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US" sz="800" dirty="0"/>
                        <a:t>$36.00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$43.20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r h="218935">
                <a:tc>
                  <a:txBody>
                    <a:bodyPr/>
                    <a:lstStyle/>
                    <a:p>
                      <a:pPr marL="0" lvl="0" indent="0" algn="ctr" rtl="0">
                        <a:spcBef>
                          <a:spcPts val="0"/>
                        </a:spcBef>
                        <a:spcAft>
                          <a:spcPts val="0"/>
                        </a:spcAft>
                        <a:buNone/>
                      </a:pPr>
                      <a:r>
                        <a:rPr lang="en" sz="800" b="1"/>
                        <a:t>Speakers</a:t>
                      </a:r>
                      <a:endParaRPr sz="800" b="1"/>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US" sz="800" dirty="0"/>
                        <a:t>$4.50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$5.40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08"/>
                  </a:ext>
                </a:extLst>
              </a:tr>
              <a:tr h="217523">
                <a:tc>
                  <a:txBody>
                    <a:bodyPr/>
                    <a:lstStyle/>
                    <a:p>
                      <a:pPr marL="0" lvl="0" indent="0" algn="ctr" rtl="0">
                        <a:spcBef>
                          <a:spcPts val="0"/>
                        </a:spcBef>
                        <a:spcAft>
                          <a:spcPts val="0"/>
                        </a:spcAft>
                        <a:buNone/>
                      </a:pPr>
                      <a:r>
                        <a:rPr lang="en" sz="800" b="1"/>
                        <a:t>Sim Card</a:t>
                      </a:r>
                      <a:endParaRPr sz="800" b="1"/>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US" sz="800" dirty="0"/>
                        <a:t>$4.50</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$5.40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9"/>
                  </a:ext>
                </a:extLst>
              </a:tr>
              <a:tr h="218935">
                <a:tc>
                  <a:txBody>
                    <a:bodyPr/>
                    <a:lstStyle/>
                    <a:p>
                      <a:pPr marL="0" lvl="0" indent="0" algn="ctr" rtl="0">
                        <a:spcBef>
                          <a:spcPts val="0"/>
                        </a:spcBef>
                        <a:spcAft>
                          <a:spcPts val="0"/>
                        </a:spcAft>
                        <a:buNone/>
                      </a:pPr>
                      <a:r>
                        <a:rPr lang="en" sz="800" b="1" dirty="0"/>
                        <a:t>3D Printer **</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$20,000.00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US" sz="800" dirty="0"/>
                        <a:t>n/a after initial investment</a:t>
                      </a:r>
                      <a:endParaRPr sz="800"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10"/>
                  </a:ext>
                </a:extLst>
              </a:tr>
              <a:tr h="218935">
                <a:tc>
                  <a:txBody>
                    <a:bodyPr/>
                    <a:lstStyle/>
                    <a:p>
                      <a:pPr marL="0" lvl="0" indent="0" algn="ctr" rtl="0">
                        <a:spcBef>
                          <a:spcPts val="0"/>
                        </a:spcBef>
                        <a:spcAft>
                          <a:spcPts val="0"/>
                        </a:spcAft>
                        <a:buNone/>
                      </a:pPr>
                      <a:r>
                        <a:rPr lang="en" sz="800" b="1"/>
                        <a:t>Total </a:t>
                      </a:r>
                      <a:endParaRPr sz="800" b="1"/>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00BCEB"/>
                    </a:solidFill>
                  </a:tcPr>
                </a:tc>
                <a:tc>
                  <a:txBody>
                    <a:bodyPr/>
                    <a:lstStyle/>
                    <a:p>
                      <a:pPr marL="0" lvl="0" indent="0" algn="ctr" rtl="0">
                        <a:spcBef>
                          <a:spcPts val="0"/>
                        </a:spcBef>
                        <a:spcAft>
                          <a:spcPts val="0"/>
                        </a:spcAft>
                        <a:buNone/>
                      </a:pPr>
                      <a:r>
                        <a:rPr lang="en" sz="800" b="1" dirty="0"/>
                        <a:t>$20,177.50</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00BCEB"/>
                    </a:solidFill>
                  </a:tcPr>
                </a:tc>
                <a:tc>
                  <a:txBody>
                    <a:bodyPr/>
                    <a:lstStyle/>
                    <a:p>
                      <a:pPr marL="0" lvl="0" indent="0" algn="ctr" rtl="0">
                        <a:spcBef>
                          <a:spcPts val="0"/>
                        </a:spcBef>
                        <a:spcAft>
                          <a:spcPts val="0"/>
                        </a:spcAft>
                        <a:buNone/>
                      </a:pPr>
                      <a:r>
                        <a:rPr lang="en-US" sz="800" b="1" dirty="0"/>
                        <a:t>$159.75</a:t>
                      </a:r>
                      <a:endParaRPr sz="800" b="1" dirty="0"/>
                    </a:p>
                  </a:txBody>
                  <a:tcPr marL="91425" marR="91425" marT="91425" marB="91425">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00BCEB"/>
                    </a:solidFill>
                  </a:tcPr>
                </a:tc>
                <a:tc>
                  <a:txBody>
                    <a:bodyPr/>
                    <a:lstStyle/>
                    <a:p>
                      <a:pPr marL="0" lvl="0" indent="0" algn="ctr" rtl="0">
                        <a:spcBef>
                          <a:spcPts val="0"/>
                        </a:spcBef>
                        <a:spcAft>
                          <a:spcPts val="0"/>
                        </a:spcAft>
                        <a:buNone/>
                      </a:pPr>
                      <a:r>
                        <a:rPr lang="en" sz="800" b="1" dirty="0"/>
                        <a:t>$192</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00BCEB"/>
                    </a:solidFill>
                  </a:tcPr>
                </a:tc>
                <a:extLst>
                  <a:ext uri="{0D108BD9-81ED-4DB2-BD59-A6C34878D82A}">
                    <a16:rowId xmlns:a16="http://schemas.microsoft.com/office/drawing/2014/main" val="10011"/>
                  </a:ext>
                </a:extLst>
              </a:tr>
            </a:tbl>
          </a:graphicData>
        </a:graphic>
      </p:graphicFrame>
      <p:graphicFrame>
        <p:nvGraphicFramePr>
          <p:cNvPr id="2" name="Table 2">
            <a:extLst>
              <a:ext uri="{FF2B5EF4-FFF2-40B4-BE49-F238E27FC236}">
                <a16:creationId xmlns:a16="http://schemas.microsoft.com/office/drawing/2014/main" id="{F9CE5089-50A8-3A43-A750-764E71116D1F}"/>
              </a:ext>
            </a:extLst>
          </p:cNvPr>
          <p:cNvGraphicFramePr>
            <a:graphicFrameLocks noGrp="1"/>
          </p:cNvGraphicFramePr>
          <p:nvPr/>
        </p:nvGraphicFramePr>
        <p:xfrm>
          <a:off x="4093466" y="2806312"/>
          <a:ext cx="4748958" cy="1956754"/>
        </p:xfrm>
        <a:graphic>
          <a:graphicData uri="http://schemas.openxmlformats.org/drawingml/2006/table">
            <a:tbl>
              <a:tblPr firstRow="1" bandRow="1">
                <a:tableStyleId>{C6BF169B-7B01-4775-820A-92168BB23123}</a:tableStyleId>
              </a:tblPr>
              <a:tblGrid>
                <a:gridCol w="1582986">
                  <a:extLst>
                    <a:ext uri="{9D8B030D-6E8A-4147-A177-3AD203B41FA5}">
                      <a16:colId xmlns:a16="http://schemas.microsoft.com/office/drawing/2014/main" val="1884962945"/>
                    </a:ext>
                  </a:extLst>
                </a:gridCol>
                <a:gridCol w="1582986">
                  <a:extLst>
                    <a:ext uri="{9D8B030D-6E8A-4147-A177-3AD203B41FA5}">
                      <a16:colId xmlns:a16="http://schemas.microsoft.com/office/drawing/2014/main" val="2921983254"/>
                    </a:ext>
                  </a:extLst>
                </a:gridCol>
                <a:gridCol w="1582986">
                  <a:extLst>
                    <a:ext uri="{9D8B030D-6E8A-4147-A177-3AD203B41FA5}">
                      <a16:colId xmlns:a16="http://schemas.microsoft.com/office/drawing/2014/main" val="953448871"/>
                    </a:ext>
                  </a:extLst>
                </a:gridCol>
              </a:tblGrid>
              <a:tr h="1956754">
                <a:tc>
                  <a:txBody>
                    <a:bodyPr/>
                    <a:lstStyle/>
                    <a:p>
                      <a:pPr marL="0" lvl="0" indent="0">
                        <a:buFontTx/>
                        <a:buNone/>
                      </a:pPr>
                      <a:r>
                        <a:rPr lang="en" sz="800" b="1" dirty="0"/>
                        <a:t>COST:</a:t>
                      </a:r>
                    </a:p>
                    <a:p>
                      <a:pPr marL="285750" lvl="0" indent="-285750">
                        <a:buFont typeface="Wingdings" pitchFamily="2" charset="2"/>
                        <a:buChar char="v"/>
                      </a:pPr>
                      <a:r>
                        <a:rPr lang="en" sz="800" dirty="0"/>
                        <a:t>** Industrial 3D Printer allows for mass production = more product to sell in a quicker manner/supply generation</a:t>
                      </a:r>
                    </a:p>
                    <a:p>
                      <a:pPr marL="285750" lvl="0" indent="-285750">
                        <a:buFont typeface="Wingdings" pitchFamily="2" charset="2"/>
                        <a:buChar char="v"/>
                      </a:pPr>
                      <a:endParaRPr lang="en" sz="800" dirty="0"/>
                    </a:p>
                    <a:p>
                      <a:pPr marL="285750" lvl="2" indent="-285750">
                        <a:buFont typeface="Wingdings" pitchFamily="2" charset="2"/>
                        <a:buChar char="v"/>
                      </a:pPr>
                      <a:r>
                        <a:rPr lang="en" sz="800" dirty="0"/>
                        <a:t>** Break Even on investment is ≈621 units</a:t>
                      </a:r>
                    </a:p>
                    <a:p>
                      <a:pPr marL="285750" lvl="2" indent="-285750">
                        <a:buFont typeface="Wingdings" pitchFamily="2" charset="2"/>
                        <a:buChar char="v"/>
                      </a:pPr>
                      <a:endParaRPr lang="en" sz="800" dirty="0"/>
                    </a:p>
                    <a:p>
                      <a:pPr marL="285750" lvl="2" indent="-285750">
                        <a:buFont typeface="Wingdings" pitchFamily="2" charset="2"/>
                        <a:buChar char="v"/>
                        <a:defRPr/>
                      </a:pPr>
                      <a:r>
                        <a:rPr lang="en-US" sz="800" dirty="0"/>
                        <a:t>Flexibility/Cost Savings ability with different material providers</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spcBef>
                          <a:spcPts val="0"/>
                        </a:spcBef>
                        <a:spcAft>
                          <a:spcPts val="0"/>
                        </a:spcAft>
                        <a:buFontTx/>
                        <a:buNone/>
                      </a:pPr>
                      <a:r>
                        <a:rPr lang="en-US" sz="800" b="1" dirty="0"/>
                        <a:t>PRICE:</a:t>
                      </a:r>
                    </a:p>
                    <a:p>
                      <a:pPr marL="285750" lvl="0" indent="-285750" algn="l" rtl="0">
                        <a:spcBef>
                          <a:spcPts val="0"/>
                        </a:spcBef>
                        <a:spcAft>
                          <a:spcPts val="0"/>
                        </a:spcAft>
                        <a:buFont typeface="Wingdings" pitchFamily="2" charset="2"/>
                        <a:buChar char="v"/>
                      </a:pPr>
                      <a:r>
                        <a:rPr lang="en-US" sz="800" dirty="0"/>
                        <a:t>Closest competitors’ price range: </a:t>
                      </a:r>
                      <a:r>
                        <a:rPr lang="en-US" sz="800" b="1" dirty="0">
                          <a:solidFill>
                            <a:srgbClr val="74BF4B"/>
                          </a:solidFill>
                        </a:rPr>
                        <a:t>$150-$600 </a:t>
                      </a:r>
                      <a:endParaRPr lang="en-US" sz="800" dirty="0"/>
                    </a:p>
                    <a:p>
                      <a:pPr marL="285750" lvl="0" indent="-285750" algn="l" rtl="0">
                        <a:spcBef>
                          <a:spcPts val="0"/>
                        </a:spcBef>
                        <a:spcAft>
                          <a:spcPts val="0"/>
                        </a:spcAft>
                        <a:buFont typeface="Wingdings" pitchFamily="2" charset="2"/>
                        <a:buChar char="v"/>
                      </a:pPr>
                      <a:endParaRPr lang="en-US" sz="800" dirty="0"/>
                    </a:p>
                    <a:p>
                      <a:pPr marL="285750" lvl="0" indent="-285750" algn="l" rtl="0">
                        <a:spcBef>
                          <a:spcPts val="0"/>
                        </a:spcBef>
                        <a:spcAft>
                          <a:spcPts val="0"/>
                        </a:spcAft>
                        <a:buFont typeface="Wingdings" pitchFamily="2" charset="2"/>
                        <a:buChar char="v"/>
                      </a:pPr>
                      <a:r>
                        <a:rPr lang="en-US" sz="800" dirty="0"/>
                        <a:t>(Possible future) Volume Discount to customers</a:t>
                      </a:r>
                    </a:p>
                    <a:p>
                      <a:pPr marL="285750" lvl="0" indent="-285750" algn="l" rtl="0">
                        <a:spcBef>
                          <a:spcPts val="0"/>
                        </a:spcBef>
                        <a:spcAft>
                          <a:spcPts val="0"/>
                        </a:spcAft>
                        <a:buFont typeface="Wingdings" pitchFamily="2" charset="2"/>
                        <a:buChar char="v"/>
                      </a:pPr>
                      <a:endParaRPr lang="en-US" sz="800" dirty="0"/>
                    </a:p>
                    <a:p>
                      <a:pPr marL="285750" lvl="0" indent="-285750" algn="l" rtl="0">
                        <a:spcBef>
                          <a:spcPts val="0"/>
                        </a:spcBef>
                        <a:spcAft>
                          <a:spcPts val="0"/>
                        </a:spcAft>
                        <a:buFont typeface="Wingdings" pitchFamily="2" charset="2"/>
                        <a:buChar char="v"/>
                      </a:pPr>
                      <a:r>
                        <a:rPr lang="en-US" sz="800" dirty="0"/>
                        <a:t>Profit $32.25/unit (20% profit margin)</a:t>
                      </a:r>
                    </a:p>
                    <a:p>
                      <a:pPr marL="285750" lvl="0" indent="-285750" algn="l" rtl="0">
                        <a:spcBef>
                          <a:spcPts val="0"/>
                        </a:spcBef>
                        <a:spcAft>
                          <a:spcPts val="0"/>
                        </a:spcAft>
                        <a:buFont typeface="Wingdings" pitchFamily="2" charset="2"/>
                        <a:buChar char="v"/>
                      </a:pPr>
                      <a:endParaRPr lang="en-US" sz="800" dirty="0"/>
                    </a:p>
                    <a:p>
                      <a:pPr marL="171450" indent="-171450">
                        <a:buFont typeface="Wingdings" pitchFamily="2" charset="2"/>
                        <a:buChar char="v"/>
                      </a:pPr>
                      <a:endParaRPr lang="en-US" sz="80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indent="0">
                        <a:buFontTx/>
                        <a:buNone/>
                      </a:pPr>
                      <a:r>
                        <a:rPr lang="en-US" sz="800" b="1" dirty="0"/>
                        <a:t>POTENTIAL CUSTOMERS/DEMAND GEN:</a:t>
                      </a:r>
                    </a:p>
                    <a:p>
                      <a:pPr marL="171450" indent="-171450">
                        <a:buFont typeface="Wingdings" pitchFamily="2" charset="2"/>
                        <a:buChar char="v"/>
                      </a:pPr>
                      <a:r>
                        <a:rPr lang="en-US" sz="800" b="0" dirty="0"/>
                        <a:t>US Population age 65+ is 40.3M* </a:t>
                      </a:r>
                      <a:r>
                        <a:rPr lang="en-US" sz="600" b="0" dirty="0"/>
                        <a:t>(*US Census, 2010)</a:t>
                      </a:r>
                    </a:p>
                    <a:p>
                      <a:pPr marL="171450" indent="-171450">
                        <a:buFont typeface="Wingdings" pitchFamily="2" charset="2"/>
                        <a:buChar char="v"/>
                      </a:pPr>
                      <a:endParaRPr lang="en-US" sz="800" b="0" dirty="0"/>
                    </a:p>
                    <a:p>
                      <a:pPr marL="171450" indent="-171450">
                        <a:buFont typeface="Wingdings" pitchFamily="2" charset="2"/>
                        <a:buChar char="v"/>
                      </a:pPr>
                      <a:r>
                        <a:rPr lang="en-US" sz="800" b="0" dirty="0"/>
                        <a:t># of potential Customers/demand generation potential is high in target demographic</a:t>
                      </a:r>
                    </a:p>
                    <a:p>
                      <a:pPr marL="171450" indent="-171450">
                        <a:buFont typeface="Wingdings" pitchFamily="2" charset="2"/>
                        <a:buChar char="v"/>
                      </a:pPr>
                      <a:endParaRPr lang="en-US" sz="800" b="0" dirty="0"/>
                    </a:p>
                    <a:p>
                      <a:pPr marL="171450" indent="-171450">
                        <a:buFont typeface="Wingdings" pitchFamily="2" charset="2"/>
                        <a:buChar char="v"/>
                      </a:pPr>
                      <a:r>
                        <a:rPr lang="en-US" sz="800" b="0" dirty="0"/>
                        <a:t>Opportunity for additional end-users</a:t>
                      </a:r>
                    </a:p>
                    <a:p>
                      <a:pPr marL="171450" indent="-171450">
                        <a:buFont typeface="Wingdings" pitchFamily="2" charset="2"/>
                        <a:buChar char="v"/>
                      </a:pPr>
                      <a:endParaRPr lang="en-US" sz="800" b="0"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204510394"/>
                  </a:ext>
                </a:extLst>
              </a:tr>
            </a:tbl>
          </a:graphicData>
        </a:graphic>
      </p:graphicFrame>
      <p:graphicFrame>
        <p:nvGraphicFramePr>
          <p:cNvPr id="8" name="Google Shape;562;p50">
            <a:extLst>
              <a:ext uri="{FF2B5EF4-FFF2-40B4-BE49-F238E27FC236}">
                <a16:creationId xmlns:a16="http://schemas.microsoft.com/office/drawing/2014/main" id="{02139351-E3F3-744D-803D-92CE186DF4CC}"/>
              </a:ext>
            </a:extLst>
          </p:cNvPr>
          <p:cNvGraphicFramePr/>
          <p:nvPr/>
        </p:nvGraphicFramePr>
        <p:xfrm>
          <a:off x="4586309" y="747722"/>
          <a:ext cx="3324314" cy="1824027"/>
        </p:xfrm>
        <a:graphic>
          <a:graphicData uri="http://schemas.openxmlformats.org/drawingml/2006/table">
            <a:tbl>
              <a:tblPr>
                <a:noFill/>
                <a:tableStyleId>{C6BF169B-7B01-4775-820A-92168BB23123}</a:tableStyleId>
              </a:tblPr>
              <a:tblGrid>
                <a:gridCol w="972171">
                  <a:extLst>
                    <a:ext uri="{9D8B030D-6E8A-4147-A177-3AD203B41FA5}">
                      <a16:colId xmlns:a16="http://schemas.microsoft.com/office/drawing/2014/main" val="3120790557"/>
                    </a:ext>
                  </a:extLst>
                </a:gridCol>
                <a:gridCol w="823544">
                  <a:extLst>
                    <a:ext uri="{9D8B030D-6E8A-4147-A177-3AD203B41FA5}">
                      <a16:colId xmlns:a16="http://schemas.microsoft.com/office/drawing/2014/main" val="20000"/>
                    </a:ext>
                  </a:extLst>
                </a:gridCol>
                <a:gridCol w="804443">
                  <a:extLst>
                    <a:ext uri="{9D8B030D-6E8A-4147-A177-3AD203B41FA5}">
                      <a16:colId xmlns:a16="http://schemas.microsoft.com/office/drawing/2014/main" val="20001"/>
                    </a:ext>
                  </a:extLst>
                </a:gridCol>
                <a:gridCol w="724156">
                  <a:extLst>
                    <a:ext uri="{9D8B030D-6E8A-4147-A177-3AD203B41FA5}">
                      <a16:colId xmlns:a16="http://schemas.microsoft.com/office/drawing/2014/main" val="20002"/>
                    </a:ext>
                  </a:extLst>
                </a:gridCol>
              </a:tblGrid>
              <a:tr h="583699">
                <a:tc>
                  <a:txBody>
                    <a:bodyPr/>
                    <a:lstStyle/>
                    <a:p>
                      <a:pPr marL="0" lvl="0" indent="0" algn="ctr" rtl="0">
                        <a:spcBef>
                          <a:spcPts val="0"/>
                        </a:spcBef>
                        <a:spcAft>
                          <a:spcPts val="0"/>
                        </a:spcAft>
                        <a:buNone/>
                      </a:pPr>
                      <a:r>
                        <a:rPr lang="en-US" sz="800" b="1" dirty="0">
                          <a:solidFill>
                            <a:schemeClr val="lt2"/>
                          </a:solidFill>
                        </a:rPr>
                        <a:t>Units</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 sz="800" b="1" dirty="0">
                          <a:solidFill>
                            <a:schemeClr val="lt2"/>
                          </a:solidFill>
                        </a:rPr>
                        <a:t>Investment</a:t>
                      </a:r>
                      <a:endParaRPr sz="800" b="1" dirty="0">
                        <a:solidFill>
                          <a:schemeClr val="lt2"/>
                        </a:solidFill>
                      </a:endParaRPr>
                    </a:p>
                  </a:txBody>
                  <a:tcPr marL="91425" marR="91425" marT="91425" marB="91425">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 sz="800" b="1" dirty="0">
                          <a:solidFill>
                            <a:schemeClr val="lt2"/>
                          </a:solidFill>
                        </a:rPr>
                        <a:t>Profit </a:t>
                      </a:r>
                      <a:r>
                        <a:rPr lang="en" sz="600" b="1" dirty="0">
                          <a:solidFill>
                            <a:schemeClr val="lt2"/>
                          </a:solidFill>
                        </a:rPr>
                        <a:t>(assuming no discounts)</a:t>
                      </a:r>
                      <a:endParaRPr sz="6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tc>
                  <a:txBody>
                    <a:bodyPr/>
                    <a:lstStyle/>
                    <a:p>
                      <a:pPr marL="0" lvl="0" indent="0" algn="ctr" rtl="0">
                        <a:spcBef>
                          <a:spcPts val="0"/>
                        </a:spcBef>
                        <a:spcAft>
                          <a:spcPts val="0"/>
                        </a:spcAft>
                        <a:buNone/>
                      </a:pPr>
                      <a:r>
                        <a:rPr lang="en" sz="800" b="1" dirty="0">
                          <a:solidFill>
                            <a:schemeClr val="lt2"/>
                          </a:solidFill>
                        </a:rPr>
                        <a:t>Production ROI</a:t>
                      </a:r>
                      <a:endParaRPr sz="800" b="1" dirty="0">
                        <a:solidFill>
                          <a:schemeClr val="lt2"/>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1290DB"/>
                    </a:solidFill>
                  </a:tcPr>
                </a:tc>
                <a:extLst>
                  <a:ext uri="{0D108BD9-81ED-4DB2-BD59-A6C34878D82A}">
                    <a16:rowId xmlns:a16="http://schemas.microsoft.com/office/drawing/2014/main" val="10000"/>
                  </a:ext>
                </a:extLst>
              </a:tr>
              <a:tr h="364798">
                <a:tc>
                  <a:txBody>
                    <a:bodyPr/>
                    <a:lstStyle/>
                    <a:p>
                      <a:pPr marL="0" lvl="0" indent="0" algn="ctr" rtl="0">
                        <a:spcBef>
                          <a:spcPts val="0"/>
                        </a:spcBef>
                        <a:spcAft>
                          <a:spcPts val="0"/>
                        </a:spcAft>
                        <a:buNone/>
                      </a:pPr>
                      <a:r>
                        <a:rPr lang="en-US" sz="800" b="1" dirty="0"/>
                        <a:t>1</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b="0" dirty="0"/>
                        <a:t>$20.000.00</a:t>
                      </a:r>
                      <a:endParaRPr sz="800" b="0" dirty="0"/>
                    </a:p>
                  </a:txBody>
                  <a:tcPr marL="91425" marR="91425" marT="91425" marB="91425">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$32.25</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0.2%</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510732">
                <a:tc>
                  <a:txBody>
                    <a:bodyPr/>
                    <a:lstStyle/>
                    <a:p>
                      <a:pPr marL="0" lvl="0" indent="0" algn="ctr" rtl="0">
                        <a:spcBef>
                          <a:spcPts val="0"/>
                        </a:spcBef>
                        <a:spcAft>
                          <a:spcPts val="0"/>
                        </a:spcAft>
                        <a:buNone/>
                      </a:pPr>
                      <a:r>
                        <a:rPr lang="en-US" sz="800" b="1" dirty="0"/>
                        <a:t>100</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b="0" dirty="0"/>
                        <a:t>$20,000.00</a:t>
                      </a:r>
                    </a:p>
                    <a:p>
                      <a:pPr marL="0" lvl="0" indent="0" algn="ctr" rtl="0">
                        <a:spcBef>
                          <a:spcPts val="0"/>
                        </a:spcBef>
                        <a:spcAft>
                          <a:spcPts val="0"/>
                        </a:spcAft>
                        <a:buNone/>
                      </a:pPr>
                      <a:endParaRPr sz="800" b="0" dirty="0"/>
                    </a:p>
                  </a:txBody>
                  <a:tcPr marL="91425" marR="91425" marT="91425" marB="91425">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$3,225.00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800" dirty="0"/>
                        <a:t>16.1%</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364798">
                <a:tc>
                  <a:txBody>
                    <a:bodyPr/>
                    <a:lstStyle/>
                    <a:p>
                      <a:pPr marL="0" lvl="0" indent="0" algn="ctr" rtl="0">
                        <a:spcBef>
                          <a:spcPts val="0"/>
                        </a:spcBef>
                        <a:spcAft>
                          <a:spcPts val="0"/>
                        </a:spcAft>
                        <a:buNone/>
                      </a:pPr>
                      <a:r>
                        <a:rPr lang="en-US" sz="800" b="1" dirty="0"/>
                        <a:t>1000</a:t>
                      </a:r>
                      <a:endParaRPr sz="800" b="1"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b="0" dirty="0"/>
                        <a:t>$20,000.00</a:t>
                      </a:r>
                      <a:endParaRPr sz="800" b="0" dirty="0"/>
                    </a:p>
                  </a:txBody>
                  <a:tcPr marL="91425" marR="91425" marT="91425" marB="91425">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$32,250.00</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800" dirty="0"/>
                        <a:t>161.3%</a:t>
                      </a:r>
                      <a:endParaRPr sz="800" dirty="0"/>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ROD-arthritis-hands-trying-to-open-prescription-medicine-pill-bottle - Dr.  Miriam Stoppard">
            <a:extLst>
              <a:ext uri="{FF2B5EF4-FFF2-40B4-BE49-F238E27FC236}">
                <a16:creationId xmlns:a16="http://schemas.microsoft.com/office/drawing/2014/main" id="{62A20783-0A2D-455C-A561-7163CD0196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0" b="14933"/>
          <a:stretch/>
        </p:blipFill>
        <p:spPr bwMode="auto">
          <a:xfrm>
            <a:off x="20" y="10"/>
            <a:ext cx="9143980" cy="514349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A2FE4833-2B1C-4A26-B25A-A127869DF4C0}"/>
              </a:ext>
            </a:extLst>
          </p:cNvPr>
          <p:cNvSpPr>
            <a:spLocks noGrp="1"/>
          </p:cNvSpPr>
          <p:nvPr>
            <p:ph type="body" idx="1"/>
          </p:nvPr>
        </p:nvSpPr>
        <p:spPr>
          <a:xfrm>
            <a:off x="155007" y="192425"/>
            <a:ext cx="3873529" cy="1525259"/>
          </a:xfrm>
        </p:spPr>
        <p:txBody>
          <a:bodyPr/>
          <a:lstStyle/>
          <a:p>
            <a:r>
              <a:rPr lang="en-US" sz="3600" b="1" dirty="0">
                <a:solidFill>
                  <a:schemeClr val="tx2"/>
                </a:solidFill>
                <a:latin typeface="Aharoni" panose="02010803020104030203" pitchFamily="2" charset="-79"/>
                <a:cs typeface="Aharoni" panose="02010803020104030203" pitchFamily="2" charset="-79"/>
              </a:rPr>
              <a:t>Care for those who you love</a:t>
            </a:r>
          </a:p>
        </p:txBody>
      </p:sp>
    </p:spTree>
    <p:extLst>
      <p:ext uri="{BB962C8B-B14F-4D97-AF65-F5344CB8AC3E}">
        <p14:creationId xmlns:p14="http://schemas.microsoft.com/office/powerpoint/2010/main" val="3312623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1"/>
          <p:cNvSpPr txBox="1">
            <a:spLocks noGrp="1"/>
          </p:cNvSpPr>
          <p:nvPr>
            <p:ph type="ctrTitle"/>
          </p:nvPr>
        </p:nvSpPr>
        <p:spPr>
          <a:xfrm>
            <a:off x="305358" y="1545450"/>
            <a:ext cx="8520600" cy="2052600"/>
          </a:xfrm>
          <a:prstGeom prst="rect">
            <a:avLst/>
          </a:prstGeom>
          <a:solidFill>
            <a:schemeClr val="lt2"/>
          </a:solidFill>
        </p:spPr>
        <p:txBody>
          <a:bodyPr spcFirstLastPara="1" wrap="square" lIns="91400" tIns="45700" rIns="91400" bIns="45700" anchor="b" anchorCtr="0">
            <a:noAutofit/>
          </a:bodyPr>
          <a:lstStyle/>
          <a:p>
            <a:pPr marL="0" lvl="0" indent="0" algn="ctr" rtl="0">
              <a:spcBef>
                <a:spcPts val="0"/>
              </a:spcBef>
              <a:spcAft>
                <a:spcPts val="0"/>
              </a:spcAft>
              <a:buNone/>
            </a:pPr>
            <a:r>
              <a:rPr lang="en" sz="6000"/>
              <a:t>Questions?</a:t>
            </a:r>
            <a:endParaRPr sz="6000" dirty="0"/>
          </a:p>
          <a:p>
            <a:pPr marL="0" lvl="0" indent="0" algn="ctr" rtl="0">
              <a:spcBef>
                <a:spcPts val="0"/>
              </a:spcBef>
              <a:spcAft>
                <a:spcPts val="0"/>
              </a:spcAft>
              <a:buNone/>
            </a:pPr>
            <a:endParaRPr sz="4400" dirty="0"/>
          </a:p>
        </p:txBody>
      </p:sp>
      <p:grpSp>
        <p:nvGrpSpPr>
          <p:cNvPr id="569" name="Google Shape;569;p51"/>
          <p:cNvGrpSpPr/>
          <p:nvPr/>
        </p:nvGrpSpPr>
        <p:grpSpPr>
          <a:xfrm rot="-141571">
            <a:off x="3931669" y="528153"/>
            <a:ext cx="716114" cy="1036053"/>
            <a:chOff x="8085527" y="2367556"/>
            <a:chExt cx="368989" cy="594086"/>
          </a:xfrm>
        </p:grpSpPr>
        <p:sp>
          <p:nvSpPr>
            <p:cNvPr id="570" name="Google Shape;570;p51"/>
            <p:cNvSpPr/>
            <p:nvPr/>
          </p:nvSpPr>
          <p:spPr>
            <a:xfrm>
              <a:off x="8085527" y="2367556"/>
              <a:ext cx="368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1" name="Google Shape;571;p51"/>
            <p:cNvSpPr/>
            <p:nvPr/>
          </p:nvSpPr>
          <p:spPr>
            <a:xfrm>
              <a:off x="8210523" y="2845542"/>
              <a:ext cx="116100" cy="116100"/>
            </a:xfrm>
            <a:prstGeom prst="ellipse">
              <a:avLst/>
            </a:pr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2" name="Google Shape;572;p51"/>
            <p:cNvSpPr/>
            <p:nvPr/>
          </p:nvSpPr>
          <p:spPr>
            <a:xfrm>
              <a:off x="8208523"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3" name="Google Shape;573;p51"/>
            <p:cNvSpPr/>
            <p:nvPr/>
          </p:nvSpPr>
          <p:spPr>
            <a:xfrm>
              <a:off x="8333519" y="2490552"/>
              <a:ext cx="120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49DAFF"/>
            </a:solidFill>
            <a:ln w="9525" cap="flat" cmpd="sng">
              <a:solidFill>
                <a:srgbClr val="49DA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574" name="Google Shape;574;p51"/>
          <p:cNvGrpSpPr/>
          <p:nvPr/>
        </p:nvGrpSpPr>
        <p:grpSpPr>
          <a:xfrm rot="1555596">
            <a:off x="7289495" y="2978039"/>
            <a:ext cx="667898" cy="889721"/>
            <a:chOff x="8085527" y="2367556"/>
            <a:chExt cx="368989" cy="594086"/>
          </a:xfrm>
        </p:grpSpPr>
        <p:sp>
          <p:nvSpPr>
            <p:cNvPr id="575" name="Google Shape;575;p51"/>
            <p:cNvSpPr/>
            <p:nvPr/>
          </p:nvSpPr>
          <p:spPr>
            <a:xfrm>
              <a:off x="8085527" y="2367556"/>
              <a:ext cx="368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6" name="Google Shape;576;p51"/>
            <p:cNvSpPr/>
            <p:nvPr/>
          </p:nvSpPr>
          <p:spPr>
            <a:xfrm>
              <a:off x="8210523" y="2845542"/>
              <a:ext cx="116100" cy="116100"/>
            </a:xfrm>
            <a:prstGeom prst="ellipse">
              <a:avLst/>
            </a:pr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7" name="Google Shape;577;p51"/>
            <p:cNvSpPr/>
            <p:nvPr/>
          </p:nvSpPr>
          <p:spPr>
            <a:xfrm>
              <a:off x="8208523"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78" name="Google Shape;578;p51"/>
            <p:cNvSpPr/>
            <p:nvPr/>
          </p:nvSpPr>
          <p:spPr>
            <a:xfrm>
              <a:off x="8333519" y="2490552"/>
              <a:ext cx="120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49DAFF"/>
            </a:solidFill>
            <a:ln w="9525" cap="flat" cmpd="sng">
              <a:solidFill>
                <a:srgbClr val="49DA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579" name="Google Shape;579;p51"/>
          <p:cNvGrpSpPr/>
          <p:nvPr/>
        </p:nvGrpSpPr>
        <p:grpSpPr>
          <a:xfrm rot="369048">
            <a:off x="838126" y="3242315"/>
            <a:ext cx="665688" cy="913082"/>
            <a:chOff x="8085527" y="2367556"/>
            <a:chExt cx="368989" cy="594086"/>
          </a:xfrm>
        </p:grpSpPr>
        <p:sp>
          <p:nvSpPr>
            <p:cNvPr id="580" name="Google Shape;580;p51"/>
            <p:cNvSpPr/>
            <p:nvPr/>
          </p:nvSpPr>
          <p:spPr>
            <a:xfrm>
              <a:off x="8085527" y="2367556"/>
              <a:ext cx="368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1" name="Google Shape;581;p51"/>
            <p:cNvSpPr/>
            <p:nvPr/>
          </p:nvSpPr>
          <p:spPr>
            <a:xfrm>
              <a:off x="8210523" y="2845542"/>
              <a:ext cx="116100" cy="116100"/>
            </a:xfrm>
            <a:prstGeom prst="ellipse">
              <a:avLst/>
            </a:prstGeom>
            <a:solidFill>
              <a:srgbClr val="FBAB2C"/>
            </a:solidFill>
            <a:ln w="9525" cap="flat" cmpd="sng">
              <a:solidFill>
                <a:srgbClr val="FBAB2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2" name="Google Shape;582;p51"/>
            <p:cNvSpPr/>
            <p:nvPr/>
          </p:nvSpPr>
          <p:spPr>
            <a:xfrm>
              <a:off x="8208523"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3" name="Google Shape;583;p51"/>
            <p:cNvSpPr/>
            <p:nvPr/>
          </p:nvSpPr>
          <p:spPr>
            <a:xfrm>
              <a:off x="8333519" y="2490552"/>
              <a:ext cx="120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49DAFF"/>
            </a:solidFill>
            <a:ln w="9525" cap="flat" cmpd="sng">
              <a:solidFill>
                <a:srgbClr val="49DA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584" name="Google Shape;584;p51"/>
          <p:cNvGrpSpPr/>
          <p:nvPr/>
        </p:nvGrpSpPr>
        <p:grpSpPr>
          <a:xfrm rot="-918918">
            <a:off x="1019185" y="824835"/>
            <a:ext cx="694515" cy="912141"/>
            <a:chOff x="8556512" y="2367556"/>
            <a:chExt cx="367989" cy="594086"/>
          </a:xfrm>
        </p:grpSpPr>
        <p:sp>
          <p:nvSpPr>
            <p:cNvPr id="585" name="Google Shape;585;p51"/>
            <p:cNvSpPr/>
            <p:nvPr/>
          </p:nvSpPr>
          <p:spPr>
            <a:xfrm>
              <a:off x="8556512" y="2367556"/>
              <a:ext cx="367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74BF4B"/>
            </a:solidFill>
            <a:ln w="9525" cap="flat" cmpd="sng">
              <a:solidFill>
                <a:srgbClr val="74BF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6" name="Google Shape;586;p51"/>
            <p:cNvSpPr/>
            <p:nvPr/>
          </p:nvSpPr>
          <p:spPr>
            <a:xfrm>
              <a:off x="8681508" y="2845542"/>
              <a:ext cx="116100" cy="116100"/>
            </a:xfrm>
            <a:prstGeom prst="ellipse">
              <a:avLst/>
            </a:prstGeom>
            <a:solidFill>
              <a:srgbClr val="005073"/>
            </a:solidFill>
            <a:ln w="9525" cap="flat" cmpd="sng">
              <a:solidFill>
                <a:srgbClr val="1E447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7" name="Google Shape;587;p51"/>
            <p:cNvSpPr/>
            <p:nvPr/>
          </p:nvSpPr>
          <p:spPr>
            <a:xfrm>
              <a:off x="8678508"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88" name="Google Shape;588;p51"/>
            <p:cNvSpPr/>
            <p:nvPr/>
          </p:nvSpPr>
          <p:spPr>
            <a:xfrm>
              <a:off x="8804505" y="2490552"/>
              <a:ext cx="119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008C44"/>
            </a:solidFill>
            <a:ln w="9525" cap="flat" cmpd="sng">
              <a:solidFill>
                <a:srgbClr val="017E1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589" name="Google Shape;589;p51"/>
          <p:cNvGrpSpPr/>
          <p:nvPr/>
        </p:nvGrpSpPr>
        <p:grpSpPr>
          <a:xfrm>
            <a:off x="4323579" y="3656963"/>
            <a:ext cx="697413" cy="1011253"/>
            <a:chOff x="8556512" y="2367556"/>
            <a:chExt cx="367989" cy="594086"/>
          </a:xfrm>
        </p:grpSpPr>
        <p:sp>
          <p:nvSpPr>
            <p:cNvPr id="590" name="Google Shape;590;p51"/>
            <p:cNvSpPr/>
            <p:nvPr/>
          </p:nvSpPr>
          <p:spPr>
            <a:xfrm>
              <a:off x="8556512" y="2367556"/>
              <a:ext cx="367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74BF4B"/>
            </a:solidFill>
            <a:ln w="9525" cap="flat" cmpd="sng">
              <a:solidFill>
                <a:srgbClr val="74BF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1" name="Google Shape;591;p51"/>
            <p:cNvSpPr/>
            <p:nvPr/>
          </p:nvSpPr>
          <p:spPr>
            <a:xfrm>
              <a:off x="8681508" y="2845542"/>
              <a:ext cx="116100" cy="116100"/>
            </a:xfrm>
            <a:prstGeom prst="ellipse">
              <a:avLst/>
            </a:prstGeom>
            <a:solidFill>
              <a:srgbClr val="005073"/>
            </a:solidFill>
            <a:ln w="9525" cap="flat" cmpd="sng">
              <a:solidFill>
                <a:srgbClr val="1E447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2" name="Google Shape;592;p51"/>
            <p:cNvSpPr/>
            <p:nvPr/>
          </p:nvSpPr>
          <p:spPr>
            <a:xfrm>
              <a:off x="8678508"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3" name="Google Shape;593;p51"/>
            <p:cNvSpPr/>
            <p:nvPr/>
          </p:nvSpPr>
          <p:spPr>
            <a:xfrm>
              <a:off x="8804505" y="2490552"/>
              <a:ext cx="119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008C44"/>
            </a:solidFill>
            <a:ln w="9525" cap="flat" cmpd="sng">
              <a:solidFill>
                <a:srgbClr val="017E1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grpSp>
        <p:nvGrpSpPr>
          <p:cNvPr id="594" name="Google Shape;594;p51"/>
          <p:cNvGrpSpPr/>
          <p:nvPr/>
        </p:nvGrpSpPr>
        <p:grpSpPr>
          <a:xfrm rot="1965031">
            <a:off x="7311596" y="548460"/>
            <a:ext cx="695870" cy="879797"/>
            <a:chOff x="8556512" y="2367556"/>
            <a:chExt cx="367989" cy="594086"/>
          </a:xfrm>
        </p:grpSpPr>
        <p:sp>
          <p:nvSpPr>
            <p:cNvPr id="595" name="Google Shape;595;p51"/>
            <p:cNvSpPr/>
            <p:nvPr/>
          </p:nvSpPr>
          <p:spPr>
            <a:xfrm>
              <a:off x="8556512" y="2367556"/>
              <a:ext cx="367989" cy="243993"/>
            </a:xfrm>
            <a:custGeom>
              <a:avLst/>
              <a:gdLst/>
              <a:ahLst/>
              <a:cxnLst/>
              <a:rect l="l" t="t" r="r" b="b"/>
              <a:pathLst>
                <a:path w="156" h="103" extrusionOk="0">
                  <a:moveTo>
                    <a:pt x="78" y="0"/>
                  </a:moveTo>
                  <a:cubicBezTo>
                    <a:pt x="35" y="0"/>
                    <a:pt x="0" y="35"/>
                    <a:pt x="0" y="78"/>
                  </a:cubicBezTo>
                  <a:cubicBezTo>
                    <a:pt x="0" y="92"/>
                    <a:pt x="11" y="103"/>
                    <a:pt x="25" y="103"/>
                  </a:cubicBezTo>
                  <a:cubicBezTo>
                    <a:pt x="39" y="103"/>
                    <a:pt x="51" y="92"/>
                    <a:pt x="51" y="78"/>
                  </a:cubicBezTo>
                  <a:cubicBezTo>
                    <a:pt x="51" y="63"/>
                    <a:pt x="63" y="51"/>
                    <a:pt x="78" y="51"/>
                  </a:cubicBezTo>
                  <a:cubicBezTo>
                    <a:pt x="93" y="51"/>
                    <a:pt x="105" y="63"/>
                    <a:pt x="105" y="78"/>
                  </a:cubicBezTo>
                  <a:cubicBezTo>
                    <a:pt x="105" y="78"/>
                    <a:pt x="105" y="78"/>
                    <a:pt x="105" y="78"/>
                  </a:cubicBezTo>
                  <a:cubicBezTo>
                    <a:pt x="105" y="64"/>
                    <a:pt x="116" y="52"/>
                    <a:pt x="130" y="52"/>
                  </a:cubicBezTo>
                  <a:cubicBezTo>
                    <a:pt x="144" y="52"/>
                    <a:pt x="156" y="64"/>
                    <a:pt x="156" y="78"/>
                  </a:cubicBezTo>
                  <a:cubicBezTo>
                    <a:pt x="156" y="35"/>
                    <a:pt x="121" y="0"/>
                    <a:pt x="78" y="0"/>
                  </a:cubicBezTo>
                </a:path>
              </a:pathLst>
            </a:custGeom>
            <a:solidFill>
              <a:srgbClr val="74BF4B"/>
            </a:solidFill>
            <a:ln w="9525" cap="flat" cmpd="sng">
              <a:solidFill>
                <a:srgbClr val="74BF4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6" name="Google Shape;596;p51"/>
            <p:cNvSpPr/>
            <p:nvPr/>
          </p:nvSpPr>
          <p:spPr>
            <a:xfrm>
              <a:off x="8681508" y="2845542"/>
              <a:ext cx="116100" cy="116100"/>
            </a:xfrm>
            <a:prstGeom prst="ellipse">
              <a:avLst/>
            </a:prstGeom>
            <a:solidFill>
              <a:srgbClr val="005073"/>
            </a:solidFill>
            <a:ln w="9525" cap="flat" cmpd="sng">
              <a:solidFill>
                <a:srgbClr val="1E447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7" name="Google Shape;597;p51"/>
            <p:cNvSpPr/>
            <p:nvPr/>
          </p:nvSpPr>
          <p:spPr>
            <a:xfrm>
              <a:off x="8678508" y="2551551"/>
              <a:ext cx="245992" cy="245992"/>
            </a:xfrm>
            <a:custGeom>
              <a:avLst/>
              <a:gdLst/>
              <a:ahLst/>
              <a:cxnLst/>
              <a:rect l="l" t="t" r="r" b="b"/>
              <a:pathLst>
                <a:path w="104" h="104" extrusionOk="0">
                  <a:moveTo>
                    <a:pt x="104" y="0"/>
                  </a:moveTo>
                  <a:cubicBezTo>
                    <a:pt x="104" y="14"/>
                    <a:pt x="92" y="25"/>
                    <a:pt x="78" y="25"/>
                  </a:cubicBezTo>
                  <a:cubicBezTo>
                    <a:pt x="64" y="25"/>
                    <a:pt x="53" y="14"/>
                    <a:pt x="53" y="0"/>
                  </a:cubicBezTo>
                  <a:cubicBezTo>
                    <a:pt x="53" y="0"/>
                    <a:pt x="53" y="0"/>
                    <a:pt x="53" y="0"/>
                  </a:cubicBezTo>
                  <a:cubicBezTo>
                    <a:pt x="53" y="10"/>
                    <a:pt x="47" y="20"/>
                    <a:pt x="37" y="24"/>
                  </a:cubicBezTo>
                  <a:cubicBezTo>
                    <a:pt x="15" y="35"/>
                    <a:pt x="0" y="56"/>
                    <a:pt x="0" y="78"/>
                  </a:cubicBezTo>
                  <a:cubicBezTo>
                    <a:pt x="0" y="92"/>
                    <a:pt x="12" y="104"/>
                    <a:pt x="26" y="104"/>
                  </a:cubicBezTo>
                  <a:cubicBezTo>
                    <a:pt x="40" y="104"/>
                    <a:pt x="51" y="93"/>
                    <a:pt x="51" y="78"/>
                  </a:cubicBezTo>
                  <a:cubicBezTo>
                    <a:pt x="52" y="77"/>
                    <a:pt x="54" y="73"/>
                    <a:pt x="59" y="70"/>
                  </a:cubicBezTo>
                  <a:cubicBezTo>
                    <a:pt x="86" y="57"/>
                    <a:pt x="104" y="30"/>
                    <a:pt x="104" y="0"/>
                  </a:cubicBezTo>
                </a:path>
              </a:pathLst>
            </a:custGeom>
            <a:solidFill>
              <a:srgbClr val="00BCEB"/>
            </a:solidFill>
            <a:ln w="9525" cap="flat" cmpd="sng">
              <a:solidFill>
                <a:srgbClr val="00BCE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sp>
          <p:nvSpPr>
            <p:cNvPr id="598" name="Google Shape;598;p51"/>
            <p:cNvSpPr/>
            <p:nvPr/>
          </p:nvSpPr>
          <p:spPr>
            <a:xfrm>
              <a:off x="8804505" y="2490552"/>
              <a:ext cx="119996" cy="120996"/>
            </a:xfrm>
            <a:custGeom>
              <a:avLst/>
              <a:gdLst/>
              <a:ahLst/>
              <a:cxnLst/>
              <a:rect l="l" t="t" r="r" b="b"/>
              <a:pathLst>
                <a:path w="51" h="51" extrusionOk="0">
                  <a:moveTo>
                    <a:pt x="25" y="0"/>
                  </a:moveTo>
                  <a:cubicBezTo>
                    <a:pt x="11" y="0"/>
                    <a:pt x="0" y="12"/>
                    <a:pt x="0" y="26"/>
                  </a:cubicBezTo>
                  <a:cubicBezTo>
                    <a:pt x="0" y="26"/>
                    <a:pt x="0" y="26"/>
                    <a:pt x="0" y="26"/>
                  </a:cubicBezTo>
                  <a:cubicBezTo>
                    <a:pt x="0" y="26"/>
                    <a:pt x="0" y="26"/>
                    <a:pt x="0" y="26"/>
                  </a:cubicBezTo>
                  <a:cubicBezTo>
                    <a:pt x="0" y="40"/>
                    <a:pt x="11" y="51"/>
                    <a:pt x="25" y="51"/>
                  </a:cubicBezTo>
                  <a:cubicBezTo>
                    <a:pt x="39" y="51"/>
                    <a:pt x="51" y="40"/>
                    <a:pt x="51" y="26"/>
                  </a:cubicBezTo>
                  <a:cubicBezTo>
                    <a:pt x="51" y="26"/>
                    <a:pt x="51" y="26"/>
                    <a:pt x="51" y="26"/>
                  </a:cubicBezTo>
                  <a:cubicBezTo>
                    <a:pt x="51" y="26"/>
                    <a:pt x="51" y="26"/>
                    <a:pt x="51" y="26"/>
                  </a:cubicBezTo>
                  <a:cubicBezTo>
                    <a:pt x="51" y="12"/>
                    <a:pt x="39" y="0"/>
                    <a:pt x="25" y="0"/>
                  </a:cubicBezTo>
                </a:path>
              </a:pathLst>
            </a:custGeom>
            <a:solidFill>
              <a:srgbClr val="008C44"/>
            </a:solidFill>
            <a:ln w="9525" cap="flat" cmpd="sng">
              <a:solidFill>
                <a:srgbClr val="017E1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282828"/>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1"/>
          <p:cNvSpPr txBox="1">
            <a:spLocks noGrp="1"/>
          </p:cNvSpPr>
          <p:nvPr>
            <p:ph type="ctrTitle"/>
          </p:nvPr>
        </p:nvSpPr>
        <p:spPr>
          <a:xfrm>
            <a:off x="311700" y="-101625"/>
            <a:ext cx="8520600" cy="1266900"/>
          </a:xfrm>
          <a:prstGeom prst="rect">
            <a:avLst/>
          </a:prstGeom>
        </p:spPr>
        <p:txBody>
          <a:bodyPr spcFirstLastPara="1" wrap="square" lIns="91400" tIns="45700" rIns="91400" bIns="45700" anchor="b" anchorCtr="0">
            <a:noAutofit/>
          </a:bodyPr>
          <a:lstStyle/>
          <a:p>
            <a:pPr marL="0" lvl="0" indent="0" algn="ctr" rtl="0">
              <a:spcBef>
                <a:spcPts val="0"/>
              </a:spcBef>
              <a:spcAft>
                <a:spcPts val="0"/>
              </a:spcAft>
              <a:buNone/>
            </a:pPr>
            <a:r>
              <a:rPr lang="en" sz="4100"/>
              <a:t>Thank you to all the interns and Cisco Staff for this opportunity!</a:t>
            </a:r>
            <a:endParaRPr sz="4100"/>
          </a:p>
        </p:txBody>
      </p:sp>
      <p:sp>
        <p:nvSpPr>
          <p:cNvPr id="131" name="Google Shape;131;p31"/>
          <p:cNvSpPr txBox="1">
            <a:spLocks noGrp="1"/>
          </p:cNvSpPr>
          <p:nvPr>
            <p:ph type="subTitle" idx="1"/>
          </p:nvPr>
        </p:nvSpPr>
        <p:spPr>
          <a:xfrm>
            <a:off x="0" y="1967325"/>
            <a:ext cx="9144000" cy="79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700"/>
              <a:t>Special thanks to Nicholle Pelletier, Peter Fischer, Nora Marcos, Randy Benn, Sujata Singhal, and Sweetie Browne! </a:t>
            </a:r>
            <a:endParaRPr sz="1700"/>
          </a:p>
        </p:txBody>
      </p:sp>
      <p:pic>
        <p:nvPicPr>
          <p:cNvPr id="132" name="Google Shape;132;p31"/>
          <p:cNvPicPr preferRelativeResize="0"/>
          <p:nvPr/>
        </p:nvPicPr>
        <p:blipFill>
          <a:blip r:embed="rId3">
            <a:alphaModFix/>
          </a:blip>
          <a:stretch>
            <a:fillRect/>
          </a:stretch>
        </p:blipFill>
        <p:spPr>
          <a:xfrm>
            <a:off x="1320100" y="1225375"/>
            <a:ext cx="6422175" cy="860800"/>
          </a:xfrm>
          <a:prstGeom prst="rect">
            <a:avLst/>
          </a:prstGeom>
          <a:noFill/>
          <a:ln>
            <a:noFill/>
          </a:ln>
        </p:spPr>
      </p:pic>
      <p:pic>
        <p:nvPicPr>
          <p:cNvPr id="133" name="Google Shape;133;p31"/>
          <p:cNvPicPr preferRelativeResize="0"/>
          <p:nvPr/>
        </p:nvPicPr>
        <p:blipFill>
          <a:blip r:embed="rId4">
            <a:alphaModFix/>
          </a:blip>
          <a:stretch>
            <a:fillRect/>
          </a:stretch>
        </p:blipFill>
        <p:spPr>
          <a:xfrm>
            <a:off x="3473813" y="3249156"/>
            <a:ext cx="2183676" cy="1815568"/>
          </a:xfrm>
          <a:prstGeom prst="rect">
            <a:avLst/>
          </a:prstGeom>
          <a:noFill/>
          <a:ln>
            <a:noFill/>
          </a:ln>
        </p:spPr>
      </p:pic>
      <p:pic>
        <p:nvPicPr>
          <p:cNvPr id="134" name="Google Shape;134;p31"/>
          <p:cNvPicPr preferRelativeResize="0"/>
          <p:nvPr/>
        </p:nvPicPr>
        <p:blipFill>
          <a:blip r:embed="rId5">
            <a:alphaModFix/>
          </a:blip>
          <a:stretch>
            <a:fillRect/>
          </a:stretch>
        </p:blipFill>
        <p:spPr>
          <a:xfrm>
            <a:off x="2857475" y="2655382"/>
            <a:ext cx="613475" cy="523243"/>
          </a:xfrm>
          <a:prstGeom prst="rect">
            <a:avLst/>
          </a:prstGeom>
          <a:noFill/>
          <a:ln>
            <a:noFill/>
          </a:ln>
        </p:spPr>
      </p:pic>
      <p:pic>
        <p:nvPicPr>
          <p:cNvPr id="135" name="Google Shape;135;p31"/>
          <p:cNvPicPr preferRelativeResize="0"/>
          <p:nvPr/>
        </p:nvPicPr>
        <p:blipFill>
          <a:blip r:embed="rId6">
            <a:alphaModFix/>
          </a:blip>
          <a:stretch>
            <a:fillRect/>
          </a:stretch>
        </p:blipFill>
        <p:spPr>
          <a:xfrm>
            <a:off x="4192352" y="2647951"/>
            <a:ext cx="677663" cy="552876"/>
          </a:xfrm>
          <a:prstGeom prst="rect">
            <a:avLst/>
          </a:prstGeom>
          <a:noFill/>
          <a:ln>
            <a:noFill/>
          </a:ln>
        </p:spPr>
      </p:pic>
      <p:pic>
        <p:nvPicPr>
          <p:cNvPr id="136" name="Google Shape;136;p31"/>
          <p:cNvPicPr preferRelativeResize="0"/>
          <p:nvPr/>
        </p:nvPicPr>
        <p:blipFill rotWithShape="1">
          <a:blip r:embed="rId7">
            <a:alphaModFix/>
          </a:blip>
          <a:srcRect t="6707"/>
          <a:stretch/>
        </p:blipFill>
        <p:spPr>
          <a:xfrm>
            <a:off x="4976542" y="2647950"/>
            <a:ext cx="613483" cy="552875"/>
          </a:xfrm>
          <a:prstGeom prst="rect">
            <a:avLst/>
          </a:prstGeom>
          <a:noFill/>
          <a:ln>
            <a:noFill/>
          </a:ln>
        </p:spPr>
      </p:pic>
      <p:pic>
        <p:nvPicPr>
          <p:cNvPr id="137" name="Google Shape;137;p31"/>
          <p:cNvPicPr preferRelativeResize="0"/>
          <p:nvPr/>
        </p:nvPicPr>
        <p:blipFill>
          <a:blip r:embed="rId8">
            <a:alphaModFix/>
          </a:blip>
          <a:stretch>
            <a:fillRect/>
          </a:stretch>
        </p:blipFill>
        <p:spPr>
          <a:xfrm>
            <a:off x="5652725" y="2639537"/>
            <a:ext cx="580500" cy="569711"/>
          </a:xfrm>
          <a:prstGeom prst="rect">
            <a:avLst/>
          </a:prstGeom>
          <a:noFill/>
          <a:ln>
            <a:noFill/>
          </a:ln>
        </p:spPr>
      </p:pic>
      <p:pic>
        <p:nvPicPr>
          <p:cNvPr id="138" name="Google Shape;138;p31"/>
          <p:cNvPicPr preferRelativeResize="0"/>
          <p:nvPr/>
        </p:nvPicPr>
        <p:blipFill>
          <a:blip r:embed="rId9">
            <a:alphaModFix/>
          </a:blip>
          <a:stretch>
            <a:fillRect/>
          </a:stretch>
        </p:blipFill>
        <p:spPr>
          <a:xfrm>
            <a:off x="3505325" y="2647949"/>
            <a:ext cx="580501" cy="552875"/>
          </a:xfrm>
          <a:prstGeom prst="rect">
            <a:avLst/>
          </a:prstGeom>
          <a:noFill/>
          <a:ln>
            <a:noFill/>
          </a:ln>
        </p:spPr>
      </p:pic>
      <p:grpSp>
        <p:nvGrpSpPr>
          <p:cNvPr id="139" name="Google Shape;139;p31"/>
          <p:cNvGrpSpPr/>
          <p:nvPr/>
        </p:nvGrpSpPr>
        <p:grpSpPr>
          <a:xfrm>
            <a:off x="6050145" y="3140929"/>
            <a:ext cx="2975282" cy="1644096"/>
            <a:chOff x="914431" y="754087"/>
            <a:chExt cx="8153691" cy="3927607"/>
          </a:xfrm>
        </p:grpSpPr>
        <p:sp>
          <p:nvSpPr>
            <p:cNvPr id="140" name="Google Shape;140;p31"/>
            <p:cNvSpPr/>
            <p:nvPr/>
          </p:nvSpPr>
          <p:spPr>
            <a:xfrm>
              <a:off x="6120029" y="2425781"/>
              <a:ext cx="423878" cy="360375"/>
            </a:xfrm>
            <a:custGeom>
              <a:avLst/>
              <a:gdLst/>
              <a:ahLst/>
              <a:cxnLst/>
              <a:rect l="l" t="t" r="r" b="b"/>
              <a:pathLst>
                <a:path w="330" h="288" extrusionOk="0">
                  <a:moveTo>
                    <a:pt x="142" y="288"/>
                  </a:moveTo>
                  <a:cubicBezTo>
                    <a:pt x="142" y="288"/>
                    <a:pt x="142" y="288"/>
                    <a:pt x="142" y="288"/>
                  </a:cubicBezTo>
                  <a:moveTo>
                    <a:pt x="245" y="112"/>
                  </a:moveTo>
                  <a:cubicBezTo>
                    <a:pt x="244" y="118"/>
                    <a:pt x="245" y="125"/>
                    <a:pt x="241" y="125"/>
                  </a:cubicBezTo>
                  <a:cubicBezTo>
                    <a:pt x="237" y="126"/>
                    <a:pt x="233" y="127"/>
                    <a:pt x="233" y="135"/>
                  </a:cubicBezTo>
                  <a:cubicBezTo>
                    <a:pt x="233" y="143"/>
                    <a:pt x="224" y="141"/>
                    <a:pt x="222" y="143"/>
                  </a:cubicBezTo>
                  <a:cubicBezTo>
                    <a:pt x="221" y="146"/>
                    <a:pt x="217" y="160"/>
                    <a:pt x="215" y="162"/>
                  </a:cubicBezTo>
                  <a:cubicBezTo>
                    <a:pt x="213" y="164"/>
                    <a:pt x="201" y="165"/>
                    <a:pt x="201" y="171"/>
                  </a:cubicBezTo>
                  <a:cubicBezTo>
                    <a:pt x="200" y="178"/>
                    <a:pt x="195" y="185"/>
                    <a:pt x="191" y="185"/>
                  </a:cubicBezTo>
                  <a:cubicBezTo>
                    <a:pt x="188" y="184"/>
                    <a:pt x="181" y="181"/>
                    <a:pt x="179" y="185"/>
                  </a:cubicBezTo>
                  <a:cubicBezTo>
                    <a:pt x="177" y="189"/>
                    <a:pt x="168" y="182"/>
                    <a:pt x="166" y="184"/>
                  </a:cubicBezTo>
                  <a:cubicBezTo>
                    <a:pt x="164" y="186"/>
                    <a:pt x="153" y="195"/>
                    <a:pt x="153" y="201"/>
                  </a:cubicBezTo>
                  <a:cubicBezTo>
                    <a:pt x="153" y="206"/>
                    <a:pt x="165" y="206"/>
                    <a:pt x="164" y="213"/>
                  </a:cubicBezTo>
                  <a:cubicBezTo>
                    <a:pt x="163" y="220"/>
                    <a:pt x="168" y="228"/>
                    <a:pt x="172" y="231"/>
                  </a:cubicBezTo>
                  <a:cubicBezTo>
                    <a:pt x="175" y="235"/>
                    <a:pt x="181" y="243"/>
                    <a:pt x="178" y="247"/>
                  </a:cubicBezTo>
                  <a:cubicBezTo>
                    <a:pt x="175" y="251"/>
                    <a:pt x="171" y="252"/>
                    <a:pt x="165" y="251"/>
                  </a:cubicBezTo>
                  <a:cubicBezTo>
                    <a:pt x="158" y="249"/>
                    <a:pt x="159" y="254"/>
                    <a:pt x="148" y="251"/>
                  </a:cubicBezTo>
                  <a:cubicBezTo>
                    <a:pt x="137" y="249"/>
                    <a:pt x="136" y="258"/>
                    <a:pt x="132" y="263"/>
                  </a:cubicBezTo>
                  <a:cubicBezTo>
                    <a:pt x="132" y="263"/>
                    <a:pt x="131" y="263"/>
                    <a:pt x="131" y="264"/>
                  </a:cubicBezTo>
                  <a:cubicBezTo>
                    <a:pt x="130" y="263"/>
                    <a:pt x="129" y="263"/>
                    <a:pt x="128" y="262"/>
                  </a:cubicBezTo>
                  <a:cubicBezTo>
                    <a:pt x="120" y="259"/>
                    <a:pt x="115" y="260"/>
                    <a:pt x="113" y="255"/>
                  </a:cubicBezTo>
                  <a:cubicBezTo>
                    <a:pt x="110" y="251"/>
                    <a:pt x="113" y="247"/>
                    <a:pt x="109" y="243"/>
                  </a:cubicBezTo>
                  <a:cubicBezTo>
                    <a:pt x="105" y="240"/>
                    <a:pt x="101" y="238"/>
                    <a:pt x="101" y="234"/>
                  </a:cubicBezTo>
                  <a:cubicBezTo>
                    <a:pt x="101" y="230"/>
                    <a:pt x="95" y="225"/>
                    <a:pt x="87" y="230"/>
                  </a:cubicBezTo>
                  <a:cubicBezTo>
                    <a:pt x="80" y="233"/>
                    <a:pt x="62" y="232"/>
                    <a:pt x="58" y="230"/>
                  </a:cubicBezTo>
                  <a:cubicBezTo>
                    <a:pt x="54" y="227"/>
                    <a:pt x="48" y="229"/>
                    <a:pt x="45" y="232"/>
                  </a:cubicBezTo>
                  <a:cubicBezTo>
                    <a:pt x="43" y="234"/>
                    <a:pt x="26" y="235"/>
                    <a:pt x="12" y="234"/>
                  </a:cubicBezTo>
                  <a:cubicBezTo>
                    <a:pt x="12" y="232"/>
                    <a:pt x="11" y="231"/>
                    <a:pt x="11" y="230"/>
                  </a:cubicBezTo>
                  <a:cubicBezTo>
                    <a:pt x="11" y="221"/>
                    <a:pt x="17" y="215"/>
                    <a:pt x="23" y="212"/>
                  </a:cubicBezTo>
                  <a:cubicBezTo>
                    <a:pt x="28" y="209"/>
                    <a:pt x="33" y="208"/>
                    <a:pt x="39" y="207"/>
                  </a:cubicBezTo>
                  <a:cubicBezTo>
                    <a:pt x="44" y="206"/>
                    <a:pt x="39" y="195"/>
                    <a:pt x="34" y="194"/>
                  </a:cubicBezTo>
                  <a:cubicBezTo>
                    <a:pt x="30" y="192"/>
                    <a:pt x="34" y="178"/>
                    <a:pt x="26" y="174"/>
                  </a:cubicBezTo>
                  <a:cubicBezTo>
                    <a:pt x="18" y="171"/>
                    <a:pt x="10" y="165"/>
                    <a:pt x="8" y="159"/>
                  </a:cubicBezTo>
                  <a:cubicBezTo>
                    <a:pt x="7" y="156"/>
                    <a:pt x="3" y="152"/>
                    <a:pt x="0" y="149"/>
                  </a:cubicBezTo>
                  <a:cubicBezTo>
                    <a:pt x="8" y="150"/>
                    <a:pt x="18" y="151"/>
                    <a:pt x="27" y="152"/>
                  </a:cubicBezTo>
                  <a:cubicBezTo>
                    <a:pt x="38" y="154"/>
                    <a:pt x="97" y="146"/>
                    <a:pt x="98" y="143"/>
                  </a:cubicBezTo>
                  <a:cubicBezTo>
                    <a:pt x="99" y="141"/>
                    <a:pt x="96" y="128"/>
                    <a:pt x="96" y="126"/>
                  </a:cubicBezTo>
                  <a:cubicBezTo>
                    <a:pt x="97" y="123"/>
                    <a:pt x="104" y="117"/>
                    <a:pt x="110" y="117"/>
                  </a:cubicBezTo>
                  <a:cubicBezTo>
                    <a:pt x="116" y="118"/>
                    <a:pt x="122" y="119"/>
                    <a:pt x="122" y="114"/>
                  </a:cubicBezTo>
                  <a:cubicBezTo>
                    <a:pt x="122" y="110"/>
                    <a:pt x="139" y="104"/>
                    <a:pt x="141" y="108"/>
                  </a:cubicBezTo>
                  <a:cubicBezTo>
                    <a:pt x="143" y="112"/>
                    <a:pt x="149" y="111"/>
                    <a:pt x="149" y="100"/>
                  </a:cubicBezTo>
                  <a:cubicBezTo>
                    <a:pt x="150" y="90"/>
                    <a:pt x="149" y="82"/>
                    <a:pt x="155" y="81"/>
                  </a:cubicBezTo>
                  <a:cubicBezTo>
                    <a:pt x="161" y="81"/>
                    <a:pt x="168" y="77"/>
                    <a:pt x="167" y="74"/>
                  </a:cubicBezTo>
                  <a:cubicBezTo>
                    <a:pt x="166" y="71"/>
                    <a:pt x="159" y="65"/>
                    <a:pt x="161" y="63"/>
                  </a:cubicBezTo>
                  <a:cubicBezTo>
                    <a:pt x="163" y="61"/>
                    <a:pt x="179" y="68"/>
                    <a:pt x="181" y="63"/>
                  </a:cubicBezTo>
                  <a:cubicBezTo>
                    <a:pt x="183" y="58"/>
                    <a:pt x="180" y="53"/>
                    <a:pt x="183" y="49"/>
                  </a:cubicBezTo>
                  <a:cubicBezTo>
                    <a:pt x="185" y="45"/>
                    <a:pt x="192" y="41"/>
                    <a:pt x="191" y="37"/>
                  </a:cubicBezTo>
                  <a:cubicBezTo>
                    <a:pt x="190" y="32"/>
                    <a:pt x="192" y="30"/>
                    <a:pt x="188" y="26"/>
                  </a:cubicBezTo>
                  <a:cubicBezTo>
                    <a:pt x="184" y="22"/>
                    <a:pt x="186" y="18"/>
                    <a:pt x="190" y="17"/>
                  </a:cubicBezTo>
                  <a:cubicBezTo>
                    <a:pt x="191" y="17"/>
                    <a:pt x="192" y="17"/>
                    <a:pt x="193" y="16"/>
                  </a:cubicBezTo>
                  <a:cubicBezTo>
                    <a:pt x="197" y="15"/>
                    <a:pt x="200" y="15"/>
                    <a:pt x="202" y="13"/>
                  </a:cubicBezTo>
                  <a:cubicBezTo>
                    <a:pt x="209" y="8"/>
                    <a:pt x="221" y="4"/>
                    <a:pt x="226" y="6"/>
                  </a:cubicBezTo>
                  <a:cubicBezTo>
                    <a:pt x="230" y="7"/>
                    <a:pt x="239" y="6"/>
                    <a:pt x="244" y="0"/>
                  </a:cubicBezTo>
                  <a:cubicBezTo>
                    <a:pt x="245" y="1"/>
                    <a:pt x="246" y="2"/>
                    <a:pt x="247" y="3"/>
                  </a:cubicBezTo>
                  <a:cubicBezTo>
                    <a:pt x="250" y="2"/>
                    <a:pt x="252" y="2"/>
                    <a:pt x="253" y="1"/>
                  </a:cubicBezTo>
                  <a:cubicBezTo>
                    <a:pt x="259" y="7"/>
                    <a:pt x="269" y="12"/>
                    <a:pt x="269" y="15"/>
                  </a:cubicBezTo>
                  <a:cubicBezTo>
                    <a:pt x="269" y="17"/>
                    <a:pt x="269" y="24"/>
                    <a:pt x="278" y="28"/>
                  </a:cubicBezTo>
                  <a:cubicBezTo>
                    <a:pt x="292" y="33"/>
                    <a:pt x="292" y="33"/>
                    <a:pt x="292" y="33"/>
                  </a:cubicBezTo>
                  <a:cubicBezTo>
                    <a:pt x="299" y="33"/>
                    <a:pt x="299" y="33"/>
                    <a:pt x="299" y="33"/>
                  </a:cubicBezTo>
                  <a:cubicBezTo>
                    <a:pt x="299" y="33"/>
                    <a:pt x="305" y="36"/>
                    <a:pt x="306" y="41"/>
                  </a:cubicBezTo>
                  <a:cubicBezTo>
                    <a:pt x="307" y="46"/>
                    <a:pt x="312" y="50"/>
                    <a:pt x="316" y="53"/>
                  </a:cubicBezTo>
                  <a:cubicBezTo>
                    <a:pt x="321" y="56"/>
                    <a:pt x="317" y="66"/>
                    <a:pt x="317" y="70"/>
                  </a:cubicBezTo>
                  <a:cubicBezTo>
                    <a:pt x="317" y="73"/>
                    <a:pt x="323" y="79"/>
                    <a:pt x="327" y="85"/>
                  </a:cubicBezTo>
                  <a:cubicBezTo>
                    <a:pt x="330" y="91"/>
                    <a:pt x="321" y="95"/>
                    <a:pt x="316" y="91"/>
                  </a:cubicBezTo>
                  <a:cubicBezTo>
                    <a:pt x="311" y="92"/>
                    <a:pt x="311" y="92"/>
                    <a:pt x="311" y="92"/>
                  </a:cubicBezTo>
                  <a:cubicBezTo>
                    <a:pt x="302" y="85"/>
                    <a:pt x="302" y="85"/>
                    <a:pt x="302" y="85"/>
                  </a:cubicBezTo>
                  <a:cubicBezTo>
                    <a:pt x="291" y="85"/>
                    <a:pt x="291" y="85"/>
                    <a:pt x="291" y="85"/>
                  </a:cubicBezTo>
                  <a:cubicBezTo>
                    <a:pt x="281" y="80"/>
                    <a:pt x="281" y="80"/>
                    <a:pt x="281" y="80"/>
                  </a:cubicBezTo>
                  <a:cubicBezTo>
                    <a:pt x="272" y="85"/>
                    <a:pt x="272" y="85"/>
                    <a:pt x="272" y="85"/>
                  </a:cubicBezTo>
                  <a:cubicBezTo>
                    <a:pt x="270" y="93"/>
                    <a:pt x="270" y="93"/>
                    <a:pt x="270" y="93"/>
                  </a:cubicBezTo>
                  <a:cubicBezTo>
                    <a:pt x="255" y="98"/>
                    <a:pt x="255" y="98"/>
                    <a:pt x="255" y="98"/>
                  </a:cubicBezTo>
                  <a:cubicBezTo>
                    <a:pt x="254" y="99"/>
                    <a:pt x="254" y="99"/>
                    <a:pt x="254" y="99"/>
                  </a:cubicBezTo>
                  <a:cubicBezTo>
                    <a:pt x="248" y="100"/>
                    <a:pt x="245" y="107"/>
                    <a:pt x="245" y="112"/>
                  </a:cubicBezTo>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1" name="Google Shape;141;p31"/>
            <p:cNvSpPr/>
            <p:nvPr/>
          </p:nvSpPr>
          <p:spPr>
            <a:xfrm>
              <a:off x="6288310" y="2467057"/>
              <a:ext cx="630260" cy="649309"/>
            </a:xfrm>
            <a:custGeom>
              <a:avLst/>
              <a:gdLst/>
              <a:ahLst/>
              <a:cxnLst/>
              <a:rect l="l" t="t" r="r" b="b"/>
              <a:pathLst>
                <a:path w="491" h="519" extrusionOk="0">
                  <a:moveTo>
                    <a:pt x="123" y="66"/>
                  </a:moveTo>
                  <a:cubicBezTo>
                    <a:pt x="117" y="67"/>
                    <a:pt x="114" y="74"/>
                    <a:pt x="114" y="79"/>
                  </a:cubicBezTo>
                  <a:cubicBezTo>
                    <a:pt x="113" y="85"/>
                    <a:pt x="114" y="92"/>
                    <a:pt x="110" y="92"/>
                  </a:cubicBezTo>
                  <a:cubicBezTo>
                    <a:pt x="106" y="93"/>
                    <a:pt x="102" y="94"/>
                    <a:pt x="102" y="102"/>
                  </a:cubicBezTo>
                  <a:cubicBezTo>
                    <a:pt x="102" y="110"/>
                    <a:pt x="93" y="108"/>
                    <a:pt x="91" y="110"/>
                  </a:cubicBezTo>
                  <a:cubicBezTo>
                    <a:pt x="90" y="113"/>
                    <a:pt x="86" y="127"/>
                    <a:pt x="84" y="129"/>
                  </a:cubicBezTo>
                  <a:cubicBezTo>
                    <a:pt x="82" y="131"/>
                    <a:pt x="70" y="132"/>
                    <a:pt x="70" y="138"/>
                  </a:cubicBezTo>
                  <a:cubicBezTo>
                    <a:pt x="69" y="145"/>
                    <a:pt x="64" y="152"/>
                    <a:pt x="60" y="152"/>
                  </a:cubicBezTo>
                  <a:cubicBezTo>
                    <a:pt x="57" y="151"/>
                    <a:pt x="50" y="148"/>
                    <a:pt x="48" y="152"/>
                  </a:cubicBezTo>
                  <a:cubicBezTo>
                    <a:pt x="46" y="156"/>
                    <a:pt x="37" y="149"/>
                    <a:pt x="35" y="151"/>
                  </a:cubicBezTo>
                  <a:cubicBezTo>
                    <a:pt x="33" y="153"/>
                    <a:pt x="22" y="162"/>
                    <a:pt x="22" y="168"/>
                  </a:cubicBezTo>
                  <a:cubicBezTo>
                    <a:pt x="22" y="173"/>
                    <a:pt x="34" y="173"/>
                    <a:pt x="33" y="180"/>
                  </a:cubicBezTo>
                  <a:cubicBezTo>
                    <a:pt x="32" y="187"/>
                    <a:pt x="37" y="195"/>
                    <a:pt x="41" y="198"/>
                  </a:cubicBezTo>
                  <a:cubicBezTo>
                    <a:pt x="44" y="202"/>
                    <a:pt x="50" y="210"/>
                    <a:pt x="47" y="214"/>
                  </a:cubicBezTo>
                  <a:cubicBezTo>
                    <a:pt x="44" y="218"/>
                    <a:pt x="40" y="219"/>
                    <a:pt x="34" y="218"/>
                  </a:cubicBezTo>
                  <a:cubicBezTo>
                    <a:pt x="27" y="216"/>
                    <a:pt x="28" y="221"/>
                    <a:pt x="17" y="218"/>
                  </a:cubicBezTo>
                  <a:cubicBezTo>
                    <a:pt x="6" y="216"/>
                    <a:pt x="5" y="225"/>
                    <a:pt x="1" y="230"/>
                  </a:cubicBezTo>
                  <a:cubicBezTo>
                    <a:pt x="1" y="230"/>
                    <a:pt x="0" y="230"/>
                    <a:pt x="0" y="231"/>
                  </a:cubicBezTo>
                  <a:cubicBezTo>
                    <a:pt x="5" y="235"/>
                    <a:pt x="7" y="242"/>
                    <a:pt x="16" y="246"/>
                  </a:cubicBezTo>
                  <a:cubicBezTo>
                    <a:pt x="26" y="250"/>
                    <a:pt x="35" y="239"/>
                    <a:pt x="35" y="247"/>
                  </a:cubicBezTo>
                  <a:cubicBezTo>
                    <a:pt x="35" y="254"/>
                    <a:pt x="11" y="253"/>
                    <a:pt x="11" y="255"/>
                  </a:cubicBezTo>
                  <a:cubicBezTo>
                    <a:pt x="10" y="258"/>
                    <a:pt x="35" y="288"/>
                    <a:pt x="48" y="286"/>
                  </a:cubicBezTo>
                  <a:cubicBezTo>
                    <a:pt x="61" y="283"/>
                    <a:pt x="70" y="270"/>
                    <a:pt x="67" y="267"/>
                  </a:cubicBezTo>
                  <a:cubicBezTo>
                    <a:pt x="63" y="265"/>
                    <a:pt x="69" y="257"/>
                    <a:pt x="72" y="258"/>
                  </a:cubicBezTo>
                  <a:cubicBezTo>
                    <a:pt x="76" y="260"/>
                    <a:pt x="73" y="273"/>
                    <a:pt x="77" y="277"/>
                  </a:cubicBezTo>
                  <a:cubicBezTo>
                    <a:pt x="81" y="280"/>
                    <a:pt x="79" y="285"/>
                    <a:pt x="77" y="293"/>
                  </a:cubicBezTo>
                  <a:cubicBezTo>
                    <a:pt x="74" y="300"/>
                    <a:pt x="79" y="314"/>
                    <a:pt x="80" y="322"/>
                  </a:cubicBezTo>
                  <a:cubicBezTo>
                    <a:pt x="81" y="331"/>
                    <a:pt x="86" y="342"/>
                    <a:pt x="88" y="354"/>
                  </a:cubicBezTo>
                  <a:cubicBezTo>
                    <a:pt x="90" y="366"/>
                    <a:pt x="98" y="388"/>
                    <a:pt x="105" y="401"/>
                  </a:cubicBezTo>
                  <a:cubicBezTo>
                    <a:pt x="112" y="415"/>
                    <a:pt x="117" y="441"/>
                    <a:pt x="122" y="447"/>
                  </a:cubicBezTo>
                  <a:cubicBezTo>
                    <a:pt x="126" y="453"/>
                    <a:pt x="138" y="472"/>
                    <a:pt x="138" y="484"/>
                  </a:cubicBezTo>
                  <a:cubicBezTo>
                    <a:pt x="138" y="496"/>
                    <a:pt x="151" y="512"/>
                    <a:pt x="156" y="515"/>
                  </a:cubicBezTo>
                  <a:cubicBezTo>
                    <a:pt x="160" y="519"/>
                    <a:pt x="170" y="512"/>
                    <a:pt x="172" y="504"/>
                  </a:cubicBezTo>
                  <a:cubicBezTo>
                    <a:pt x="174" y="497"/>
                    <a:pt x="188" y="494"/>
                    <a:pt x="189" y="488"/>
                  </a:cubicBezTo>
                  <a:cubicBezTo>
                    <a:pt x="189" y="482"/>
                    <a:pt x="191" y="477"/>
                    <a:pt x="195" y="476"/>
                  </a:cubicBezTo>
                  <a:cubicBezTo>
                    <a:pt x="200" y="475"/>
                    <a:pt x="200" y="470"/>
                    <a:pt x="200" y="464"/>
                  </a:cubicBezTo>
                  <a:cubicBezTo>
                    <a:pt x="200" y="457"/>
                    <a:pt x="201" y="447"/>
                    <a:pt x="205" y="441"/>
                  </a:cubicBezTo>
                  <a:cubicBezTo>
                    <a:pt x="210" y="435"/>
                    <a:pt x="211" y="419"/>
                    <a:pt x="208" y="412"/>
                  </a:cubicBezTo>
                  <a:cubicBezTo>
                    <a:pt x="205" y="406"/>
                    <a:pt x="207" y="397"/>
                    <a:pt x="209" y="390"/>
                  </a:cubicBezTo>
                  <a:cubicBezTo>
                    <a:pt x="212" y="384"/>
                    <a:pt x="211" y="376"/>
                    <a:pt x="216" y="376"/>
                  </a:cubicBezTo>
                  <a:cubicBezTo>
                    <a:pt x="221" y="375"/>
                    <a:pt x="228" y="371"/>
                    <a:pt x="233" y="364"/>
                  </a:cubicBezTo>
                  <a:cubicBezTo>
                    <a:pt x="238" y="357"/>
                    <a:pt x="254" y="347"/>
                    <a:pt x="260" y="342"/>
                  </a:cubicBezTo>
                  <a:cubicBezTo>
                    <a:pt x="266" y="338"/>
                    <a:pt x="283" y="322"/>
                    <a:pt x="288" y="314"/>
                  </a:cubicBezTo>
                  <a:cubicBezTo>
                    <a:pt x="294" y="305"/>
                    <a:pt x="309" y="302"/>
                    <a:pt x="315" y="295"/>
                  </a:cubicBezTo>
                  <a:cubicBezTo>
                    <a:pt x="322" y="288"/>
                    <a:pt x="319" y="284"/>
                    <a:pt x="321" y="277"/>
                  </a:cubicBezTo>
                  <a:cubicBezTo>
                    <a:pt x="322" y="269"/>
                    <a:pt x="344" y="266"/>
                    <a:pt x="352" y="266"/>
                  </a:cubicBezTo>
                  <a:cubicBezTo>
                    <a:pt x="354" y="266"/>
                    <a:pt x="355" y="266"/>
                    <a:pt x="357" y="266"/>
                  </a:cubicBezTo>
                  <a:cubicBezTo>
                    <a:pt x="357" y="254"/>
                    <a:pt x="353" y="239"/>
                    <a:pt x="350" y="233"/>
                  </a:cubicBezTo>
                  <a:cubicBezTo>
                    <a:pt x="347" y="226"/>
                    <a:pt x="345" y="212"/>
                    <a:pt x="346" y="207"/>
                  </a:cubicBezTo>
                  <a:cubicBezTo>
                    <a:pt x="347" y="202"/>
                    <a:pt x="354" y="206"/>
                    <a:pt x="356" y="200"/>
                  </a:cubicBezTo>
                  <a:cubicBezTo>
                    <a:pt x="358" y="193"/>
                    <a:pt x="338" y="193"/>
                    <a:pt x="344" y="185"/>
                  </a:cubicBezTo>
                  <a:cubicBezTo>
                    <a:pt x="350" y="176"/>
                    <a:pt x="350" y="185"/>
                    <a:pt x="359" y="185"/>
                  </a:cubicBezTo>
                  <a:cubicBezTo>
                    <a:pt x="367" y="185"/>
                    <a:pt x="371" y="189"/>
                    <a:pt x="371" y="194"/>
                  </a:cubicBezTo>
                  <a:cubicBezTo>
                    <a:pt x="371" y="200"/>
                    <a:pt x="379" y="203"/>
                    <a:pt x="379" y="203"/>
                  </a:cubicBezTo>
                  <a:cubicBezTo>
                    <a:pt x="379" y="203"/>
                    <a:pt x="393" y="202"/>
                    <a:pt x="399" y="202"/>
                  </a:cubicBezTo>
                  <a:cubicBezTo>
                    <a:pt x="405" y="202"/>
                    <a:pt x="412" y="202"/>
                    <a:pt x="412" y="206"/>
                  </a:cubicBezTo>
                  <a:cubicBezTo>
                    <a:pt x="412" y="210"/>
                    <a:pt x="404" y="224"/>
                    <a:pt x="398" y="224"/>
                  </a:cubicBezTo>
                  <a:cubicBezTo>
                    <a:pt x="392" y="224"/>
                    <a:pt x="392" y="242"/>
                    <a:pt x="397" y="243"/>
                  </a:cubicBezTo>
                  <a:cubicBezTo>
                    <a:pt x="402" y="244"/>
                    <a:pt x="406" y="229"/>
                    <a:pt x="410" y="229"/>
                  </a:cubicBezTo>
                  <a:cubicBezTo>
                    <a:pt x="412" y="229"/>
                    <a:pt x="414" y="246"/>
                    <a:pt x="417" y="263"/>
                  </a:cubicBezTo>
                  <a:cubicBezTo>
                    <a:pt x="418" y="262"/>
                    <a:pt x="418" y="262"/>
                    <a:pt x="419" y="262"/>
                  </a:cubicBezTo>
                  <a:cubicBezTo>
                    <a:pt x="424" y="262"/>
                    <a:pt x="421" y="247"/>
                    <a:pt x="424" y="243"/>
                  </a:cubicBezTo>
                  <a:cubicBezTo>
                    <a:pt x="427" y="239"/>
                    <a:pt x="426" y="225"/>
                    <a:pt x="428" y="225"/>
                  </a:cubicBezTo>
                  <a:cubicBezTo>
                    <a:pt x="430" y="225"/>
                    <a:pt x="442" y="230"/>
                    <a:pt x="442" y="226"/>
                  </a:cubicBezTo>
                  <a:cubicBezTo>
                    <a:pt x="441" y="223"/>
                    <a:pt x="449" y="211"/>
                    <a:pt x="448" y="204"/>
                  </a:cubicBezTo>
                  <a:cubicBezTo>
                    <a:pt x="446" y="198"/>
                    <a:pt x="453" y="191"/>
                    <a:pt x="453" y="183"/>
                  </a:cubicBezTo>
                  <a:cubicBezTo>
                    <a:pt x="453" y="175"/>
                    <a:pt x="460" y="173"/>
                    <a:pt x="465" y="169"/>
                  </a:cubicBezTo>
                  <a:cubicBezTo>
                    <a:pt x="469" y="165"/>
                    <a:pt x="478" y="159"/>
                    <a:pt x="479" y="163"/>
                  </a:cubicBezTo>
                  <a:cubicBezTo>
                    <a:pt x="481" y="166"/>
                    <a:pt x="491" y="169"/>
                    <a:pt x="487" y="163"/>
                  </a:cubicBezTo>
                  <a:cubicBezTo>
                    <a:pt x="483" y="156"/>
                    <a:pt x="483" y="152"/>
                    <a:pt x="486" y="151"/>
                  </a:cubicBezTo>
                  <a:cubicBezTo>
                    <a:pt x="488" y="149"/>
                    <a:pt x="490" y="143"/>
                    <a:pt x="490" y="143"/>
                  </a:cubicBezTo>
                  <a:cubicBezTo>
                    <a:pt x="490" y="143"/>
                    <a:pt x="481" y="141"/>
                    <a:pt x="479" y="137"/>
                  </a:cubicBezTo>
                  <a:cubicBezTo>
                    <a:pt x="478" y="133"/>
                    <a:pt x="472" y="129"/>
                    <a:pt x="472" y="125"/>
                  </a:cubicBezTo>
                  <a:cubicBezTo>
                    <a:pt x="472" y="122"/>
                    <a:pt x="467" y="123"/>
                    <a:pt x="463" y="126"/>
                  </a:cubicBezTo>
                  <a:cubicBezTo>
                    <a:pt x="459" y="130"/>
                    <a:pt x="451" y="122"/>
                    <a:pt x="442" y="127"/>
                  </a:cubicBezTo>
                  <a:cubicBezTo>
                    <a:pt x="433" y="132"/>
                    <a:pt x="431" y="138"/>
                    <a:pt x="427" y="137"/>
                  </a:cubicBezTo>
                  <a:cubicBezTo>
                    <a:pt x="423" y="136"/>
                    <a:pt x="424" y="140"/>
                    <a:pt x="420" y="144"/>
                  </a:cubicBezTo>
                  <a:cubicBezTo>
                    <a:pt x="417" y="147"/>
                    <a:pt x="414" y="152"/>
                    <a:pt x="412" y="152"/>
                  </a:cubicBezTo>
                  <a:cubicBezTo>
                    <a:pt x="410" y="152"/>
                    <a:pt x="403" y="155"/>
                    <a:pt x="403" y="155"/>
                  </a:cubicBezTo>
                  <a:cubicBezTo>
                    <a:pt x="403" y="155"/>
                    <a:pt x="408" y="165"/>
                    <a:pt x="405" y="170"/>
                  </a:cubicBezTo>
                  <a:cubicBezTo>
                    <a:pt x="402" y="175"/>
                    <a:pt x="395" y="170"/>
                    <a:pt x="387" y="172"/>
                  </a:cubicBezTo>
                  <a:cubicBezTo>
                    <a:pt x="380" y="175"/>
                    <a:pt x="376" y="170"/>
                    <a:pt x="371" y="171"/>
                  </a:cubicBezTo>
                  <a:cubicBezTo>
                    <a:pt x="365" y="172"/>
                    <a:pt x="362" y="168"/>
                    <a:pt x="359" y="168"/>
                  </a:cubicBezTo>
                  <a:cubicBezTo>
                    <a:pt x="356" y="169"/>
                    <a:pt x="352" y="162"/>
                    <a:pt x="353" y="156"/>
                  </a:cubicBezTo>
                  <a:cubicBezTo>
                    <a:pt x="355" y="151"/>
                    <a:pt x="350" y="143"/>
                    <a:pt x="348" y="147"/>
                  </a:cubicBezTo>
                  <a:cubicBezTo>
                    <a:pt x="345" y="152"/>
                    <a:pt x="341" y="149"/>
                    <a:pt x="341" y="156"/>
                  </a:cubicBezTo>
                  <a:cubicBezTo>
                    <a:pt x="341" y="162"/>
                    <a:pt x="344" y="170"/>
                    <a:pt x="340" y="174"/>
                  </a:cubicBezTo>
                  <a:cubicBezTo>
                    <a:pt x="336" y="178"/>
                    <a:pt x="314" y="180"/>
                    <a:pt x="309" y="177"/>
                  </a:cubicBezTo>
                  <a:cubicBezTo>
                    <a:pt x="305" y="173"/>
                    <a:pt x="287" y="171"/>
                    <a:pt x="286" y="168"/>
                  </a:cubicBezTo>
                  <a:cubicBezTo>
                    <a:pt x="286" y="164"/>
                    <a:pt x="280" y="158"/>
                    <a:pt x="277" y="158"/>
                  </a:cubicBezTo>
                  <a:cubicBezTo>
                    <a:pt x="273" y="158"/>
                    <a:pt x="263" y="163"/>
                    <a:pt x="260" y="161"/>
                  </a:cubicBezTo>
                  <a:cubicBezTo>
                    <a:pt x="257" y="159"/>
                    <a:pt x="250" y="153"/>
                    <a:pt x="245" y="152"/>
                  </a:cubicBezTo>
                  <a:cubicBezTo>
                    <a:pt x="240" y="152"/>
                    <a:pt x="233" y="148"/>
                    <a:pt x="232" y="145"/>
                  </a:cubicBezTo>
                  <a:cubicBezTo>
                    <a:pt x="231" y="143"/>
                    <a:pt x="220" y="141"/>
                    <a:pt x="218" y="138"/>
                  </a:cubicBezTo>
                  <a:cubicBezTo>
                    <a:pt x="216" y="136"/>
                    <a:pt x="209" y="135"/>
                    <a:pt x="209" y="131"/>
                  </a:cubicBezTo>
                  <a:cubicBezTo>
                    <a:pt x="209" y="128"/>
                    <a:pt x="212" y="122"/>
                    <a:pt x="212" y="118"/>
                  </a:cubicBezTo>
                  <a:cubicBezTo>
                    <a:pt x="212" y="114"/>
                    <a:pt x="220" y="110"/>
                    <a:pt x="220" y="107"/>
                  </a:cubicBezTo>
                  <a:cubicBezTo>
                    <a:pt x="220" y="104"/>
                    <a:pt x="213" y="99"/>
                    <a:pt x="213" y="99"/>
                  </a:cubicBezTo>
                  <a:cubicBezTo>
                    <a:pt x="213" y="99"/>
                    <a:pt x="208" y="90"/>
                    <a:pt x="202" y="90"/>
                  </a:cubicBezTo>
                  <a:cubicBezTo>
                    <a:pt x="197" y="90"/>
                    <a:pt x="192" y="81"/>
                    <a:pt x="187" y="80"/>
                  </a:cubicBezTo>
                  <a:cubicBezTo>
                    <a:pt x="183" y="79"/>
                    <a:pt x="184" y="69"/>
                    <a:pt x="181" y="66"/>
                  </a:cubicBezTo>
                  <a:cubicBezTo>
                    <a:pt x="178" y="62"/>
                    <a:pt x="181" y="54"/>
                    <a:pt x="185" y="58"/>
                  </a:cubicBezTo>
                  <a:cubicBezTo>
                    <a:pt x="190" y="62"/>
                    <a:pt x="199" y="58"/>
                    <a:pt x="196" y="52"/>
                  </a:cubicBezTo>
                  <a:cubicBezTo>
                    <a:pt x="192" y="46"/>
                    <a:pt x="186" y="40"/>
                    <a:pt x="186" y="37"/>
                  </a:cubicBezTo>
                  <a:cubicBezTo>
                    <a:pt x="186" y="33"/>
                    <a:pt x="190" y="23"/>
                    <a:pt x="185" y="20"/>
                  </a:cubicBezTo>
                  <a:cubicBezTo>
                    <a:pt x="181" y="17"/>
                    <a:pt x="176" y="13"/>
                    <a:pt x="175" y="8"/>
                  </a:cubicBezTo>
                  <a:cubicBezTo>
                    <a:pt x="174" y="3"/>
                    <a:pt x="168" y="0"/>
                    <a:pt x="168" y="0"/>
                  </a:cubicBezTo>
                  <a:cubicBezTo>
                    <a:pt x="161" y="0"/>
                    <a:pt x="161" y="0"/>
                    <a:pt x="161" y="0"/>
                  </a:cubicBezTo>
                  <a:cubicBezTo>
                    <a:pt x="160" y="2"/>
                    <a:pt x="160" y="2"/>
                    <a:pt x="160" y="2"/>
                  </a:cubicBezTo>
                  <a:cubicBezTo>
                    <a:pt x="159" y="5"/>
                    <a:pt x="156" y="12"/>
                    <a:pt x="154" y="13"/>
                  </a:cubicBezTo>
                  <a:cubicBezTo>
                    <a:pt x="151" y="14"/>
                    <a:pt x="141" y="16"/>
                    <a:pt x="137" y="20"/>
                  </a:cubicBezTo>
                  <a:cubicBezTo>
                    <a:pt x="132" y="23"/>
                    <a:pt x="118" y="15"/>
                    <a:pt x="110" y="15"/>
                  </a:cubicBezTo>
                  <a:cubicBezTo>
                    <a:pt x="103" y="15"/>
                    <a:pt x="98" y="23"/>
                    <a:pt x="101" y="25"/>
                  </a:cubicBezTo>
                  <a:cubicBezTo>
                    <a:pt x="105" y="27"/>
                    <a:pt x="104" y="42"/>
                    <a:pt x="104" y="42"/>
                  </a:cubicBezTo>
                  <a:cubicBezTo>
                    <a:pt x="104" y="42"/>
                    <a:pt x="108" y="60"/>
                    <a:pt x="114" y="58"/>
                  </a:cubicBezTo>
                  <a:cubicBezTo>
                    <a:pt x="121" y="57"/>
                    <a:pt x="128" y="65"/>
                    <a:pt x="123" y="66"/>
                  </a:cubicBezTo>
                  <a:cubicBezTo>
                    <a:pt x="117" y="67"/>
                    <a:pt x="114" y="74"/>
                    <a:pt x="114" y="79"/>
                  </a:cubicBezTo>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2" name="Google Shape;142;p31"/>
            <p:cNvSpPr/>
            <p:nvPr/>
          </p:nvSpPr>
          <p:spPr>
            <a:xfrm>
              <a:off x="5275449" y="2998887"/>
              <a:ext cx="266710" cy="211145"/>
            </a:xfrm>
            <a:custGeom>
              <a:avLst/>
              <a:gdLst/>
              <a:ahLst/>
              <a:cxnLst/>
              <a:rect l="l" t="t" r="r" b="b"/>
              <a:pathLst>
                <a:path w="208" h="169" extrusionOk="0">
                  <a:moveTo>
                    <a:pt x="171" y="52"/>
                  </a:moveTo>
                  <a:cubicBezTo>
                    <a:pt x="171" y="52"/>
                    <a:pt x="170" y="50"/>
                    <a:pt x="172" y="49"/>
                  </a:cubicBezTo>
                  <a:cubicBezTo>
                    <a:pt x="173" y="47"/>
                    <a:pt x="174" y="42"/>
                    <a:pt x="173" y="40"/>
                  </a:cubicBezTo>
                  <a:cubicBezTo>
                    <a:pt x="172" y="39"/>
                    <a:pt x="167" y="36"/>
                    <a:pt x="166" y="34"/>
                  </a:cubicBezTo>
                  <a:cubicBezTo>
                    <a:pt x="165" y="33"/>
                    <a:pt x="163" y="29"/>
                    <a:pt x="162" y="29"/>
                  </a:cubicBezTo>
                  <a:cubicBezTo>
                    <a:pt x="161" y="29"/>
                    <a:pt x="159" y="28"/>
                    <a:pt x="159" y="28"/>
                  </a:cubicBezTo>
                  <a:cubicBezTo>
                    <a:pt x="158" y="28"/>
                    <a:pt x="158" y="20"/>
                    <a:pt x="159" y="18"/>
                  </a:cubicBezTo>
                  <a:cubicBezTo>
                    <a:pt x="159" y="16"/>
                    <a:pt x="158" y="13"/>
                    <a:pt x="158" y="12"/>
                  </a:cubicBezTo>
                  <a:cubicBezTo>
                    <a:pt x="158" y="11"/>
                    <a:pt x="159" y="10"/>
                    <a:pt x="159" y="9"/>
                  </a:cubicBezTo>
                  <a:cubicBezTo>
                    <a:pt x="159" y="8"/>
                    <a:pt x="158" y="6"/>
                    <a:pt x="158" y="5"/>
                  </a:cubicBezTo>
                  <a:cubicBezTo>
                    <a:pt x="159" y="4"/>
                    <a:pt x="159" y="0"/>
                    <a:pt x="159" y="0"/>
                  </a:cubicBezTo>
                  <a:cubicBezTo>
                    <a:pt x="152" y="0"/>
                    <a:pt x="152" y="0"/>
                    <a:pt x="152" y="0"/>
                  </a:cubicBezTo>
                  <a:cubicBezTo>
                    <a:pt x="152" y="5"/>
                    <a:pt x="152" y="5"/>
                    <a:pt x="152" y="5"/>
                  </a:cubicBezTo>
                  <a:cubicBezTo>
                    <a:pt x="142" y="5"/>
                    <a:pt x="142" y="5"/>
                    <a:pt x="142" y="5"/>
                  </a:cubicBezTo>
                  <a:cubicBezTo>
                    <a:pt x="142" y="6"/>
                    <a:pt x="144" y="8"/>
                    <a:pt x="144" y="8"/>
                  </a:cubicBezTo>
                  <a:cubicBezTo>
                    <a:pt x="145" y="8"/>
                    <a:pt x="145" y="11"/>
                    <a:pt x="145" y="13"/>
                  </a:cubicBezTo>
                  <a:cubicBezTo>
                    <a:pt x="145" y="15"/>
                    <a:pt x="145" y="18"/>
                    <a:pt x="146" y="20"/>
                  </a:cubicBezTo>
                  <a:cubicBezTo>
                    <a:pt x="147" y="21"/>
                    <a:pt x="145" y="23"/>
                    <a:pt x="143" y="24"/>
                  </a:cubicBezTo>
                  <a:cubicBezTo>
                    <a:pt x="140" y="26"/>
                    <a:pt x="138" y="27"/>
                    <a:pt x="136" y="31"/>
                  </a:cubicBezTo>
                  <a:cubicBezTo>
                    <a:pt x="135" y="34"/>
                    <a:pt x="131" y="39"/>
                    <a:pt x="129" y="41"/>
                  </a:cubicBezTo>
                  <a:cubicBezTo>
                    <a:pt x="128" y="43"/>
                    <a:pt x="126" y="46"/>
                    <a:pt x="124" y="47"/>
                  </a:cubicBezTo>
                  <a:cubicBezTo>
                    <a:pt x="123" y="48"/>
                    <a:pt x="118" y="47"/>
                    <a:pt x="117" y="47"/>
                  </a:cubicBezTo>
                  <a:cubicBezTo>
                    <a:pt x="117" y="47"/>
                    <a:pt x="114" y="44"/>
                    <a:pt x="113" y="44"/>
                  </a:cubicBezTo>
                  <a:cubicBezTo>
                    <a:pt x="111" y="43"/>
                    <a:pt x="110" y="41"/>
                    <a:pt x="109" y="41"/>
                  </a:cubicBezTo>
                  <a:cubicBezTo>
                    <a:pt x="108" y="40"/>
                    <a:pt x="103" y="36"/>
                    <a:pt x="102" y="36"/>
                  </a:cubicBezTo>
                  <a:cubicBezTo>
                    <a:pt x="102" y="36"/>
                    <a:pt x="96" y="39"/>
                    <a:pt x="95" y="39"/>
                  </a:cubicBezTo>
                  <a:cubicBezTo>
                    <a:pt x="94" y="39"/>
                    <a:pt x="95" y="46"/>
                    <a:pt x="94" y="47"/>
                  </a:cubicBezTo>
                  <a:cubicBezTo>
                    <a:pt x="94" y="48"/>
                    <a:pt x="87" y="48"/>
                    <a:pt x="85" y="48"/>
                  </a:cubicBezTo>
                  <a:cubicBezTo>
                    <a:pt x="66" y="50"/>
                    <a:pt x="66" y="50"/>
                    <a:pt x="66" y="50"/>
                  </a:cubicBezTo>
                  <a:cubicBezTo>
                    <a:pt x="66" y="50"/>
                    <a:pt x="63" y="50"/>
                    <a:pt x="59" y="50"/>
                  </a:cubicBezTo>
                  <a:cubicBezTo>
                    <a:pt x="55" y="49"/>
                    <a:pt x="53" y="50"/>
                    <a:pt x="51" y="51"/>
                  </a:cubicBezTo>
                  <a:cubicBezTo>
                    <a:pt x="50" y="52"/>
                    <a:pt x="45" y="54"/>
                    <a:pt x="42" y="53"/>
                  </a:cubicBezTo>
                  <a:cubicBezTo>
                    <a:pt x="39" y="53"/>
                    <a:pt x="38" y="50"/>
                    <a:pt x="37" y="46"/>
                  </a:cubicBezTo>
                  <a:cubicBezTo>
                    <a:pt x="36" y="43"/>
                    <a:pt x="35" y="43"/>
                    <a:pt x="34" y="42"/>
                  </a:cubicBezTo>
                  <a:cubicBezTo>
                    <a:pt x="32" y="41"/>
                    <a:pt x="31" y="40"/>
                    <a:pt x="31" y="39"/>
                  </a:cubicBezTo>
                  <a:cubicBezTo>
                    <a:pt x="31" y="38"/>
                    <a:pt x="31" y="35"/>
                    <a:pt x="31" y="35"/>
                  </a:cubicBezTo>
                  <a:cubicBezTo>
                    <a:pt x="30" y="36"/>
                    <a:pt x="28" y="35"/>
                    <a:pt x="26" y="36"/>
                  </a:cubicBezTo>
                  <a:cubicBezTo>
                    <a:pt x="25" y="36"/>
                    <a:pt x="20" y="37"/>
                    <a:pt x="18" y="37"/>
                  </a:cubicBezTo>
                  <a:cubicBezTo>
                    <a:pt x="16" y="37"/>
                    <a:pt x="16" y="39"/>
                    <a:pt x="16" y="40"/>
                  </a:cubicBezTo>
                  <a:cubicBezTo>
                    <a:pt x="15" y="41"/>
                    <a:pt x="15" y="43"/>
                    <a:pt x="15" y="43"/>
                  </a:cubicBezTo>
                  <a:cubicBezTo>
                    <a:pt x="14" y="44"/>
                    <a:pt x="6" y="54"/>
                    <a:pt x="6" y="54"/>
                  </a:cubicBezTo>
                  <a:cubicBezTo>
                    <a:pt x="4" y="63"/>
                    <a:pt x="4" y="63"/>
                    <a:pt x="4" y="63"/>
                  </a:cubicBezTo>
                  <a:cubicBezTo>
                    <a:pt x="1" y="68"/>
                    <a:pt x="1" y="68"/>
                    <a:pt x="1" y="68"/>
                  </a:cubicBezTo>
                  <a:cubicBezTo>
                    <a:pt x="0" y="75"/>
                    <a:pt x="0" y="75"/>
                    <a:pt x="0" y="75"/>
                  </a:cubicBezTo>
                  <a:cubicBezTo>
                    <a:pt x="2" y="80"/>
                    <a:pt x="2" y="80"/>
                    <a:pt x="2" y="80"/>
                  </a:cubicBezTo>
                  <a:cubicBezTo>
                    <a:pt x="2" y="80"/>
                    <a:pt x="10" y="80"/>
                    <a:pt x="16" y="86"/>
                  </a:cubicBezTo>
                  <a:cubicBezTo>
                    <a:pt x="21" y="93"/>
                    <a:pt x="24" y="94"/>
                    <a:pt x="24" y="97"/>
                  </a:cubicBezTo>
                  <a:cubicBezTo>
                    <a:pt x="24" y="100"/>
                    <a:pt x="28" y="101"/>
                    <a:pt x="34" y="107"/>
                  </a:cubicBezTo>
                  <a:cubicBezTo>
                    <a:pt x="41" y="112"/>
                    <a:pt x="41" y="115"/>
                    <a:pt x="41" y="119"/>
                  </a:cubicBezTo>
                  <a:cubicBezTo>
                    <a:pt x="41" y="122"/>
                    <a:pt x="53" y="127"/>
                    <a:pt x="53" y="127"/>
                  </a:cubicBezTo>
                  <a:cubicBezTo>
                    <a:pt x="57" y="138"/>
                    <a:pt x="57" y="138"/>
                    <a:pt x="57" y="138"/>
                  </a:cubicBezTo>
                  <a:cubicBezTo>
                    <a:pt x="59" y="139"/>
                    <a:pt x="61" y="140"/>
                    <a:pt x="62" y="142"/>
                  </a:cubicBezTo>
                  <a:cubicBezTo>
                    <a:pt x="64" y="148"/>
                    <a:pt x="69" y="151"/>
                    <a:pt x="69" y="151"/>
                  </a:cubicBezTo>
                  <a:cubicBezTo>
                    <a:pt x="69" y="151"/>
                    <a:pt x="76" y="155"/>
                    <a:pt x="80" y="151"/>
                  </a:cubicBezTo>
                  <a:cubicBezTo>
                    <a:pt x="84" y="147"/>
                    <a:pt x="90" y="152"/>
                    <a:pt x="90" y="152"/>
                  </a:cubicBezTo>
                  <a:cubicBezTo>
                    <a:pt x="90" y="152"/>
                    <a:pt x="95" y="148"/>
                    <a:pt x="99" y="150"/>
                  </a:cubicBezTo>
                  <a:cubicBezTo>
                    <a:pt x="101" y="151"/>
                    <a:pt x="111" y="159"/>
                    <a:pt x="119" y="167"/>
                  </a:cubicBezTo>
                  <a:cubicBezTo>
                    <a:pt x="120" y="167"/>
                    <a:pt x="128" y="164"/>
                    <a:pt x="132" y="163"/>
                  </a:cubicBezTo>
                  <a:cubicBezTo>
                    <a:pt x="136" y="163"/>
                    <a:pt x="141" y="169"/>
                    <a:pt x="143" y="167"/>
                  </a:cubicBezTo>
                  <a:cubicBezTo>
                    <a:pt x="145" y="165"/>
                    <a:pt x="153" y="161"/>
                    <a:pt x="156" y="163"/>
                  </a:cubicBezTo>
                  <a:cubicBezTo>
                    <a:pt x="159" y="164"/>
                    <a:pt x="166" y="165"/>
                    <a:pt x="167" y="162"/>
                  </a:cubicBezTo>
                  <a:cubicBezTo>
                    <a:pt x="167" y="160"/>
                    <a:pt x="170" y="158"/>
                    <a:pt x="173" y="156"/>
                  </a:cubicBezTo>
                  <a:cubicBezTo>
                    <a:pt x="174" y="155"/>
                    <a:pt x="175" y="154"/>
                    <a:pt x="175" y="153"/>
                  </a:cubicBezTo>
                  <a:cubicBezTo>
                    <a:pt x="176" y="150"/>
                    <a:pt x="185" y="145"/>
                    <a:pt x="189" y="144"/>
                  </a:cubicBezTo>
                  <a:cubicBezTo>
                    <a:pt x="193" y="143"/>
                    <a:pt x="198" y="143"/>
                    <a:pt x="200" y="145"/>
                  </a:cubicBezTo>
                  <a:cubicBezTo>
                    <a:pt x="201" y="146"/>
                    <a:pt x="202" y="147"/>
                    <a:pt x="204" y="148"/>
                  </a:cubicBezTo>
                  <a:cubicBezTo>
                    <a:pt x="205" y="138"/>
                    <a:pt x="208" y="132"/>
                    <a:pt x="204" y="132"/>
                  </a:cubicBezTo>
                  <a:cubicBezTo>
                    <a:pt x="200" y="132"/>
                    <a:pt x="191" y="128"/>
                    <a:pt x="188" y="119"/>
                  </a:cubicBezTo>
                  <a:cubicBezTo>
                    <a:pt x="185" y="111"/>
                    <a:pt x="175" y="105"/>
                    <a:pt x="173" y="100"/>
                  </a:cubicBezTo>
                  <a:cubicBezTo>
                    <a:pt x="171" y="94"/>
                    <a:pt x="159" y="95"/>
                    <a:pt x="156" y="91"/>
                  </a:cubicBezTo>
                  <a:cubicBezTo>
                    <a:pt x="154" y="87"/>
                    <a:pt x="160" y="87"/>
                    <a:pt x="160" y="81"/>
                  </a:cubicBezTo>
                  <a:cubicBezTo>
                    <a:pt x="160" y="76"/>
                    <a:pt x="173" y="79"/>
                    <a:pt x="174" y="78"/>
                  </a:cubicBezTo>
                  <a:cubicBezTo>
                    <a:pt x="175" y="77"/>
                    <a:pt x="176" y="65"/>
                    <a:pt x="176" y="58"/>
                  </a:cubicBezTo>
                  <a:cubicBezTo>
                    <a:pt x="176" y="57"/>
                    <a:pt x="176" y="56"/>
                    <a:pt x="177" y="55"/>
                  </a:cubicBezTo>
                  <a:cubicBezTo>
                    <a:pt x="174" y="54"/>
                    <a:pt x="174" y="54"/>
                    <a:pt x="174" y="54"/>
                  </a:cubicBezTo>
                  <a:lnTo>
                    <a:pt x="171" y="52"/>
                  </a:ln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3" name="Google Shape;143;p31"/>
            <p:cNvSpPr/>
            <p:nvPr/>
          </p:nvSpPr>
          <p:spPr>
            <a:xfrm>
              <a:off x="5226235" y="2759167"/>
              <a:ext cx="374663" cy="333386"/>
            </a:xfrm>
            <a:custGeom>
              <a:avLst/>
              <a:gdLst/>
              <a:ahLst/>
              <a:cxnLst/>
              <a:rect l="l" t="t" r="r" b="b"/>
              <a:pathLst>
                <a:path w="292" h="266" extrusionOk="0">
                  <a:moveTo>
                    <a:pt x="281" y="88"/>
                  </a:moveTo>
                  <a:cubicBezTo>
                    <a:pt x="275" y="85"/>
                    <a:pt x="271" y="74"/>
                    <a:pt x="271" y="61"/>
                  </a:cubicBezTo>
                  <a:cubicBezTo>
                    <a:pt x="271" y="47"/>
                    <a:pt x="267" y="36"/>
                    <a:pt x="267" y="31"/>
                  </a:cubicBezTo>
                  <a:cubicBezTo>
                    <a:pt x="266" y="27"/>
                    <a:pt x="259" y="18"/>
                    <a:pt x="251" y="13"/>
                  </a:cubicBezTo>
                  <a:cubicBezTo>
                    <a:pt x="246" y="10"/>
                    <a:pt x="242" y="5"/>
                    <a:pt x="241" y="0"/>
                  </a:cubicBezTo>
                  <a:cubicBezTo>
                    <a:pt x="241" y="0"/>
                    <a:pt x="241" y="0"/>
                    <a:pt x="241" y="1"/>
                  </a:cubicBezTo>
                  <a:cubicBezTo>
                    <a:pt x="236" y="8"/>
                    <a:pt x="237" y="7"/>
                    <a:pt x="231" y="7"/>
                  </a:cubicBezTo>
                  <a:cubicBezTo>
                    <a:pt x="226" y="7"/>
                    <a:pt x="228" y="19"/>
                    <a:pt x="220" y="19"/>
                  </a:cubicBezTo>
                  <a:cubicBezTo>
                    <a:pt x="212" y="19"/>
                    <a:pt x="215" y="28"/>
                    <a:pt x="210" y="28"/>
                  </a:cubicBezTo>
                  <a:cubicBezTo>
                    <a:pt x="204" y="28"/>
                    <a:pt x="200" y="22"/>
                    <a:pt x="200" y="22"/>
                  </a:cubicBezTo>
                  <a:cubicBezTo>
                    <a:pt x="177" y="22"/>
                    <a:pt x="177" y="22"/>
                    <a:pt x="177" y="22"/>
                  </a:cubicBezTo>
                  <a:cubicBezTo>
                    <a:pt x="177" y="22"/>
                    <a:pt x="172" y="17"/>
                    <a:pt x="169" y="19"/>
                  </a:cubicBezTo>
                  <a:cubicBezTo>
                    <a:pt x="166" y="21"/>
                    <a:pt x="163" y="24"/>
                    <a:pt x="163" y="24"/>
                  </a:cubicBezTo>
                  <a:cubicBezTo>
                    <a:pt x="55" y="24"/>
                    <a:pt x="55" y="24"/>
                    <a:pt x="55" y="24"/>
                  </a:cubicBezTo>
                  <a:cubicBezTo>
                    <a:pt x="55" y="45"/>
                    <a:pt x="55" y="61"/>
                    <a:pt x="55" y="61"/>
                  </a:cubicBezTo>
                  <a:cubicBezTo>
                    <a:pt x="39" y="61"/>
                    <a:pt x="39" y="61"/>
                    <a:pt x="39" y="61"/>
                  </a:cubicBezTo>
                  <a:cubicBezTo>
                    <a:pt x="39" y="118"/>
                    <a:pt x="39" y="118"/>
                    <a:pt x="39" y="118"/>
                  </a:cubicBezTo>
                  <a:cubicBezTo>
                    <a:pt x="39" y="118"/>
                    <a:pt x="40" y="136"/>
                    <a:pt x="36" y="137"/>
                  </a:cubicBezTo>
                  <a:cubicBezTo>
                    <a:pt x="33" y="138"/>
                    <a:pt x="21" y="141"/>
                    <a:pt x="21" y="147"/>
                  </a:cubicBezTo>
                  <a:cubicBezTo>
                    <a:pt x="21" y="152"/>
                    <a:pt x="20" y="156"/>
                    <a:pt x="15" y="157"/>
                  </a:cubicBezTo>
                  <a:cubicBezTo>
                    <a:pt x="9" y="158"/>
                    <a:pt x="15" y="170"/>
                    <a:pt x="7" y="170"/>
                  </a:cubicBezTo>
                  <a:cubicBezTo>
                    <a:pt x="0" y="170"/>
                    <a:pt x="10" y="179"/>
                    <a:pt x="6" y="184"/>
                  </a:cubicBezTo>
                  <a:cubicBezTo>
                    <a:pt x="2" y="188"/>
                    <a:pt x="3" y="193"/>
                    <a:pt x="8" y="193"/>
                  </a:cubicBezTo>
                  <a:cubicBezTo>
                    <a:pt x="14" y="193"/>
                    <a:pt x="11" y="200"/>
                    <a:pt x="11" y="206"/>
                  </a:cubicBezTo>
                  <a:cubicBezTo>
                    <a:pt x="11" y="213"/>
                    <a:pt x="20" y="217"/>
                    <a:pt x="20" y="217"/>
                  </a:cubicBezTo>
                  <a:cubicBezTo>
                    <a:pt x="18" y="225"/>
                    <a:pt x="18" y="225"/>
                    <a:pt x="18" y="225"/>
                  </a:cubicBezTo>
                  <a:cubicBezTo>
                    <a:pt x="18" y="225"/>
                    <a:pt x="30" y="239"/>
                    <a:pt x="31" y="242"/>
                  </a:cubicBezTo>
                  <a:cubicBezTo>
                    <a:pt x="32" y="245"/>
                    <a:pt x="39" y="254"/>
                    <a:pt x="32" y="257"/>
                  </a:cubicBezTo>
                  <a:cubicBezTo>
                    <a:pt x="26" y="261"/>
                    <a:pt x="30" y="264"/>
                    <a:pt x="30" y="264"/>
                  </a:cubicBezTo>
                  <a:cubicBezTo>
                    <a:pt x="38" y="265"/>
                    <a:pt x="38" y="265"/>
                    <a:pt x="38" y="265"/>
                  </a:cubicBezTo>
                  <a:cubicBezTo>
                    <a:pt x="38" y="266"/>
                    <a:pt x="38" y="266"/>
                    <a:pt x="38" y="266"/>
                  </a:cubicBezTo>
                  <a:cubicBezTo>
                    <a:pt x="39" y="259"/>
                    <a:pt x="39" y="259"/>
                    <a:pt x="39" y="259"/>
                  </a:cubicBezTo>
                  <a:cubicBezTo>
                    <a:pt x="42" y="254"/>
                    <a:pt x="42" y="254"/>
                    <a:pt x="42" y="254"/>
                  </a:cubicBezTo>
                  <a:cubicBezTo>
                    <a:pt x="44" y="245"/>
                    <a:pt x="44" y="245"/>
                    <a:pt x="44" y="245"/>
                  </a:cubicBezTo>
                  <a:cubicBezTo>
                    <a:pt x="44" y="245"/>
                    <a:pt x="52" y="235"/>
                    <a:pt x="53" y="234"/>
                  </a:cubicBezTo>
                  <a:cubicBezTo>
                    <a:pt x="53" y="234"/>
                    <a:pt x="53" y="232"/>
                    <a:pt x="54" y="231"/>
                  </a:cubicBezTo>
                  <a:cubicBezTo>
                    <a:pt x="54" y="230"/>
                    <a:pt x="54" y="228"/>
                    <a:pt x="56" y="228"/>
                  </a:cubicBezTo>
                  <a:cubicBezTo>
                    <a:pt x="58" y="228"/>
                    <a:pt x="63" y="227"/>
                    <a:pt x="64" y="227"/>
                  </a:cubicBezTo>
                  <a:cubicBezTo>
                    <a:pt x="66" y="226"/>
                    <a:pt x="68" y="227"/>
                    <a:pt x="69" y="226"/>
                  </a:cubicBezTo>
                  <a:cubicBezTo>
                    <a:pt x="69" y="226"/>
                    <a:pt x="69" y="229"/>
                    <a:pt x="69" y="230"/>
                  </a:cubicBezTo>
                  <a:cubicBezTo>
                    <a:pt x="69" y="231"/>
                    <a:pt x="70" y="232"/>
                    <a:pt x="72" y="233"/>
                  </a:cubicBezTo>
                  <a:cubicBezTo>
                    <a:pt x="73" y="234"/>
                    <a:pt x="74" y="234"/>
                    <a:pt x="75" y="237"/>
                  </a:cubicBezTo>
                  <a:cubicBezTo>
                    <a:pt x="76" y="241"/>
                    <a:pt x="77" y="244"/>
                    <a:pt x="80" y="244"/>
                  </a:cubicBezTo>
                  <a:cubicBezTo>
                    <a:pt x="83" y="245"/>
                    <a:pt x="88" y="243"/>
                    <a:pt x="89" y="242"/>
                  </a:cubicBezTo>
                  <a:cubicBezTo>
                    <a:pt x="91" y="241"/>
                    <a:pt x="93" y="240"/>
                    <a:pt x="97" y="241"/>
                  </a:cubicBezTo>
                  <a:cubicBezTo>
                    <a:pt x="101" y="241"/>
                    <a:pt x="104" y="241"/>
                    <a:pt x="104" y="241"/>
                  </a:cubicBezTo>
                  <a:cubicBezTo>
                    <a:pt x="123" y="239"/>
                    <a:pt x="123" y="239"/>
                    <a:pt x="123" y="239"/>
                  </a:cubicBezTo>
                  <a:cubicBezTo>
                    <a:pt x="125" y="239"/>
                    <a:pt x="132" y="239"/>
                    <a:pt x="132" y="238"/>
                  </a:cubicBezTo>
                  <a:cubicBezTo>
                    <a:pt x="133" y="237"/>
                    <a:pt x="132" y="230"/>
                    <a:pt x="133" y="230"/>
                  </a:cubicBezTo>
                  <a:cubicBezTo>
                    <a:pt x="134" y="230"/>
                    <a:pt x="140" y="227"/>
                    <a:pt x="140" y="227"/>
                  </a:cubicBezTo>
                  <a:cubicBezTo>
                    <a:pt x="141" y="227"/>
                    <a:pt x="146" y="231"/>
                    <a:pt x="147" y="232"/>
                  </a:cubicBezTo>
                  <a:cubicBezTo>
                    <a:pt x="148" y="232"/>
                    <a:pt x="149" y="234"/>
                    <a:pt x="151" y="235"/>
                  </a:cubicBezTo>
                  <a:cubicBezTo>
                    <a:pt x="152" y="235"/>
                    <a:pt x="155" y="238"/>
                    <a:pt x="155" y="238"/>
                  </a:cubicBezTo>
                  <a:cubicBezTo>
                    <a:pt x="156" y="238"/>
                    <a:pt x="161" y="239"/>
                    <a:pt x="162" y="238"/>
                  </a:cubicBezTo>
                  <a:cubicBezTo>
                    <a:pt x="164" y="237"/>
                    <a:pt x="166" y="234"/>
                    <a:pt x="167" y="232"/>
                  </a:cubicBezTo>
                  <a:cubicBezTo>
                    <a:pt x="169" y="230"/>
                    <a:pt x="173" y="225"/>
                    <a:pt x="174" y="222"/>
                  </a:cubicBezTo>
                  <a:cubicBezTo>
                    <a:pt x="176" y="218"/>
                    <a:pt x="178" y="217"/>
                    <a:pt x="181" y="215"/>
                  </a:cubicBezTo>
                  <a:cubicBezTo>
                    <a:pt x="183" y="214"/>
                    <a:pt x="185" y="212"/>
                    <a:pt x="184" y="211"/>
                  </a:cubicBezTo>
                  <a:cubicBezTo>
                    <a:pt x="183" y="209"/>
                    <a:pt x="183" y="206"/>
                    <a:pt x="183" y="204"/>
                  </a:cubicBezTo>
                  <a:cubicBezTo>
                    <a:pt x="183" y="202"/>
                    <a:pt x="183" y="199"/>
                    <a:pt x="182" y="199"/>
                  </a:cubicBezTo>
                  <a:cubicBezTo>
                    <a:pt x="182" y="199"/>
                    <a:pt x="180" y="197"/>
                    <a:pt x="180" y="196"/>
                  </a:cubicBezTo>
                  <a:cubicBezTo>
                    <a:pt x="190" y="196"/>
                    <a:pt x="190" y="196"/>
                    <a:pt x="190" y="196"/>
                  </a:cubicBezTo>
                  <a:cubicBezTo>
                    <a:pt x="190" y="191"/>
                    <a:pt x="190" y="191"/>
                    <a:pt x="190" y="191"/>
                  </a:cubicBezTo>
                  <a:cubicBezTo>
                    <a:pt x="197" y="191"/>
                    <a:pt x="197" y="191"/>
                    <a:pt x="197" y="191"/>
                  </a:cubicBezTo>
                  <a:cubicBezTo>
                    <a:pt x="197" y="191"/>
                    <a:pt x="197" y="195"/>
                    <a:pt x="196" y="196"/>
                  </a:cubicBezTo>
                  <a:cubicBezTo>
                    <a:pt x="196" y="197"/>
                    <a:pt x="197" y="199"/>
                    <a:pt x="197" y="200"/>
                  </a:cubicBezTo>
                  <a:cubicBezTo>
                    <a:pt x="197" y="201"/>
                    <a:pt x="196" y="202"/>
                    <a:pt x="196" y="203"/>
                  </a:cubicBezTo>
                  <a:cubicBezTo>
                    <a:pt x="196" y="204"/>
                    <a:pt x="197" y="207"/>
                    <a:pt x="197" y="209"/>
                  </a:cubicBezTo>
                  <a:cubicBezTo>
                    <a:pt x="196" y="211"/>
                    <a:pt x="196" y="219"/>
                    <a:pt x="197" y="219"/>
                  </a:cubicBezTo>
                  <a:cubicBezTo>
                    <a:pt x="197" y="219"/>
                    <a:pt x="199" y="220"/>
                    <a:pt x="200" y="220"/>
                  </a:cubicBezTo>
                  <a:cubicBezTo>
                    <a:pt x="201" y="220"/>
                    <a:pt x="203" y="224"/>
                    <a:pt x="204" y="225"/>
                  </a:cubicBezTo>
                  <a:cubicBezTo>
                    <a:pt x="205" y="227"/>
                    <a:pt x="210" y="230"/>
                    <a:pt x="211" y="231"/>
                  </a:cubicBezTo>
                  <a:cubicBezTo>
                    <a:pt x="212" y="233"/>
                    <a:pt x="211" y="238"/>
                    <a:pt x="210" y="240"/>
                  </a:cubicBezTo>
                  <a:cubicBezTo>
                    <a:pt x="208" y="241"/>
                    <a:pt x="209" y="243"/>
                    <a:pt x="209" y="243"/>
                  </a:cubicBezTo>
                  <a:cubicBezTo>
                    <a:pt x="212" y="245"/>
                    <a:pt x="212" y="245"/>
                    <a:pt x="212" y="245"/>
                  </a:cubicBezTo>
                  <a:cubicBezTo>
                    <a:pt x="215" y="246"/>
                    <a:pt x="215" y="246"/>
                    <a:pt x="215" y="246"/>
                  </a:cubicBezTo>
                  <a:cubicBezTo>
                    <a:pt x="217" y="240"/>
                    <a:pt x="222" y="236"/>
                    <a:pt x="219" y="233"/>
                  </a:cubicBezTo>
                  <a:cubicBezTo>
                    <a:pt x="216" y="230"/>
                    <a:pt x="223" y="228"/>
                    <a:pt x="227" y="225"/>
                  </a:cubicBezTo>
                  <a:cubicBezTo>
                    <a:pt x="231" y="222"/>
                    <a:pt x="228" y="212"/>
                    <a:pt x="233" y="208"/>
                  </a:cubicBezTo>
                  <a:cubicBezTo>
                    <a:pt x="237" y="203"/>
                    <a:pt x="240" y="195"/>
                    <a:pt x="243" y="195"/>
                  </a:cubicBezTo>
                  <a:cubicBezTo>
                    <a:pt x="247" y="195"/>
                    <a:pt x="251" y="190"/>
                    <a:pt x="251" y="186"/>
                  </a:cubicBezTo>
                  <a:cubicBezTo>
                    <a:pt x="251" y="182"/>
                    <a:pt x="259" y="173"/>
                    <a:pt x="258" y="165"/>
                  </a:cubicBezTo>
                  <a:cubicBezTo>
                    <a:pt x="257" y="158"/>
                    <a:pt x="253" y="148"/>
                    <a:pt x="259" y="141"/>
                  </a:cubicBezTo>
                  <a:cubicBezTo>
                    <a:pt x="264" y="135"/>
                    <a:pt x="266" y="129"/>
                    <a:pt x="265" y="124"/>
                  </a:cubicBezTo>
                  <a:cubicBezTo>
                    <a:pt x="264" y="118"/>
                    <a:pt x="272" y="117"/>
                    <a:pt x="275" y="114"/>
                  </a:cubicBezTo>
                  <a:cubicBezTo>
                    <a:pt x="277" y="112"/>
                    <a:pt x="286" y="108"/>
                    <a:pt x="292" y="98"/>
                  </a:cubicBezTo>
                  <a:cubicBezTo>
                    <a:pt x="288" y="93"/>
                    <a:pt x="284" y="89"/>
                    <a:pt x="281" y="88"/>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4" name="Google Shape;144;p31"/>
            <p:cNvSpPr/>
            <p:nvPr/>
          </p:nvSpPr>
          <p:spPr>
            <a:xfrm>
              <a:off x="5504057" y="2516271"/>
              <a:ext cx="33339" cy="93666"/>
            </a:xfrm>
            <a:custGeom>
              <a:avLst/>
              <a:gdLst/>
              <a:ahLst/>
              <a:cxnLst/>
              <a:rect l="l" t="t" r="r" b="b"/>
              <a:pathLst>
                <a:path w="26" h="74" extrusionOk="0">
                  <a:moveTo>
                    <a:pt x="24" y="16"/>
                  </a:moveTo>
                  <a:cubicBezTo>
                    <a:pt x="25" y="13"/>
                    <a:pt x="25" y="8"/>
                    <a:pt x="26" y="4"/>
                  </a:cubicBezTo>
                  <a:cubicBezTo>
                    <a:pt x="17" y="0"/>
                    <a:pt x="17" y="0"/>
                    <a:pt x="17" y="0"/>
                  </a:cubicBezTo>
                  <a:cubicBezTo>
                    <a:pt x="16" y="3"/>
                    <a:pt x="15" y="6"/>
                    <a:pt x="14" y="9"/>
                  </a:cubicBezTo>
                  <a:cubicBezTo>
                    <a:pt x="13" y="18"/>
                    <a:pt x="4" y="34"/>
                    <a:pt x="0" y="40"/>
                  </a:cubicBezTo>
                  <a:cubicBezTo>
                    <a:pt x="13" y="71"/>
                    <a:pt x="13" y="71"/>
                    <a:pt x="13" y="71"/>
                  </a:cubicBezTo>
                  <a:cubicBezTo>
                    <a:pt x="12" y="73"/>
                    <a:pt x="12" y="73"/>
                    <a:pt x="12" y="73"/>
                  </a:cubicBezTo>
                  <a:cubicBezTo>
                    <a:pt x="13" y="73"/>
                    <a:pt x="13" y="74"/>
                    <a:pt x="14" y="74"/>
                  </a:cubicBezTo>
                  <a:cubicBezTo>
                    <a:pt x="15" y="64"/>
                    <a:pt x="18" y="51"/>
                    <a:pt x="20" y="49"/>
                  </a:cubicBezTo>
                  <a:cubicBezTo>
                    <a:pt x="21" y="47"/>
                    <a:pt x="21" y="44"/>
                    <a:pt x="22" y="40"/>
                  </a:cubicBezTo>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5" name="Google Shape;145;p31"/>
            <p:cNvSpPr/>
            <p:nvPr/>
          </p:nvSpPr>
          <p:spPr>
            <a:xfrm>
              <a:off x="5526283" y="2479757"/>
              <a:ext cx="34926" cy="41276"/>
            </a:xfrm>
            <a:custGeom>
              <a:avLst/>
              <a:gdLst/>
              <a:ahLst/>
              <a:cxnLst/>
              <a:rect l="l" t="t" r="r" b="b"/>
              <a:pathLst>
                <a:path w="27" h="33" extrusionOk="0">
                  <a:moveTo>
                    <a:pt x="22" y="14"/>
                  </a:moveTo>
                  <a:cubicBezTo>
                    <a:pt x="25" y="11"/>
                    <a:pt x="27" y="0"/>
                    <a:pt x="13" y="1"/>
                  </a:cubicBezTo>
                  <a:cubicBezTo>
                    <a:pt x="13" y="1"/>
                    <a:pt x="13" y="2"/>
                    <a:pt x="13" y="3"/>
                  </a:cubicBezTo>
                  <a:cubicBezTo>
                    <a:pt x="13" y="8"/>
                    <a:pt x="5" y="19"/>
                    <a:pt x="0" y="29"/>
                  </a:cubicBezTo>
                  <a:cubicBezTo>
                    <a:pt x="8" y="33"/>
                    <a:pt x="8" y="33"/>
                    <a:pt x="8" y="33"/>
                  </a:cubicBezTo>
                  <a:cubicBezTo>
                    <a:pt x="13" y="25"/>
                    <a:pt x="19" y="17"/>
                    <a:pt x="22" y="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6" name="Google Shape;146;p31"/>
            <p:cNvSpPr/>
            <p:nvPr/>
          </p:nvSpPr>
          <p:spPr>
            <a:xfrm>
              <a:off x="5523108" y="2536909"/>
              <a:ext cx="12700" cy="30164"/>
            </a:xfrm>
            <a:custGeom>
              <a:avLst/>
              <a:gdLst/>
              <a:ahLst/>
              <a:cxnLst/>
              <a:rect l="l" t="t" r="r" b="b"/>
              <a:pathLst>
                <a:path w="9" h="24" extrusionOk="0">
                  <a:moveTo>
                    <a:pt x="4" y="0"/>
                  </a:moveTo>
                  <a:cubicBezTo>
                    <a:pt x="1" y="1"/>
                    <a:pt x="0" y="11"/>
                    <a:pt x="0" y="13"/>
                  </a:cubicBezTo>
                  <a:cubicBezTo>
                    <a:pt x="0" y="14"/>
                    <a:pt x="2" y="19"/>
                    <a:pt x="7" y="24"/>
                  </a:cubicBezTo>
                  <a:cubicBezTo>
                    <a:pt x="8" y="16"/>
                    <a:pt x="8" y="6"/>
                    <a:pt x="9" y="3"/>
                  </a:cubicBezTo>
                  <a:cubicBezTo>
                    <a:pt x="9" y="3"/>
                    <a:pt x="9" y="1"/>
                    <a:pt x="9" y="0"/>
                  </a:cubicBezTo>
                  <a:cubicBezTo>
                    <a:pt x="7" y="0"/>
                    <a:pt x="5" y="0"/>
                    <a:pt x="4"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7" name="Google Shape;147;p31"/>
            <p:cNvSpPr/>
            <p:nvPr/>
          </p:nvSpPr>
          <p:spPr>
            <a:xfrm>
              <a:off x="5523108" y="2516271"/>
              <a:ext cx="93666" cy="103191"/>
            </a:xfrm>
            <a:custGeom>
              <a:avLst/>
              <a:gdLst/>
              <a:ahLst/>
              <a:cxnLst/>
              <a:rect l="l" t="t" r="r" b="b"/>
              <a:pathLst>
                <a:path w="74" h="83" extrusionOk="0">
                  <a:moveTo>
                    <a:pt x="69" y="0"/>
                  </a:moveTo>
                  <a:cubicBezTo>
                    <a:pt x="58" y="6"/>
                    <a:pt x="48" y="11"/>
                    <a:pt x="46" y="11"/>
                  </a:cubicBezTo>
                  <a:cubicBezTo>
                    <a:pt x="41" y="12"/>
                    <a:pt x="30" y="20"/>
                    <a:pt x="30" y="20"/>
                  </a:cubicBezTo>
                  <a:cubicBezTo>
                    <a:pt x="14" y="12"/>
                    <a:pt x="14" y="12"/>
                    <a:pt x="14" y="12"/>
                  </a:cubicBezTo>
                  <a:cubicBezTo>
                    <a:pt x="12" y="5"/>
                    <a:pt x="12" y="5"/>
                    <a:pt x="12" y="5"/>
                  </a:cubicBezTo>
                  <a:cubicBezTo>
                    <a:pt x="12" y="5"/>
                    <a:pt x="12" y="5"/>
                    <a:pt x="12" y="5"/>
                  </a:cubicBezTo>
                  <a:cubicBezTo>
                    <a:pt x="11" y="11"/>
                    <a:pt x="10" y="18"/>
                    <a:pt x="10" y="20"/>
                  </a:cubicBezTo>
                  <a:cubicBezTo>
                    <a:pt x="9" y="25"/>
                    <a:pt x="9" y="45"/>
                    <a:pt x="6" y="50"/>
                  </a:cubicBezTo>
                  <a:cubicBezTo>
                    <a:pt x="4" y="52"/>
                    <a:pt x="1" y="65"/>
                    <a:pt x="0" y="75"/>
                  </a:cubicBezTo>
                  <a:cubicBezTo>
                    <a:pt x="6" y="78"/>
                    <a:pt x="12" y="82"/>
                    <a:pt x="16" y="82"/>
                  </a:cubicBezTo>
                  <a:cubicBezTo>
                    <a:pt x="22" y="83"/>
                    <a:pt x="30" y="76"/>
                    <a:pt x="30" y="71"/>
                  </a:cubicBezTo>
                  <a:cubicBezTo>
                    <a:pt x="30" y="67"/>
                    <a:pt x="35" y="67"/>
                    <a:pt x="41" y="67"/>
                  </a:cubicBezTo>
                  <a:cubicBezTo>
                    <a:pt x="46" y="67"/>
                    <a:pt x="47" y="60"/>
                    <a:pt x="51" y="58"/>
                  </a:cubicBezTo>
                  <a:cubicBezTo>
                    <a:pt x="55" y="56"/>
                    <a:pt x="42" y="44"/>
                    <a:pt x="38" y="43"/>
                  </a:cubicBezTo>
                  <a:cubicBezTo>
                    <a:pt x="34" y="42"/>
                    <a:pt x="41" y="32"/>
                    <a:pt x="55" y="32"/>
                  </a:cubicBezTo>
                  <a:cubicBezTo>
                    <a:pt x="69" y="31"/>
                    <a:pt x="66" y="26"/>
                    <a:pt x="73" y="26"/>
                  </a:cubicBezTo>
                  <a:cubicBezTo>
                    <a:pt x="74" y="26"/>
                    <a:pt x="74" y="26"/>
                    <a:pt x="74" y="26"/>
                  </a:cubicBezTo>
                  <a:cubicBezTo>
                    <a:pt x="73" y="20"/>
                    <a:pt x="71" y="13"/>
                    <a:pt x="70" y="9"/>
                  </a:cubicBezTo>
                  <a:cubicBezTo>
                    <a:pt x="70" y="7"/>
                    <a:pt x="69" y="3"/>
                    <a:pt x="69"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8" name="Google Shape;148;p31"/>
            <p:cNvSpPr/>
            <p:nvPr/>
          </p:nvSpPr>
          <p:spPr>
            <a:xfrm>
              <a:off x="4521360" y="2289251"/>
              <a:ext cx="85728" cy="138117"/>
            </a:xfrm>
            <a:custGeom>
              <a:avLst/>
              <a:gdLst/>
              <a:ahLst/>
              <a:cxnLst/>
              <a:rect l="l" t="t" r="r" b="b"/>
              <a:pathLst>
                <a:path w="66" h="110" extrusionOk="0">
                  <a:moveTo>
                    <a:pt x="48" y="90"/>
                  </a:moveTo>
                  <a:cubicBezTo>
                    <a:pt x="55" y="88"/>
                    <a:pt x="46" y="83"/>
                    <a:pt x="44" y="81"/>
                  </a:cubicBezTo>
                  <a:cubicBezTo>
                    <a:pt x="42" y="79"/>
                    <a:pt x="45" y="71"/>
                    <a:pt x="49" y="71"/>
                  </a:cubicBezTo>
                  <a:cubicBezTo>
                    <a:pt x="52" y="71"/>
                    <a:pt x="49" y="67"/>
                    <a:pt x="44" y="62"/>
                  </a:cubicBezTo>
                  <a:cubicBezTo>
                    <a:pt x="38" y="57"/>
                    <a:pt x="44" y="55"/>
                    <a:pt x="48" y="55"/>
                  </a:cubicBezTo>
                  <a:cubicBezTo>
                    <a:pt x="52" y="55"/>
                    <a:pt x="47" y="47"/>
                    <a:pt x="51" y="43"/>
                  </a:cubicBezTo>
                  <a:cubicBezTo>
                    <a:pt x="56" y="38"/>
                    <a:pt x="50" y="30"/>
                    <a:pt x="50" y="26"/>
                  </a:cubicBezTo>
                  <a:cubicBezTo>
                    <a:pt x="50" y="22"/>
                    <a:pt x="56" y="21"/>
                    <a:pt x="61" y="16"/>
                  </a:cubicBezTo>
                  <a:cubicBezTo>
                    <a:pt x="66" y="11"/>
                    <a:pt x="57" y="13"/>
                    <a:pt x="57" y="9"/>
                  </a:cubicBezTo>
                  <a:cubicBezTo>
                    <a:pt x="57" y="5"/>
                    <a:pt x="50" y="4"/>
                    <a:pt x="46" y="7"/>
                  </a:cubicBezTo>
                  <a:cubicBezTo>
                    <a:pt x="42" y="10"/>
                    <a:pt x="43" y="7"/>
                    <a:pt x="39" y="7"/>
                  </a:cubicBezTo>
                  <a:cubicBezTo>
                    <a:pt x="35" y="7"/>
                    <a:pt x="28" y="9"/>
                    <a:pt x="28" y="5"/>
                  </a:cubicBezTo>
                  <a:cubicBezTo>
                    <a:pt x="28" y="1"/>
                    <a:pt x="25" y="0"/>
                    <a:pt x="22" y="4"/>
                  </a:cubicBezTo>
                  <a:cubicBezTo>
                    <a:pt x="21" y="5"/>
                    <a:pt x="19" y="6"/>
                    <a:pt x="17" y="6"/>
                  </a:cubicBezTo>
                  <a:cubicBezTo>
                    <a:pt x="17" y="11"/>
                    <a:pt x="16" y="16"/>
                    <a:pt x="18" y="18"/>
                  </a:cubicBezTo>
                  <a:cubicBezTo>
                    <a:pt x="21" y="24"/>
                    <a:pt x="14" y="52"/>
                    <a:pt x="7" y="60"/>
                  </a:cubicBezTo>
                  <a:cubicBezTo>
                    <a:pt x="0" y="68"/>
                    <a:pt x="7" y="70"/>
                    <a:pt x="14" y="76"/>
                  </a:cubicBezTo>
                  <a:cubicBezTo>
                    <a:pt x="21" y="81"/>
                    <a:pt x="16" y="101"/>
                    <a:pt x="16" y="106"/>
                  </a:cubicBezTo>
                  <a:cubicBezTo>
                    <a:pt x="16" y="110"/>
                    <a:pt x="22" y="109"/>
                    <a:pt x="29" y="109"/>
                  </a:cubicBezTo>
                  <a:cubicBezTo>
                    <a:pt x="34" y="109"/>
                    <a:pt x="39" y="107"/>
                    <a:pt x="44" y="106"/>
                  </a:cubicBezTo>
                  <a:cubicBezTo>
                    <a:pt x="42" y="104"/>
                    <a:pt x="41" y="102"/>
                    <a:pt x="41" y="101"/>
                  </a:cubicBezTo>
                  <a:cubicBezTo>
                    <a:pt x="41" y="97"/>
                    <a:pt x="41" y="91"/>
                    <a:pt x="48" y="9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49" name="Google Shape;149;p31"/>
            <p:cNvSpPr/>
            <p:nvPr/>
          </p:nvSpPr>
          <p:spPr>
            <a:xfrm>
              <a:off x="4507072" y="1916176"/>
              <a:ext cx="101604" cy="111129"/>
            </a:xfrm>
            <a:custGeom>
              <a:avLst/>
              <a:gdLst/>
              <a:ahLst/>
              <a:cxnLst/>
              <a:rect l="l" t="t" r="r" b="b"/>
              <a:pathLst>
                <a:path w="80" h="89" extrusionOk="0">
                  <a:moveTo>
                    <a:pt x="71" y="28"/>
                  </a:moveTo>
                  <a:cubicBezTo>
                    <a:pt x="69" y="27"/>
                    <a:pt x="67" y="25"/>
                    <a:pt x="65" y="23"/>
                  </a:cubicBezTo>
                  <a:cubicBezTo>
                    <a:pt x="59" y="15"/>
                    <a:pt x="56" y="21"/>
                    <a:pt x="55" y="26"/>
                  </a:cubicBezTo>
                  <a:cubicBezTo>
                    <a:pt x="54" y="31"/>
                    <a:pt x="48" y="25"/>
                    <a:pt x="44" y="24"/>
                  </a:cubicBezTo>
                  <a:cubicBezTo>
                    <a:pt x="40" y="23"/>
                    <a:pt x="45" y="16"/>
                    <a:pt x="48" y="14"/>
                  </a:cubicBezTo>
                  <a:cubicBezTo>
                    <a:pt x="50" y="12"/>
                    <a:pt x="52" y="9"/>
                    <a:pt x="53" y="4"/>
                  </a:cubicBezTo>
                  <a:cubicBezTo>
                    <a:pt x="52" y="4"/>
                    <a:pt x="51" y="3"/>
                    <a:pt x="51" y="3"/>
                  </a:cubicBezTo>
                  <a:cubicBezTo>
                    <a:pt x="43" y="0"/>
                    <a:pt x="33" y="0"/>
                    <a:pt x="33" y="7"/>
                  </a:cubicBezTo>
                  <a:cubicBezTo>
                    <a:pt x="33" y="13"/>
                    <a:pt x="41" y="11"/>
                    <a:pt x="41" y="15"/>
                  </a:cubicBezTo>
                  <a:cubicBezTo>
                    <a:pt x="41" y="19"/>
                    <a:pt x="33" y="18"/>
                    <a:pt x="27" y="22"/>
                  </a:cubicBezTo>
                  <a:cubicBezTo>
                    <a:pt x="21" y="27"/>
                    <a:pt x="14" y="20"/>
                    <a:pt x="8" y="23"/>
                  </a:cubicBezTo>
                  <a:cubicBezTo>
                    <a:pt x="2" y="26"/>
                    <a:pt x="15" y="29"/>
                    <a:pt x="10" y="36"/>
                  </a:cubicBezTo>
                  <a:cubicBezTo>
                    <a:pt x="5" y="43"/>
                    <a:pt x="10" y="42"/>
                    <a:pt x="18" y="49"/>
                  </a:cubicBezTo>
                  <a:cubicBezTo>
                    <a:pt x="26" y="55"/>
                    <a:pt x="14" y="56"/>
                    <a:pt x="14" y="63"/>
                  </a:cubicBezTo>
                  <a:cubicBezTo>
                    <a:pt x="14" y="70"/>
                    <a:pt x="4" y="70"/>
                    <a:pt x="2" y="75"/>
                  </a:cubicBezTo>
                  <a:cubicBezTo>
                    <a:pt x="0" y="80"/>
                    <a:pt x="10" y="89"/>
                    <a:pt x="19" y="89"/>
                  </a:cubicBezTo>
                  <a:cubicBezTo>
                    <a:pt x="26" y="89"/>
                    <a:pt x="41" y="85"/>
                    <a:pt x="50" y="76"/>
                  </a:cubicBezTo>
                  <a:cubicBezTo>
                    <a:pt x="59" y="68"/>
                    <a:pt x="63" y="76"/>
                    <a:pt x="71" y="72"/>
                  </a:cubicBezTo>
                  <a:cubicBezTo>
                    <a:pt x="80" y="68"/>
                    <a:pt x="75" y="37"/>
                    <a:pt x="71" y="31"/>
                  </a:cubicBezTo>
                  <a:cubicBezTo>
                    <a:pt x="71" y="30"/>
                    <a:pt x="71" y="29"/>
                    <a:pt x="71" y="2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0" name="Google Shape;150;p31"/>
            <p:cNvSpPr/>
            <p:nvPr/>
          </p:nvSpPr>
          <p:spPr>
            <a:xfrm>
              <a:off x="5008740" y="3672010"/>
              <a:ext cx="287348" cy="279409"/>
            </a:xfrm>
            <a:custGeom>
              <a:avLst/>
              <a:gdLst/>
              <a:ahLst/>
              <a:cxnLst/>
              <a:rect l="l" t="t" r="r" b="b"/>
              <a:pathLst>
                <a:path w="224" h="224" extrusionOk="0">
                  <a:moveTo>
                    <a:pt x="83" y="214"/>
                  </a:moveTo>
                  <a:cubicBezTo>
                    <a:pt x="83" y="211"/>
                    <a:pt x="89" y="204"/>
                    <a:pt x="93" y="209"/>
                  </a:cubicBezTo>
                  <a:cubicBezTo>
                    <a:pt x="96" y="214"/>
                    <a:pt x="95" y="222"/>
                    <a:pt x="102" y="222"/>
                  </a:cubicBezTo>
                  <a:cubicBezTo>
                    <a:pt x="109" y="222"/>
                    <a:pt x="122" y="224"/>
                    <a:pt x="125" y="221"/>
                  </a:cubicBezTo>
                  <a:cubicBezTo>
                    <a:pt x="127" y="218"/>
                    <a:pt x="136" y="215"/>
                    <a:pt x="136" y="210"/>
                  </a:cubicBezTo>
                  <a:cubicBezTo>
                    <a:pt x="136" y="204"/>
                    <a:pt x="136" y="98"/>
                    <a:pt x="136" y="93"/>
                  </a:cubicBezTo>
                  <a:cubicBezTo>
                    <a:pt x="136" y="89"/>
                    <a:pt x="154" y="93"/>
                    <a:pt x="154" y="87"/>
                  </a:cubicBezTo>
                  <a:cubicBezTo>
                    <a:pt x="154" y="80"/>
                    <a:pt x="154" y="26"/>
                    <a:pt x="154" y="26"/>
                  </a:cubicBezTo>
                  <a:cubicBezTo>
                    <a:pt x="154" y="26"/>
                    <a:pt x="167" y="25"/>
                    <a:pt x="170" y="24"/>
                  </a:cubicBezTo>
                  <a:cubicBezTo>
                    <a:pt x="174" y="23"/>
                    <a:pt x="187" y="16"/>
                    <a:pt x="190" y="18"/>
                  </a:cubicBezTo>
                  <a:cubicBezTo>
                    <a:pt x="193" y="20"/>
                    <a:pt x="198" y="28"/>
                    <a:pt x="200" y="25"/>
                  </a:cubicBezTo>
                  <a:cubicBezTo>
                    <a:pt x="202" y="23"/>
                    <a:pt x="207" y="17"/>
                    <a:pt x="212" y="17"/>
                  </a:cubicBezTo>
                  <a:cubicBezTo>
                    <a:pt x="215" y="17"/>
                    <a:pt x="220" y="16"/>
                    <a:pt x="224" y="15"/>
                  </a:cubicBezTo>
                  <a:cubicBezTo>
                    <a:pt x="223" y="13"/>
                    <a:pt x="223" y="12"/>
                    <a:pt x="223" y="11"/>
                  </a:cubicBezTo>
                  <a:cubicBezTo>
                    <a:pt x="223" y="7"/>
                    <a:pt x="191" y="12"/>
                    <a:pt x="186" y="14"/>
                  </a:cubicBezTo>
                  <a:cubicBezTo>
                    <a:pt x="180" y="15"/>
                    <a:pt x="164" y="18"/>
                    <a:pt x="158" y="15"/>
                  </a:cubicBezTo>
                  <a:cubicBezTo>
                    <a:pt x="153" y="13"/>
                    <a:pt x="119" y="15"/>
                    <a:pt x="119" y="15"/>
                  </a:cubicBezTo>
                  <a:cubicBezTo>
                    <a:pt x="113" y="9"/>
                    <a:pt x="113" y="9"/>
                    <a:pt x="113" y="9"/>
                  </a:cubicBezTo>
                  <a:cubicBezTo>
                    <a:pt x="113" y="9"/>
                    <a:pt x="59" y="9"/>
                    <a:pt x="52" y="9"/>
                  </a:cubicBezTo>
                  <a:cubicBezTo>
                    <a:pt x="46" y="9"/>
                    <a:pt x="42" y="8"/>
                    <a:pt x="37" y="5"/>
                  </a:cubicBezTo>
                  <a:cubicBezTo>
                    <a:pt x="31" y="1"/>
                    <a:pt x="26" y="1"/>
                    <a:pt x="20" y="4"/>
                  </a:cubicBezTo>
                  <a:cubicBezTo>
                    <a:pt x="14" y="7"/>
                    <a:pt x="16" y="0"/>
                    <a:pt x="12" y="0"/>
                  </a:cubicBezTo>
                  <a:cubicBezTo>
                    <a:pt x="7" y="0"/>
                    <a:pt x="6" y="5"/>
                    <a:pt x="6" y="5"/>
                  </a:cubicBezTo>
                  <a:cubicBezTo>
                    <a:pt x="0" y="6"/>
                    <a:pt x="0" y="6"/>
                    <a:pt x="0" y="6"/>
                  </a:cubicBezTo>
                  <a:cubicBezTo>
                    <a:pt x="0" y="12"/>
                    <a:pt x="4" y="22"/>
                    <a:pt x="10" y="29"/>
                  </a:cubicBezTo>
                  <a:cubicBezTo>
                    <a:pt x="16" y="37"/>
                    <a:pt x="23" y="52"/>
                    <a:pt x="27" y="65"/>
                  </a:cubicBezTo>
                  <a:cubicBezTo>
                    <a:pt x="31" y="78"/>
                    <a:pt x="42" y="92"/>
                    <a:pt x="45" y="102"/>
                  </a:cubicBezTo>
                  <a:cubicBezTo>
                    <a:pt x="48" y="112"/>
                    <a:pt x="43" y="126"/>
                    <a:pt x="46" y="132"/>
                  </a:cubicBezTo>
                  <a:cubicBezTo>
                    <a:pt x="49" y="138"/>
                    <a:pt x="51" y="149"/>
                    <a:pt x="52" y="159"/>
                  </a:cubicBezTo>
                  <a:cubicBezTo>
                    <a:pt x="54" y="170"/>
                    <a:pt x="55" y="193"/>
                    <a:pt x="64" y="202"/>
                  </a:cubicBezTo>
                  <a:cubicBezTo>
                    <a:pt x="68" y="206"/>
                    <a:pt x="72" y="211"/>
                    <a:pt x="75" y="216"/>
                  </a:cubicBezTo>
                  <a:cubicBezTo>
                    <a:pt x="80" y="217"/>
                    <a:pt x="83" y="217"/>
                    <a:pt x="83" y="2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1" name="Google Shape;151;p31"/>
            <p:cNvSpPr/>
            <p:nvPr/>
          </p:nvSpPr>
          <p:spPr>
            <a:xfrm>
              <a:off x="5296087" y="3641847"/>
              <a:ext cx="180981" cy="152405"/>
            </a:xfrm>
            <a:custGeom>
              <a:avLst/>
              <a:gdLst/>
              <a:ahLst/>
              <a:cxnLst/>
              <a:rect l="l" t="t" r="r" b="b"/>
              <a:pathLst>
                <a:path w="141" h="122" extrusionOk="0">
                  <a:moveTo>
                    <a:pt x="94" y="5"/>
                  </a:moveTo>
                  <a:cubicBezTo>
                    <a:pt x="91" y="0"/>
                    <a:pt x="91" y="0"/>
                    <a:pt x="91" y="0"/>
                  </a:cubicBezTo>
                  <a:cubicBezTo>
                    <a:pt x="76" y="0"/>
                    <a:pt x="76" y="0"/>
                    <a:pt x="76" y="0"/>
                  </a:cubicBezTo>
                  <a:cubicBezTo>
                    <a:pt x="66" y="3"/>
                    <a:pt x="66" y="6"/>
                    <a:pt x="66" y="9"/>
                  </a:cubicBezTo>
                  <a:cubicBezTo>
                    <a:pt x="66" y="12"/>
                    <a:pt x="56" y="19"/>
                    <a:pt x="50" y="21"/>
                  </a:cubicBezTo>
                  <a:cubicBezTo>
                    <a:pt x="43" y="24"/>
                    <a:pt x="36" y="39"/>
                    <a:pt x="31" y="41"/>
                  </a:cubicBezTo>
                  <a:cubicBezTo>
                    <a:pt x="27" y="43"/>
                    <a:pt x="13" y="38"/>
                    <a:pt x="9" y="38"/>
                  </a:cubicBezTo>
                  <a:cubicBezTo>
                    <a:pt x="7" y="37"/>
                    <a:pt x="4" y="38"/>
                    <a:pt x="0" y="39"/>
                  </a:cubicBezTo>
                  <a:cubicBezTo>
                    <a:pt x="3" y="44"/>
                    <a:pt x="8" y="49"/>
                    <a:pt x="10" y="49"/>
                  </a:cubicBezTo>
                  <a:cubicBezTo>
                    <a:pt x="13" y="49"/>
                    <a:pt x="14" y="68"/>
                    <a:pt x="20" y="70"/>
                  </a:cubicBezTo>
                  <a:cubicBezTo>
                    <a:pt x="26" y="73"/>
                    <a:pt x="37" y="79"/>
                    <a:pt x="37" y="83"/>
                  </a:cubicBezTo>
                  <a:cubicBezTo>
                    <a:pt x="37" y="86"/>
                    <a:pt x="44" y="91"/>
                    <a:pt x="44" y="96"/>
                  </a:cubicBezTo>
                  <a:cubicBezTo>
                    <a:pt x="44" y="101"/>
                    <a:pt x="51" y="108"/>
                    <a:pt x="57" y="108"/>
                  </a:cubicBezTo>
                  <a:cubicBezTo>
                    <a:pt x="68" y="108"/>
                    <a:pt x="69" y="112"/>
                    <a:pt x="69" y="116"/>
                  </a:cubicBezTo>
                  <a:cubicBezTo>
                    <a:pt x="69" y="119"/>
                    <a:pt x="84" y="116"/>
                    <a:pt x="86" y="119"/>
                  </a:cubicBezTo>
                  <a:cubicBezTo>
                    <a:pt x="88" y="122"/>
                    <a:pt x="103" y="121"/>
                    <a:pt x="106" y="122"/>
                  </a:cubicBezTo>
                  <a:cubicBezTo>
                    <a:pt x="112" y="116"/>
                    <a:pt x="121" y="109"/>
                    <a:pt x="124" y="105"/>
                  </a:cubicBezTo>
                  <a:cubicBezTo>
                    <a:pt x="129" y="98"/>
                    <a:pt x="125" y="90"/>
                    <a:pt x="129" y="87"/>
                  </a:cubicBezTo>
                  <a:cubicBezTo>
                    <a:pt x="133" y="85"/>
                    <a:pt x="141" y="75"/>
                    <a:pt x="138" y="74"/>
                  </a:cubicBezTo>
                  <a:cubicBezTo>
                    <a:pt x="135" y="73"/>
                    <a:pt x="137" y="66"/>
                    <a:pt x="133" y="61"/>
                  </a:cubicBezTo>
                  <a:cubicBezTo>
                    <a:pt x="128" y="56"/>
                    <a:pt x="138" y="54"/>
                    <a:pt x="137" y="45"/>
                  </a:cubicBezTo>
                  <a:cubicBezTo>
                    <a:pt x="137" y="37"/>
                    <a:pt x="139" y="19"/>
                    <a:pt x="137" y="18"/>
                  </a:cubicBezTo>
                  <a:cubicBezTo>
                    <a:pt x="134" y="16"/>
                    <a:pt x="123" y="15"/>
                    <a:pt x="116" y="11"/>
                  </a:cubicBezTo>
                  <a:cubicBezTo>
                    <a:pt x="109" y="6"/>
                    <a:pt x="94" y="5"/>
                    <a:pt x="94"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2" name="Google Shape;152;p31"/>
            <p:cNvSpPr/>
            <p:nvPr/>
          </p:nvSpPr>
          <p:spPr>
            <a:xfrm>
              <a:off x="5183371" y="3691061"/>
              <a:ext cx="201620" cy="212732"/>
            </a:xfrm>
            <a:custGeom>
              <a:avLst/>
              <a:gdLst/>
              <a:ahLst/>
              <a:cxnLst/>
              <a:rect l="l" t="t" r="r" b="b"/>
              <a:pathLst>
                <a:path w="157" h="171" extrusionOk="0">
                  <a:moveTo>
                    <a:pt x="145" y="69"/>
                  </a:moveTo>
                  <a:cubicBezTo>
                    <a:pt x="139" y="69"/>
                    <a:pt x="132" y="62"/>
                    <a:pt x="132" y="57"/>
                  </a:cubicBezTo>
                  <a:cubicBezTo>
                    <a:pt x="132" y="52"/>
                    <a:pt x="125" y="47"/>
                    <a:pt x="125" y="44"/>
                  </a:cubicBezTo>
                  <a:cubicBezTo>
                    <a:pt x="125" y="40"/>
                    <a:pt x="114" y="34"/>
                    <a:pt x="108" y="31"/>
                  </a:cubicBezTo>
                  <a:cubicBezTo>
                    <a:pt x="102" y="29"/>
                    <a:pt x="101" y="10"/>
                    <a:pt x="98" y="10"/>
                  </a:cubicBezTo>
                  <a:cubicBezTo>
                    <a:pt x="96" y="10"/>
                    <a:pt x="91" y="5"/>
                    <a:pt x="88" y="0"/>
                  </a:cubicBezTo>
                  <a:cubicBezTo>
                    <a:pt x="84" y="1"/>
                    <a:pt x="79" y="2"/>
                    <a:pt x="76" y="2"/>
                  </a:cubicBezTo>
                  <a:cubicBezTo>
                    <a:pt x="71" y="2"/>
                    <a:pt x="66" y="8"/>
                    <a:pt x="64" y="10"/>
                  </a:cubicBezTo>
                  <a:cubicBezTo>
                    <a:pt x="62" y="13"/>
                    <a:pt x="57" y="5"/>
                    <a:pt x="54" y="3"/>
                  </a:cubicBezTo>
                  <a:cubicBezTo>
                    <a:pt x="51" y="1"/>
                    <a:pt x="38" y="8"/>
                    <a:pt x="34" y="9"/>
                  </a:cubicBezTo>
                  <a:cubicBezTo>
                    <a:pt x="31" y="10"/>
                    <a:pt x="18" y="11"/>
                    <a:pt x="18" y="11"/>
                  </a:cubicBezTo>
                  <a:cubicBezTo>
                    <a:pt x="18" y="11"/>
                    <a:pt x="18" y="65"/>
                    <a:pt x="18" y="72"/>
                  </a:cubicBezTo>
                  <a:cubicBezTo>
                    <a:pt x="18" y="78"/>
                    <a:pt x="0" y="74"/>
                    <a:pt x="0" y="78"/>
                  </a:cubicBezTo>
                  <a:cubicBezTo>
                    <a:pt x="0" y="80"/>
                    <a:pt x="0" y="104"/>
                    <a:pt x="0" y="130"/>
                  </a:cubicBezTo>
                  <a:cubicBezTo>
                    <a:pt x="4" y="132"/>
                    <a:pt x="7" y="134"/>
                    <a:pt x="8" y="136"/>
                  </a:cubicBezTo>
                  <a:cubicBezTo>
                    <a:pt x="10" y="141"/>
                    <a:pt x="15" y="152"/>
                    <a:pt x="14" y="156"/>
                  </a:cubicBezTo>
                  <a:cubicBezTo>
                    <a:pt x="13" y="159"/>
                    <a:pt x="10" y="157"/>
                    <a:pt x="10" y="160"/>
                  </a:cubicBezTo>
                  <a:cubicBezTo>
                    <a:pt x="10" y="163"/>
                    <a:pt x="8" y="168"/>
                    <a:pt x="14" y="168"/>
                  </a:cubicBezTo>
                  <a:cubicBezTo>
                    <a:pt x="19" y="168"/>
                    <a:pt x="28" y="171"/>
                    <a:pt x="31" y="167"/>
                  </a:cubicBezTo>
                  <a:cubicBezTo>
                    <a:pt x="35" y="162"/>
                    <a:pt x="47" y="153"/>
                    <a:pt x="47" y="148"/>
                  </a:cubicBezTo>
                  <a:cubicBezTo>
                    <a:pt x="48" y="144"/>
                    <a:pt x="51" y="133"/>
                    <a:pt x="59" y="139"/>
                  </a:cubicBezTo>
                  <a:cubicBezTo>
                    <a:pt x="68" y="145"/>
                    <a:pt x="69" y="146"/>
                    <a:pt x="80" y="146"/>
                  </a:cubicBezTo>
                  <a:cubicBezTo>
                    <a:pt x="92" y="146"/>
                    <a:pt x="95" y="145"/>
                    <a:pt x="97" y="138"/>
                  </a:cubicBezTo>
                  <a:cubicBezTo>
                    <a:pt x="99" y="131"/>
                    <a:pt x="97" y="125"/>
                    <a:pt x="104" y="125"/>
                  </a:cubicBezTo>
                  <a:cubicBezTo>
                    <a:pt x="111" y="125"/>
                    <a:pt x="119" y="119"/>
                    <a:pt x="119" y="114"/>
                  </a:cubicBezTo>
                  <a:cubicBezTo>
                    <a:pt x="119" y="109"/>
                    <a:pt x="122" y="102"/>
                    <a:pt x="126" y="102"/>
                  </a:cubicBezTo>
                  <a:cubicBezTo>
                    <a:pt x="130" y="102"/>
                    <a:pt x="139" y="97"/>
                    <a:pt x="140" y="91"/>
                  </a:cubicBezTo>
                  <a:cubicBezTo>
                    <a:pt x="141" y="86"/>
                    <a:pt x="149" y="88"/>
                    <a:pt x="151" y="85"/>
                  </a:cubicBezTo>
                  <a:cubicBezTo>
                    <a:pt x="153" y="84"/>
                    <a:pt x="155" y="80"/>
                    <a:pt x="157" y="77"/>
                  </a:cubicBezTo>
                  <a:cubicBezTo>
                    <a:pt x="157" y="77"/>
                    <a:pt x="157" y="77"/>
                    <a:pt x="157" y="77"/>
                  </a:cubicBezTo>
                  <a:cubicBezTo>
                    <a:pt x="157" y="73"/>
                    <a:pt x="156" y="69"/>
                    <a:pt x="145" y="6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3" name="Google Shape;153;p31"/>
            <p:cNvSpPr/>
            <p:nvPr/>
          </p:nvSpPr>
          <p:spPr>
            <a:xfrm>
              <a:off x="5421504" y="3875217"/>
              <a:ext cx="30164" cy="36514"/>
            </a:xfrm>
            <a:custGeom>
              <a:avLst/>
              <a:gdLst/>
              <a:ahLst/>
              <a:cxnLst/>
              <a:rect l="l" t="t" r="r" b="b"/>
              <a:pathLst>
                <a:path w="24" h="30" extrusionOk="0">
                  <a:moveTo>
                    <a:pt x="12" y="0"/>
                  </a:moveTo>
                  <a:cubicBezTo>
                    <a:pt x="8" y="0"/>
                    <a:pt x="0" y="11"/>
                    <a:pt x="0" y="13"/>
                  </a:cubicBezTo>
                  <a:cubicBezTo>
                    <a:pt x="0" y="15"/>
                    <a:pt x="6" y="29"/>
                    <a:pt x="11" y="29"/>
                  </a:cubicBezTo>
                  <a:cubicBezTo>
                    <a:pt x="17" y="30"/>
                    <a:pt x="21" y="29"/>
                    <a:pt x="21" y="25"/>
                  </a:cubicBezTo>
                  <a:cubicBezTo>
                    <a:pt x="21" y="23"/>
                    <a:pt x="23" y="22"/>
                    <a:pt x="24" y="20"/>
                  </a:cubicBezTo>
                  <a:cubicBezTo>
                    <a:pt x="24" y="17"/>
                    <a:pt x="23" y="10"/>
                    <a:pt x="22" y="5"/>
                  </a:cubicBezTo>
                  <a:cubicBezTo>
                    <a:pt x="19" y="3"/>
                    <a:pt x="15" y="0"/>
                    <a:pt x="12"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4" name="Google Shape;154;p31"/>
            <p:cNvSpPr/>
            <p:nvPr/>
          </p:nvSpPr>
          <p:spPr>
            <a:xfrm>
              <a:off x="5340539" y="3937131"/>
              <a:ext cx="49214" cy="53977"/>
            </a:xfrm>
            <a:custGeom>
              <a:avLst/>
              <a:gdLst/>
              <a:ahLst/>
              <a:cxnLst/>
              <a:rect l="l" t="t" r="r" b="b"/>
              <a:pathLst>
                <a:path w="39" h="43" extrusionOk="0">
                  <a:moveTo>
                    <a:pt x="28" y="5"/>
                  </a:moveTo>
                  <a:cubicBezTo>
                    <a:pt x="26" y="0"/>
                    <a:pt x="12" y="8"/>
                    <a:pt x="10" y="12"/>
                  </a:cubicBezTo>
                  <a:cubicBezTo>
                    <a:pt x="8" y="16"/>
                    <a:pt x="0" y="27"/>
                    <a:pt x="0" y="27"/>
                  </a:cubicBezTo>
                  <a:cubicBezTo>
                    <a:pt x="10" y="42"/>
                    <a:pt x="10" y="42"/>
                    <a:pt x="10" y="42"/>
                  </a:cubicBezTo>
                  <a:cubicBezTo>
                    <a:pt x="17" y="43"/>
                    <a:pt x="17" y="43"/>
                    <a:pt x="17" y="43"/>
                  </a:cubicBezTo>
                  <a:cubicBezTo>
                    <a:pt x="17" y="43"/>
                    <a:pt x="19" y="38"/>
                    <a:pt x="21" y="34"/>
                  </a:cubicBezTo>
                  <a:cubicBezTo>
                    <a:pt x="24" y="30"/>
                    <a:pt x="33" y="35"/>
                    <a:pt x="33" y="31"/>
                  </a:cubicBezTo>
                  <a:cubicBezTo>
                    <a:pt x="33" y="26"/>
                    <a:pt x="39" y="22"/>
                    <a:pt x="39" y="18"/>
                  </a:cubicBezTo>
                  <a:cubicBezTo>
                    <a:pt x="39" y="14"/>
                    <a:pt x="30" y="9"/>
                    <a:pt x="28"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5" name="Google Shape;155;p31"/>
            <p:cNvSpPr/>
            <p:nvPr/>
          </p:nvSpPr>
          <p:spPr>
            <a:xfrm>
              <a:off x="5105581" y="3786314"/>
              <a:ext cx="363550" cy="312748"/>
            </a:xfrm>
            <a:custGeom>
              <a:avLst/>
              <a:gdLst/>
              <a:ahLst/>
              <a:cxnLst/>
              <a:rect l="l" t="t" r="r" b="b"/>
              <a:pathLst>
                <a:path w="283" h="249" extrusionOk="0">
                  <a:moveTo>
                    <a:pt x="270" y="92"/>
                  </a:moveTo>
                  <a:cubicBezTo>
                    <a:pt x="270" y="92"/>
                    <a:pt x="270" y="92"/>
                    <a:pt x="270" y="90"/>
                  </a:cubicBezTo>
                  <a:cubicBezTo>
                    <a:pt x="269" y="92"/>
                    <a:pt x="267" y="93"/>
                    <a:pt x="267" y="95"/>
                  </a:cubicBezTo>
                  <a:cubicBezTo>
                    <a:pt x="267" y="99"/>
                    <a:pt x="263" y="100"/>
                    <a:pt x="257" y="99"/>
                  </a:cubicBezTo>
                  <a:cubicBezTo>
                    <a:pt x="252" y="99"/>
                    <a:pt x="246" y="85"/>
                    <a:pt x="246" y="83"/>
                  </a:cubicBezTo>
                  <a:cubicBezTo>
                    <a:pt x="246" y="81"/>
                    <a:pt x="254" y="70"/>
                    <a:pt x="258" y="70"/>
                  </a:cubicBezTo>
                  <a:cubicBezTo>
                    <a:pt x="261" y="70"/>
                    <a:pt x="265" y="73"/>
                    <a:pt x="268" y="75"/>
                  </a:cubicBezTo>
                  <a:cubicBezTo>
                    <a:pt x="268" y="74"/>
                    <a:pt x="268" y="72"/>
                    <a:pt x="268" y="72"/>
                  </a:cubicBezTo>
                  <a:cubicBezTo>
                    <a:pt x="269" y="70"/>
                    <a:pt x="271" y="43"/>
                    <a:pt x="267" y="40"/>
                  </a:cubicBezTo>
                  <a:cubicBezTo>
                    <a:pt x="262" y="37"/>
                    <a:pt x="257" y="10"/>
                    <a:pt x="256" y="7"/>
                  </a:cubicBezTo>
                  <a:cubicBezTo>
                    <a:pt x="254" y="4"/>
                    <a:pt x="237" y="6"/>
                    <a:pt x="235" y="3"/>
                  </a:cubicBezTo>
                  <a:cubicBezTo>
                    <a:pt x="233" y="0"/>
                    <a:pt x="219" y="3"/>
                    <a:pt x="218" y="0"/>
                  </a:cubicBezTo>
                  <a:cubicBezTo>
                    <a:pt x="216" y="3"/>
                    <a:pt x="214" y="7"/>
                    <a:pt x="212" y="8"/>
                  </a:cubicBezTo>
                  <a:cubicBezTo>
                    <a:pt x="210" y="11"/>
                    <a:pt x="202" y="9"/>
                    <a:pt x="201" y="14"/>
                  </a:cubicBezTo>
                  <a:cubicBezTo>
                    <a:pt x="200" y="20"/>
                    <a:pt x="191" y="25"/>
                    <a:pt x="187" y="25"/>
                  </a:cubicBezTo>
                  <a:cubicBezTo>
                    <a:pt x="183" y="25"/>
                    <a:pt x="180" y="32"/>
                    <a:pt x="180" y="37"/>
                  </a:cubicBezTo>
                  <a:cubicBezTo>
                    <a:pt x="180" y="42"/>
                    <a:pt x="172" y="48"/>
                    <a:pt x="165" y="48"/>
                  </a:cubicBezTo>
                  <a:cubicBezTo>
                    <a:pt x="158" y="48"/>
                    <a:pt x="160" y="54"/>
                    <a:pt x="158" y="61"/>
                  </a:cubicBezTo>
                  <a:cubicBezTo>
                    <a:pt x="156" y="68"/>
                    <a:pt x="153" y="69"/>
                    <a:pt x="141" y="69"/>
                  </a:cubicBezTo>
                  <a:cubicBezTo>
                    <a:pt x="130" y="69"/>
                    <a:pt x="129" y="68"/>
                    <a:pt x="120" y="62"/>
                  </a:cubicBezTo>
                  <a:cubicBezTo>
                    <a:pt x="112" y="56"/>
                    <a:pt x="109" y="67"/>
                    <a:pt x="108" y="71"/>
                  </a:cubicBezTo>
                  <a:cubicBezTo>
                    <a:pt x="108" y="76"/>
                    <a:pt x="96" y="85"/>
                    <a:pt x="92" y="90"/>
                  </a:cubicBezTo>
                  <a:cubicBezTo>
                    <a:pt x="89" y="94"/>
                    <a:pt x="80" y="91"/>
                    <a:pt x="75" y="91"/>
                  </a:cubicBezTo>
                  <a:cubicBezTo>
                    <a:pt x="69" y="91"/>
                    <a:pt x="71" y="86"/>
                    <a:pt x="71" y="83"/>
                  </a:cubicBezTo>
                  <a:cubicBezTo>
                    <a:pt x="71" y="80"/>
                    <a:pt x="74" y="82"/>
                    <a:pt x="75" y="79"/>
                  </a:cubicBezTo>
                  <a:cubicBezTo>
                    <a:pt x="76" y="75"/>
                    <a:pt x="71" y="64"/>
                    <a:pt x="69" y="59"/>
                  </a:cubicBezTo>
                  <a:cubicBezTo>
                    <a:pt x="68" y="57"/>
                    <a:pt x="65" y="55"/>
                    <a:pt x="61" y="53"/>
                  </a:cubicBezTo>
                  <a:cubicBezTo>
                    <a:pt x="61" y="83"/>
                    <a:pt x="61" y="115"/>
                    <a:pt x="61" y="118"/>
                  </a:cubicBezTo>
                  <a:cubicBezTo>
                    <a:pt x="61" y="123"/>
                    <a:pt x="52" y="126"/>
                    <a:pt x="50" y="129"/>
                  </a:cubicBezTo>
                  <a:cubicBezTo>
                    <a:pt x="47" y="132"/>
                    <a:pt x="34" y="130"/>
                    <a:pt x="27" y="130"/>
                  </a:cubicBezTo>
                  <a:cubicBezTo>
                    <a:pt x="20" y="130"/>
                    <a:pt x="21" y="122"/>
                    <a:pt x="18" y="117"/>
                  </a:cubicBezTo>
                  <a:cubicBezTo>
                    <a:pt x="14" y="112"/>
                    <a:pt x="8" y="119"/>
                    <a:pt x="8" y="122"/>
                  </a:cubicBezTo>
                  <a:cubicBezTo>
                    <a:pt x="8" y="125"/>
                    <a:pt x="5" y="125"/>
                    <a:pt x="0" y="124"/>
                  </a:cubicBezTo>
                  <a:cubicBezTo>
                    <a:pt x="6" y="133"/>
                    <a:pt x="11" y="144"/>
                    <a:pt x="14" y="152"/>
                  </a:cubicBezTo>
                  <a:cubicBezTo>
                    <a:pt x="18" y="166"/>
                    <a:pt x="28" y="179"/>
                    <a:pt x="31" y="187"/>
                  </a:cubicBezTo>
                  <a:cubicBezTo>
                    <a:pt x="33" y="195"/>
                    <a:pt x="36" y="203"/>
                    <a:pt x="31" y="204"/>
                  </a:cubicBezTo>
                  <a:cubicBezTo>
                    <a:pt x="25" y="205"/>
                    <a:pt x="25" y="209"/>
                    <a:pt x="31" y="218"/>
                  </a:cubicBezTo>
                  <a:cubicBezTo>
                    <a:pt x="37" y="227"/>
                    <a:pt x="32" y="232"/>
                    <a:pt x="37" y="233"/>
                  </a:cubicBezTo>
                  <a:cubicBezTo>
                    <a:pt x="41" y="234"/>
                    <a:pt x="40" y="237"/>
                    <a:pt x="44" y="238"/>
                  </a:cubicBezTo>
                  <a:cubicBezTo>
                    <a:pt x="48" y="238"/>
                    <a:pt x="51" y="242"/>
                    <a:pt x="53" y="245"/>
                  </a:cubicBezTo>
                  <a:cubicBezTo>
                    <a:pt x="56" y="249"/>
                    <a:pt x="62" y="249"/>
                    <a:pt x="65" y="244"/>
                  </a:cubicBezTo>
                  <a:cubicBezTo>
                    <a:pt x="68" y="240"/>
                    <a:pt x="76" y="239"/>
                    <a:pt x="86" y="239"/>
                  </a:cubicBezTo>
                  <a:cubicBezTo>
                    <a:pt x="95" y="239"/>
                    <a:pt x="93" y="235"/>
                    <a:pt x="102" y="232"/>
                  </a:cubicBezTo>
                  <a:cubicBezTo>
                    <a:pt x="111" y="230"/>
                    <a:pt x="121" y="230"/>
                    <a:pt x="129" y="232"/>
                  </a:cubicBezTo>
                  <a:cubicBezTo>
                    <a:pt x="136" y="235"/>
                    <a:pt x="142" y="232"/>
                    <a:pt x="146" y="230"/>
                  </a:cubicBezTo>
                  <a:cubicBezTo>
                    <a:pt x="149" y="228"/>
                    <a:pt x="156" y="234"/>
                    <a:pt x="157" y="228"/>
                  </a:cubicBezTo>
                  <a:cubicBezTo>
                    <a:pt x="158" y="222"/>
                    <a:pt x="165" y="223"/>
                    <a:pt x="172" y="223"/>
                  </a:cubicBezTo>
                  <a:cubicBezTo>
                    <a:pt x="178" y="223"/>
                    <a:pt x="195" y="212"/>
                    <a:pt x="208" y="200"/>
                  </a:cubicBezTo>
                  <a:cubicBezTo>
                    <a:pt x="221" y="188"/>
                    <a:pt x="243" y="161"/>
                    <a:pt x="250" y="149"/>
                  </a:cubicBezTo>
                  <a:cubicBezTo>
                    <a:pt x="257" y="136"/>
                    <a:pt x="269" y="126"/>
                    <a:pt x="275" y="120"/>
                  </a:cubicBezTo>
                  <a:cubicBezTo>
                    <a:pt x="280" y="116"/>
                    <a:pt x="282" y="102"/>
                    <a:pt x="283" y="91"/>
                  </a:cubicBezTo>
                  <a:cubicBezTo>
                    <a:pt x="277" y="91"/>
                    <a:pt x="270" y="92"/>
                    <a:pt x="270" y="92"/>
                  </a:cubicBezTo>
                  <a:close/>
                  <a:moveTo>
                    <a:pt x="216" y="151"/>
                  </a:moveTo>
                  <a:cubicBezTo>
                    <a:pt x="216" y="155"/>
                    <a:pt x="207" y="150"/>
                    <a:pt x="204" y="154"/>
                  </a:cubicBezTo>
                  <a:cubicBezTo>
                    <a:pt x="202" y="158"/>
                    <a:pt x="200" y="163"/>
                    <a:pt x="200" y="163"/>
                  </a:cubicBezTo>
                  <a:cubicBezTo>
                    <a:pt x="193" y="162"/>
                    <a:pt x="193" y="162"/>
                    <a:pt x="193" y="162"/>
                  </a:cubicBezTo>
                  <a:cubicBezTo>
                    <a:pt x="183" y="147"/>
                    <a:pt x="183" y="147"/>
                    <a:pt x="183" y="147"/>
                  </a:cubicBezTo>
                  <a:cubicBezTo>
                    <a:pt x="183" y="147"/>
                    <a:pt x="191" y="136"/>
                    <a:pt x="193" y="132"/>
                  </a:cubicBezTo>
                  <a:cubicBezTo>
                    <a:pt x="195" y="128"/>
                    <a:pt x="209" y="120"/>
                    <a:pt x="211" y="125"/>
                  </a:cubicBezTo>
                  <a:cubicBezTo>
                    <a:pt x="213" y="129"/>
                    <a:pt x="222" y="134"/>
                    <a:pt x="222" y="138"/>
                  </a:cubicBezTo>
                  <a:cubicBezTo>
                    <a:pt x="222" y="142"/>
                    <a:pt x="216" y="146"/>
                    <a:pt x="216" y="15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6" name="Google Shape;156;p31"/>
            <p:cNvSpPr/>
            <p:nvPr/>
          </p:nvSpPr>
          <p:spPr>
            <a:xfrm>
              <a:off x="5008740" y="3419589"/>
              <a:ext cx="265122" cy="274647"/>
            </a:xfrm>
            <a:custGeom>
              <a:avLst/>
              <a:gdLst/>
              <a:ahLst/>
              <a:cxnLst/>
              <a:rect l="l" t="t" r="r" b="b"/>
              <a:pathLst>
                <a:path w="206" h="219" extrusionOk="0">
                  <a:moveTo>
                    <a:pt x="12" y="201"/>
                  </a:moveTo>
                  <a:cubicBezTo>
                    <a:pt x="16" y="201"/>
                    <a:pt x="14" y="208"/>
                    <a:pt x="20" y="205"/>
                  </a:cubicBezTo>
                  <a:cubicBezTo>
                    <a:pt x="26" y="202"/>
                    <a:pt x="31" y="202"/>
                    <a:pt x="37" y="206"/>
                  </a:cubicBezTo>
                  <a:cubicBezTo>
                    <a:pt x="42" y="209"/>
                    <a:pt x="46" y="210"/>
                    <a:pt x="52" y="210"/>
                  </a:cubicBezTo>
                  <a:cubicBezTo>
                    <a:pt x="59" y="210"/>
                    <a:pt x="113" y="210"/>
                    <a:pt x="113" y="210"/>
                  </a:cubicBezTo>
                  <a:cubicBezTo>
                    <a:pt x="119" y="216"/>
                    <a:pt x="119" y="216"/>
                    <a:pt x="119" y="216"/>
                  </a:cubicBezTo>
                  <a:cubicBezTo>
                    <a:pt x="119" y="216"/>
                    <a:pt x="153" y="214"/>
                    <a:pt x="158" y="216"/>
                  </a:cubicBezTo>
                  <a:cubicBezTo>
                    <a:pt x="164" y="219"/>
                    <a:pt x="180" y="216"/>
                    <a:pt x="186" y="215"/>
                  </a:cubicBezTo>
                  <a:cubicBezTo>
                    <a:pt x="186" y="214"/>
                    <a:pt x="188" y="214"/>
                    <a:pt x="190" y="213"/>
                  </a:cubicBezTo>
                  <a:cubicBezTo>
                    <a:pt x="170" y="186"/>
                    <a:pt x="170" y="186"/>
                    <a:pt x="170" y="186"/>
                  </a:cubicBezTo>
                  <a:cubicBezTo>
                    <a:pt x="172" y="127"/>
                    <a:pt x="172" y="127"/>
                    <a:pt x="172" y="127"/>
                  </a:cubicBezTo>
                  <a:cubicBezTo>
                    <a:pt x="198" y="128"/>
                    <a:pt x="198" y="128"/>
                    <a:pt x="198" y="128"/>
                  </a:cubicBezTo>
                  <a:cubicBezTo>
                    <a:pt x="203" y="124"/>
                    <a:pt x="203" y="124"/>
                    <a:pt x="203" y="124"/>
                  </a:cubicBezTo>
                  <a:cubicBezTo>
                    <a:pt x="206" y="89"/>
                    <a:pt x="206" y="89"/>
                    <a:pt x="206" y="89"/>
                  </a:cubicBezTo>
                  <a:cubicBezTo>
                    <a:pt x="205" y="88"/>
                    <a:pt x="204" y="88"/>
                    <a:pt x="202" y="88"/>
                  </a:cubicBezTo>
                  <a:cubicBezTo>
                    <a:pt x="196" y="91"/>
                    <a:pt x="192" y="90"/>
                    <a:pt x="186" y="90"/>
                  </a:cubicBezTo>
                  <a:cubicBezTo>
                    <a:pt x="181" y="90"/>
                    <a:pt x="180" y="95"/>
                    <a:pt x="177" y="95"/>
                  </a:cubicBezTo>
                  <a:cubicBezTo>
                    <a:pt x="174" y="94"/>
                    <a:pt x="176" y="85"/>
                    <a:pt x="177" y="81"/>
                  </a:cubicBezTo>
                  <a:cubicBezTo>
                    <a:pt x="177" y="77"/>
                    <a:pt x="172" y="70"/>
                    <a:pt x="168" y="67"/>
                  </a:cubicBezTo>
                  <a:cubicBezTo>
                    <a:pt x="164" y="63"/>
                    <a:pt x="173" y="44"/>
                    <a:pt x="170" y="42"/>
                  </a:cubicBezTo>
                  <a:cubicBezTo>
                    <a:pt x="168" y="39"/>
                    <a:pt x="167" y="33"/>
                    <a:pt x="167" y="27"/>
                  </a:cubicBezTo>
                  <a:cubicBezTo>
                    <a:pt x="167" y="22"/>
                    <a:pt x="163" y="25"/>
                    <a:pt x="156" y="25"/>
                  </a:cubicBezTo>
                  <a:cubicBezTo>
                    <a:pt x="148" y="25"/>
                    <a:pt x="147" y="21"/>
                    <a:pt x="147" y="21"/>
                  </a:cubicBezTo>
                  <a:cubicBezTo>
                    <a:pt x="147" y="21"/>
                    <a:pt x="138" y="19"/>
                    <a:pt x="133" y="21"/>
                  </a:cubicBezTo>
                  <a:cubicBezTo>
                    <a:pt x="128" y="24"/>
                    <a:pt x="129" y="38"/>
                    <a:pt x="126" y="37"/>
                  </a:cubicBezTo>
                  <a:cubicBezTo>
                    <a:pt x="123" y="36"/>
                    <a:pt x="113" y="38"/>
                    <a:pt x="106" y="40"/>
                  </a:cubicBezTo>
                  <a:cubicBezTo>
                    <a:pt x="98" y="42"/>
                    <a:pt x="95" y="38"/>
                    <a:pt x="91" y="29"/>
                  </a:cubicBezTo>
                  <a:cubicBezTo>
                    <a:pt x="87" y="20"/>
                    <a:pt x="82" y="23"/>
                    <a:pt x="84" y="16"/>
                  </a:cubicBezTo>
                  <a:cubicBezTo>
                    <a:pt x="85" y="9"/>
                    <a:pt x="80" y="1"/>
                    <a:pt x="80" y="1"/>
                  </a:cubicBezTo>
                  <a:cubicBezTo>
                    <a:pt x="80" y="1"/>
                    <a:pt x="29" y="0"/>
                    <a:pt x="23" y="1"/>
                  </a:cubicBezTo>
                  <a:cubicBezTo>
                    <a:pt x="21" y="1"/>
                    <a:pt x="17" y="4"/>
                    <a:pt x="13" y="6"/>
                  </a:cubicBezTo>
                  <a:cubicBezTo>
                    <a:pt x="17" y="18"/>
                    <a:pt x="27" y="38"/>
                    <a:pt x="29" y="43"/>
                  </a:cubicBezTo>
                  <a:cubicBezTo>
                    <a:pt x="31" y="48"/>
                    <a:pt x="26" y="52"/>
                    <a:pt x="26" y="62"/>
                  </a:cubicBezTo>
                  <a:cubicBezTo>
                    <a:pt x="26" y="71"/>
                    <a:pt x="36" y="87"/>
                    <a:pt x="37" y="99"/>
                  </a:cubicBezTo>
                  <a:cubicBezTo>
                    <a:pt x="38" y="110"/>
                    <a:pt x="31" y="117"/>
                    <a:pt x="24" y="124"/>
                  </a:cubicBezTo>
                  <a:cubicBezTo>
                    <a:pt x="18" y="131"/>
                    <a:pt x="12" y="148"/>
                    <a:pt x="12" y="158"/>
                  </a:cubicBezTo>
                  <a:cubicBezTo>
                    <a:pt x="12" y="168"/>
                    <a:pt x="2" y="178"/>
                    <a:pt x="3" y="183"/>
                  </a:cubicBezTo>
                  <a:cubicBezTo>
                    <a:pt x="3" y="188"/>
                    <a:pt x="1" y="201"/>
                    <a:pt x="0" y="207"/>
                  </a:cubicBezTo>
                  <a:cubicBezTo>
                    <a:pt x="0" y="207"/>
                    <a:pt x="0" y="207"/>
                    <a:pt x="0" y="207"/>
                  </a:cubicBezTo>
                  <a:cubicBezTo>
                    <a:pt x="6" y="206"/>
                    <a:pt x="6" y="206"/>
                    <a:pt x="6" y="206"/>
                  </a:cubicBezTo>
                  <a:cubicBezTo>
                    <a:pt x="6" y="206"/>
                    <a:pt x="7" y="201"/>
                    <a:pt x="12" y="20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7" name="Google Shape;157;p31"/>
            <p:cNvSpPr/>
            <p:nvPr/>
          </p:nvSpPr>
          <p:spPr>
            <a:xfrm>
              <a:off x="5227822" y="3471978"/>
              <a:ext cx="260359" cy="223845"/>
            </a:xfrm>
            <a:custGeom>
              <a:avLst/>
              <a:gdLst/>
              <a:ahLst/>
              <a:cxnLst/>
              <a:rect l="l" t="t" r="r" b="b"/>
              <a:pathLst>
                <a:path w="203" h="179" extrusionOk="0">
                  <a:moveTo>
                    <a:pt x="156" y="8"/>
                  </a:moveTo>
                  <a:cubicBezTo>
                    <a:pt x="154" y="8"/>
                    <a:pt x="148" y="4"/>
                    <a:pt x="144" y="0"/>
                  </a:cubicBezTo>
                  <a:cubicBezTo>
                    <a:pt x="140" y="4"/>
                    <a:pt x="128" y="4"/>
                    <a:pt x="122" y="4"/>
                  </a:cubicBezTo>
                  <a:cubicBezTo>
                    <a:pt x="116" y="4"/>
                    <a:pt x="122" y="12"/>
                    <a:pt x="118" y="15"/>
                  </a:cubicBezTo>
                  <a:cubicBezTo>
                    <a:pt x="114" y="18"/>
                    <a:pt x="112" y="23"/>
                    <a:pt x="115" y="25"/>
                  </a:cubicBezTo>
                  <a:cubicBezTo>
                    <a:pt x="119" y="26"/>
                    <a:pt x="115" y="40"/>
                    <a:pt x="115" y="44"/>
                  </a:cubicBezTo>
                  <a:cubicBezTo>
                    <a:pt x="115" y="49"/>
                    <a:pt x="108" y="59"/>
                    <a:pt x="111" y="61"/>
                  </a:cubicBezTo>
                  <a:cubicBezTo>
                    <a:pt x="113" y="62"/>
                    <a:pt x="117" y="73"/>
                    <a:pt x="122" y="75"/>
                  </a:cubicBezTo>
                  <a:cubicBezTo>
                    <a:pt x="128" y="76"/>
                    <a:pt x="132" y="71"/>
                    <a:pt x="134" y="71"/>
                  </a:cubicBezTo>
                  <a:cubicBezTo>
                    <a:pt x="137" y="71"/>
                    <a:pt x="137" y="78"/>
                    <a:pt x="137" y="83"/>
                  </a:cubicBezTo>
                  <a:cubicBezTo>
                    <a:pt x="137" y="89"/>
                    <a:pt x="133" y="91"/>
                    <a:pt x="133" y="91"/>
                  </a:cubicBezTo>
                  <a:cubicBezTo>
                    <a:pt x="133" y="91"/>
                    <a:pt x="125" y="94"/>
                    <a:pt x="121" y="91"/>
                  </a:cubicBezTo>
                  <a:cubicBezTo>
                    <a:pt x="117" y="88"/>
                    <a:pt x="114" y="80"/>
                    <a:pt x="114" y="76"/>
                  </a:cubicBezTo>
                  <a:cubicBezTo>
                    <a:pt x="114" y="73"/>
                    <a:pt x="104" y="73"/>
                    <a:pt x="101" y="73"/>
                  </a:cubicBezTo>
                  <a:cubicBezTo>
                    <a:pt x="97" y="73"/>
                    <a:pt x="93" y="66"/>
                    <a:pt x="91" y="63"/>
                  </a:cubicBezTo>
                  <a:cubicBezTo>
                    <a:pt x="90" y="60"/>
                    <a:pt x="85" y="64"/>
                    <a:pt x="85" y="66"/>
                  </a:cubicBezTo>
                  <a:cubicBezTo>
                    <a:pt x="85" y="69"/>
                    <a:pt x="81" y="69"/>
                    <a:pt x="77" y="69"/>
                  </a:cubicBezTo>
                  <a:cubicBezTo>
                    <a:pt x="73" y="69"/>
                    <a:pt x="65" y="62"/>
                    <a:pt x="62" y="64"/>
                  </a:cubicBezTo>
                  <a:cubicBezTo>
                    <a:pt x="59" y="65"/>
                    <a:pt x="56" y="58"/>
                    <a:pt x="57" y="55"/>
                  </a:cubicBezTo>
                  <a:cubicBezTo>
                    <a:pt x="58" y="52"/>
                    <a:pt x="49" y="54"/>
                    <a:pt x="46" y="56"/>
                  </a:cubicBezTo>
                  <a:cubicBezTo>
                    <a:pt x="43" y="58"/>
                    <a:pt x="41" y="52"/>
                    <a:pt x="41" y="52"/>
                  </a:cubicBezTo>
                  <a:cubicBezTo>
                    <a:pt x="41" y="52"/>
                    <a:pt x="39" y="49"/>
                    <a:pt x="36" y="48"/>
                  </a:cubicBezTo>
                  <a:cubicBezTo>
                    <a:pt x="33" y="83"/>
                    <a:pt x="33" y="83"/>
                    <a:pt x="33" y="83"/>
                  </a:cubicBezTo>
                  <a:cubicBezTo>
                    <a:pt x="28" y="87"/>
                    <a:pt x="28" y="87"/>
                    <a:pt x="28" y="87"/>
                  </a:cubicBezTo>
                  <a:cubicBezTo>
                    <a:pt x="2" y="86"/>
                    <a:pt x="2" y="86"/>
                    <a:pt x="2" y="86"/>
                  </a:cubicBezTo>
                  <a:cubicBezTo>
                    <a:pt x="0" y="145"/>
                    <a:pt x="0" y="145"/>
                    <a:pt x="0" y="145"/>
                  </a:cubicBezTo>
                  <a:cubicBezTo>
                    <a:pt x="20" y="172"/>
                    <a:pt x="20" y="172"/>
                    <a:pt x="20" y="172"/>
                  </a:cubicBezTo>
                  <a:cubicBezTo>
                    <a:pt x="31" y="170"/>
                    <a:pt x="53" y="167"/>
                    <a:pt x="53" y="171"/>
                  </a:cubicBezTo>
                  <a:cubicBezTo>
                    <a:pt x="53" y="172"/>
                    <a:pt x="53" y="173"/>
                    <a:pt x="54" y="175"/>
                  </a:cubicBezTo>
                  <a:cubicBezTo>
                    <a:pt x="58" y="174"/>
                    <a:pt x="61" y="173"/>
                    <a:pt x="63" y="174"/>
                  </a:cubicBezTo>
                  <a:cubicBezTo>
                    <a:pt x="67" y="174"/>
                    <a:pt x="81" y="179"/>
                    <a:pt x="85" y="177"/>
                  </a:cubicBezTo>
                  <a:cubicBezTo>
                    <a:pt x="90" y="175"/>
                    <a:pt x="97" y="160"/>
                    <a:pt x="104" y="157"/>
                  </a:cubicBezTo>
                  <a:cubicBezTo>
                    <a:pt x="110" y="155"/>
                    <a:pt x="120" y="148"/>
                    <a:pt x="120" y="145"/>
                  </a:cubicBezTo>
                  <a:cubicBezTo>
                    <a:pt x="120" y="142"/>
                    <a:pt x="120" y="139"/>
                    <a:pt x="130" y="136"/>
                  </a:cubicBezTo>
                  <a:cubicBezTo>
                    <a:pt x="145" y="136"/>
                    <a:pt x="145" y="136"/>
                    <a:pt x="145" y="136"/>
                  </a:cubicBezTo>
                  <a:cubicBezTo>
                    <a:pt x="146" y="136"/>
                    <a:pt x="146" y="136"/>
                    <a:pt x="146" y="136"/>
                  </a:cubicBezTo>
                  <a:cubicBezTo>
                    <a:pt x="142" y="123"/>
                    <a:pt x="142" y="123"/>
                    <a:pt x="142" y="123"/>
                  </a:cubicBezTo>
                  <a:cubicBezTo>
                    <a:pt x="142" y="123"/>
                    <a:pt x="189" y="105"/>
                    <a:pt x="191" y="105"/>
                  </a:cubicBezTo>
                  <a:cubicBezTo>
                    <a:pt x="189" y="101"/>
                    <a:pt x="187" y="98"/>
                    <a:pt x="188" y="97"/>
                  </a:cubicBezTo>
                  <a:cubicBezTo>
                    <a:pt x="190" y="96"/>
                    <a:pt x="191" y="84"/>
                    <a:pt x="191" y="80"/>
                  </a:cubicBezTo>
                  <a:cubicBezTo>
                    <a:pt x="191" y="76"/>
                    <a:pt x="202" y="79"/>
                    <a:pt x="198" y="75"/>
                  </a:cubicBezTo>
                  <a:cubicBezTo>
                    <a:pt x="194" y="72"/>
                    <a:pt x="195" y="51"/>
                    <a:pt x="197" y="47"/>
                  </a:cubicBezTo>
                  <a:cubicBezTo>
                    <a:pt x="199" y="42"/>
                    <a:pt x="203" y="47"/>
                    <a:pt x="203" y="43"/>
                  </a:cubicBezTo>
                  <a:cubicBezTo>
                    <a:pt x="203" y="39"/>
                    <a:pt x="198" y="28"/>
                    <a:pt x="195" y="24"/>
                  </a:cubicBezTo>
                  <a:cubicBezTo>
                    <a:pt x="193" y="21"/>
                    <a:pt x="177" y="15"/>
                    <a:pt x="173" y="14"/>
                  </a:cubicBezTo>
                  <a:cubicBezTo>
                    <a:pt x="168" y="13"/>
                    <a:pt x="161" y="8"/>
                    <a:pt x="156" y="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8" name="Google Shape;158;p31"/>
            <p:cNvSpPr/>
            <p:nvPr/>
          </p:nvSpPr>
          <p:spPr>
            <a:xfrm>
              <a:off x="5381815" y="3313223"/>
              <a:ext cx="46039" cy="38101"/>
            </a:xfrm>
            <a:custGeom>
              <a:avLst/>
              <a:gdLst/>
              <a:ahLst/>
              <a:cxnLst/>
              <a:rect l="l" t="t" r="r" b="b"/>
              <a:pathLst>
                <a:path w="35" h="30" extrusionOk="0">
                  <a:moveTo>
                    <a:pt x="28" y="0"/>
                  </a:moveTo>
                  <a:cubicBezTo>
                    <a:pt x="24" y="1"/>
                    <a:pt x="20" y="2"/>
                    <a:pt x="18" y="3"/>
                  </a:cubicBezTo>
                  <a:cubicBezTo>
                    <a:pt x="16" y="4"/>
                    <a:pt x="14" y="5"/>
                    <a:pt x="9" y="4"/>
                  </a:cubicBezTo>
                  <a:cubicBezTo>
                    <a:pt x="9" y="5"/>
                    <a:pt x="8" y="6"/>
                    <a:pt x="7" y="6"/>
                  </a:cubicBezTo>
                  <a:cubicBezTo>
                    <a:pt x="3" y="8"/>
                    <a:pt x="4" y="17"/>
                    <a:pt x="4" y="17"/>
                  </a:cubicBezTo>
                  <a:cubicBezTo>
                    <a:pt x="4" y="17"/>
                    <a:pt x="0" y="18"/>
                    <a:pt x="0" y="22"/>
                  </a:cubicBezTo>
                  <a:cubicBezTo>
                    <a:pt x="0" y="26"/>
                    <a:pt x="2" y="27"/>
                    <a:pt x="3" y="28"/>
                  </a:cubicBezTo>
                  <a:cubicBezTo>
                    <a:pt x="6" y="28"/>
                    <a:pt x="8" y="28"/>
                    <a:pt x="9" y="28"/>
                  </a:cubicBezTo>
                  <a:cubicBezTo>
                    <a:pt x="19" y="30"/>
                    <a:pt x="18" y="23"/>
                    <a:pt x="18" y="23"/>
                  </a:cubicBezTo>
                  <a:cubicBezTo>
                    <a:pt x="18" y="23"/>
                    <a:pt x="33" y="24"/>
                    <a:pt x="34" y="19"/>
                  </a:cubicBezTo>
                  <a:cubicBezTo>
                    <a:pt x="35" y="15"/>
                    <a:pt x="31" y="7"/>
                    <a:pt x="31" y="7"/>
                  </a:cubicBezTo>
                  <a:lnTo>
                    <a:pt x="28" y="0"/>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59" name="Google Shape;159;p31"/>
            <p:cNvSpPr/>
            <p:nvPr/>
          </p:nvSpPr>
          <p:spPr>
            <a:xfrm>
              <a:off x="5654875" y="3016351"/>
              <a:ext cx="234958" cy="307985"/>
            </a:xfrm>
            <a:custGeom>
              <a:avLst/>
              <a:gdLst/>
              <a:ahLst/>
              <a:cxnLst/>
              <a:rect l="l" t="t" r="r" b="b"/>
              <a:pathLst>
                <a:path w="183" h="246" extrusionOk="0">
                  <a:moveTo>
                    <a:pt x="43" y="46"/>
                  </a:moveTo>
                  <a:cubicBezTo>
                    <a:pt x="46" y="48"/>
                    <a:pt x="51" y="56"/>
                    <a:pt x="55" y="57"/>
                  </a:cubicBezTo>
                  <a:cubicBezTo>
                    <a:pt x="58" y="58"/>
                    <a:pt x="78" y="64"/>
                    <a:pt x="90" y="69"/>
                  </a:cubicBezTo>
                  <a:cubicBezTo>
                    <a:pt x="103" y="74"/>
                    <a:pt x="111" y="75"/>
                    <a:pt x="114" y="75"/>
                  </a:cubicBezTo>
                  <a:cubicBezTo>
                    <a:pt x="118" y="75"/>
                    <a:pt x="124" y="76"/>
                    <a:pt x="121" y="79"/>
                  </a:cubicBezTo>
                  <a:cubicBezTo>
                    <a:pt x="117" y="81"/>
                    <a:pt x="79" y="120"/>
                    <a:pt x="74" y="126"/>
                  </a:cubicBezTo>
                  <a:cubicBezTo>
                    <a:pt x="69" y="131"/>
                    <a:pt x="66" y="129"/>
                    <a:pt x="54" y="129"/>
                  </a:cubicBezTo>
                  <a:cubicBezTo>
                    <a:pt x="43" y="129"/>
                    <a:pt x="34" y="142"/>
                    <a:pt x="31" y="141"/>
                  </a:cubicBezTo>
                  <a:cubicBezTo>
                    <a:pt x="29" y="141"/>
                    <a:pt x="23" y="142"/>
                    <a:pt x="17" y="144"/>
                  </a:cubicBezTo>
                  <a:cubicBezTo>
                    <a:pt x="8" y="156"/>
                    <a:pt x="8" y="156"/>
                    <a:pt x="8" y="156"/>
                  </a:cubicBezTo>
                  <a:cubicBezTo>
                    <a:pt x="0" y="169"/>
                    <a:pt x="0" y="169"/>
                    <a:pt x="0" y="169"/>
                  </a:cubicBezTo>
                  <a:cubicBezTo>
                    <a:pt x="1" y="232"/>
                    <a:pt x="1" y="232"/>
                    <a:pt x="1" y="232"/>
                  </a:cubicBezTo>
                  <a:cubicBezTo>
                    <a:pt x="10" y="246"/>
                    <a:pt x="10" y="246"/>
                    <a:pt x="10" y="246"/>
                  </a:cubicBezTo>
                  <a:cubicBezTo>
                    <a:pt x="17" y="236"/>
                    <a:pt x="35" y="219"/>
                    <a:pt x="49" y="204"/>
                  </a:cubicBezTo>
                  <a:cubicBezTo>
                    <a:pt x="64" y="189"/>
                    <a:pt x="72" y="185"/>
                    <a:pt x="80" y="181"/>
                  </a:cubicBezTo>
                  <a:cubicBezTo>
                    <a:pt x="88" y="177"/>
                    <a:pt x="109" y="156"/>
                    <a:pt x="124" y="138"/>
                  </a:cubicBezTo>
                  <a:cubicBezTo>
                    <a:pt x="133" y="126"/>
                    <a:pt x="143" y="113"/>
                    <a:pt x="144" y="105"/>
                  </a:cubicBezTo>
                  <a:cubicBezTo>
                    <a:pt x="145" y="97"/>
                    <a:pt x="154" y="86"/>
                    <a:pt x="160" y="78"/>
                  </a:cubicBezTo>
                  <a:cubicBezTo>
                    <a:pt x="166" y="70"/>
                    <a:pt x="177" y="49"/>
                    <a:pt x="176" y="43"/>
                  </a:cubicBezTo>
                  <a:cubicBezTo>
                    <a:pt x="176" y="37"/>
                    <a:pt x="182" y="23"/>
                    <a:pt x="182" y="12"/>
                  </a:cubicBezTo>
                  <a:cubicBezTo>
                    <a:pt x="183" y="1"/>
                    <a:pt x="174" y="0"/>
                    <a:pt x="171" y="6"/>
                  </a:cubicBezTo>
                  <a:cubicBezTo>
                    <a:pt x="168" y="12"/>
                    <a:pt x="146" y="16"/>
                    <a:pt x="131" y="17"/>
                  </a:cubicBezTo>
                  <a:cubicBezTo>
                    <a:pt x="117" y="17"/>
                    <a:pt x="108" y="18"/>
                    <a:pt x="103" y="23"/>
                  </a:cubicBezTo>
                  <a:cubicBezTo>
                    <a:pt x="98" y="28"/>
                    <a:pt x="85" y="22"/>
                    <a:pt x="80" y="27"/>
                  </a:cubicBezTo>
                  <a:cubicBezTo>
                    <a:pt x="76" y="33"/>
                    <a:pt x="57" y="38"/>
                    <a:pt x="51" y="25"/>
                  </a:cubicBezTo>
                  <a:cubicBezTo>
                    <a:pt x="48" y="20"/>
                    <a:pt x="45" y="17"/>
                    <a:pt x="42" y="15"/>
                  </a:cubicBezTo>
                  <a:cubicBezTo>
                    <a:pt x="37" y="20"/>
                    <a:pt x="31" y="28"/>
                    <a:pt x="32" y="30"/>
                  </a:cubicBezTo>
                  <a:cubicBezTo>
                    <a:pt x="34" y="34"/>
                    <a:pt x="40" y="45"/>
                    <a:pt x="43" y="4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0" name="Google Shape;160;p31"/>
            <p:cNvSpPr/>
            <p:nvPr/>
          </p:nvSpPr>
          <p:spPr>
            <a:xfrm>
              <a:off x="4446745" y="2454357"/>
              <a:ext cx="271472" cy="211145"/>
            </a:xfrm>
            <a:custGeom>
              <a:avLst/>
              <a:gdLst/>
              <a:ahLst/>
              <a:cxnLst/>
              <a:rect l="l" t="t" r="r" b="b"/>
              <a:pathLst>
                <a:path w="212" h="169" extrusionOk="0">
                  <a:moveTo>
                    <a:pt x="78" y="169"/>
                  </a:moveTo>
                  <a:cubicBezTo>
                    <a:pt x="78" y="157"/>
                    <a:pt x="78" y="146"/>
                    <a:pt x="78" y="145"/>
                  </a:cubicBezTo>
                  <a:cubicBezTo>
                    <a:pt x="78" y="143"/>
                    <a:pt x="102" y="129"/>
                    <a:pt x="106" y="126"/>
                  </a:cubicBezTo>
                  <a:cubicBezTo>
                    <a:pt x="110" y="124"/>
                    <a:pt x="118" y="128"/>
                    <a:pt x="118" y="123"/>
                  </a:cubicBezTo>
                  <a:cubicBezTo>
                    <a:pt x="118" y="118"/>
                    <a:pt x="127" y="121"/>
                    <a:pt x="133" y="120"/>
                  </a:cubicBezTo>
                  <a:cubicBezTo>
                    <a:pt x="139" y="118"/>
                    <a:pt x="142" y="114"/>
                    <a:pt x="142" y="109"/>
                  </a:cubicBezTo>
                  <a:cubicBezTo>
                    <a:pt x="142" y="104"/>
                    <a:pt x="150" y="105"/>
                    <a:pt x="156" y="105"/>
                  </a:cubicBezTo>
                  <a:cubicBezTo>
                    <a:pt x="161" y="104"/>
                    <a:pt x="160" y="99"/>
                    <a:pt x="164" y="99"/>
                  </a:cubicBezTo>
                  <a:cubicBezTo>
                    <a:pt x="167" y="99"/>
                    <a:pt x="165" y="94"/>
                    <a:pt x="166" y="89"/>
                  </a:cubicBezTo>
                  <a:cubicBezTo>
                    <a:pt x="166" y="83"/>
                    <a:pt x="166" y="84"/>
                    <a:pt x="172" y="84"/>
                  </a:cubicBezTo>
                  <a:cubicBezTo>
                    <a:pt x="177" y="84"/>
                    <a:pt x="182" y="81"/>
                    <a:pt x="182" y="78"/>
                  </a:cubicBezTo>
                  <a:cubicBezTo>
                    <a:pt x="182" y="74"/>
                    <a:pt x="204" y="76"/>
                    <a:pt x="208" y="76"/>
                  </a:cubicBezTo>
                  <a:cubicBezTo>
                    <a:pt x="211" y="76"/>
                    <a:pt x="212" y="72"/>
                    <a:pt x="212" y="70"/>
                  </a:cubicBezTo>
                  <a:cubicBezTo>
                    <a:pt x="211" y="67"/>
                    <a:pt x="208" y="58"/>
                    <a:pt x="205" y="57"/>
                  </a:cubicBezTo>
                  <a:cubicBezTo>
                    <a:pt x="202" y="57"/>
                    <a:pt x="204" y="48"/>
                    <a:pt x="204" y="41"/>
                  </a:cubicBezTo>
                  <a:cubicBezTo>
                    <a:pt x="204" y="34"/>
                    <a:pt x="203" y="28"/>
                    <a:pt x="199" y="23"/>
                  </a:cubicBezTo>
                  <a:cubicBezTo>
                    <a:pt x="198" y="22"/>
                    <a:pt x="197" y="20"/>
                    <a:pt x="196" y="18"/>
                  </a:cubicBezTo>
                  <a:cubicBezTo>
                    <a:pt x="189" y="18"/>
                    <a:pt x="182" y="13"/>
                    <a:pt x="175" y="13"/>
                  </a:cubicBezTo>
                  <a:cubicBezTo>
                    <a:pt x="166" y="13"/>
                    <a:pt x="152" y="17"/>
                    <a:pt x="145" y="10"/>
                  </a:cubicBezTo>
                  <a:cubicBezTo>
                    <a:pt x="139" y="2"/>
                    <a:pt x="134" y="0"/>
                    <a:pt x="129" y="2"/>
                  </a:cubicBezTo>
                  <a:cubicBezTo>
                    <a:pt x="124" y="4"/>
                    <a:pt x="115" y="30"/>
                    <a:pt x="110" y="38"/>
                  </a:cubicBezTo>
                  <a:cubicBezTo>
                    <a:pt x="104" y="46"/>
                    <a:pt x="90" y="51"/>
                    <a:pt x="83" y="51"/>
                  </a:cubicBezTo>
                  <a:cubicBezTo>
                    <a:pt x="76" y="51"/>
                    <a:pt x="75" y="62"/>
                    <a:pt x="69" y="66"/>
                  </a:cubicBezTo>
                  <a:cubicBezTo>
                    <a:pt x="64" y="70"/>
                    <a:pt x="66" y="77"/>
                    <a:pt x="60" y="83"/>
                  </a:cubicBezTo>
                  <a:cubicBezTo>
                    <a:pt x="53" y="88"/>
                    <a:pt x="56" y="104"/>
                    <a:pt x="60" y="110"/>
                  </a:cubicBezTo>
                  <a:cubicBezTo>
                    <a:pt x="63" y="115"/>
                    <a:pt x="48" y="133"/>
                    <a:pt x="39" y="138"/>
                  </a:cubicBezTo>
                  <a:cubicBezTo>
                    <a:pt x="30" y="144"/>
                    <a:pt x="27" y="154"/>
                    <a:pt x="13" y="156"/>
                  </a:cubicBezTo>
                  <a:cubicBezTo>
                    <a:pt x="7" y="157"/>
                    <a:pt x="3" y="159"/>
                    <a:pt x="0" y="162"/>
                  </a:cubicBezTo>
                  <a:cubicBezTo>
                    <a:pt x="22" y="162"/>
                    <a:pt x="55" y="162"/>
                    <a:pt x="66" y="162"/>
                  </a:cubicBezTo>
                  <a:cubicBezTo>
                    <a:pt x="79" y="162"/>
                    <a:pt x="76" y="165"/>
                    <a:pt x="78" y="16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1" name="Google Shape;161;p31"/>
            <p:cNvSpPr/>
            <p:nvPr/>
          </p:nvSpPr>
          <p:spPr>
            <a:xfrm>
              <a:off x="4910311" y="2414668"/>
              <a:ext cx="98429" cy="180981"/>
            </a:xfrm>
            <a:custGeom>
              <a:avLst/>
              <a:gdLst/>
              <a:ahLst/>
              <a:cxnLst/>
              <a:rect l="l" t="t" r="r" b="b"/>
              <a:pathLst>
                <a:path w="76" h="144" extrusionOk="0">
                  <a:moveTo>
                    <a:pt x="21" y="37"/>
                  </a:moveTo>
                  <a:cubicBezTo>
                    <a:pt x="25" y="43"/>
                    <a:pt x="20" y="53"/>
                    <a:pt x="15" y="56"/>
                  </a:cubicBezTo>
                  <a:cubicBezTo>
                    <a:pt x="11" y="58"/>
                    <a:pt x="8" y="67"/>
                    <a:pt x="4" y="67"/>
                  </a:cubicBezTo>
                  <a:cubicBezTo>
                    <a:pt x="0" y="67"/>
                    <a:pt x="4" y="83"/>
                    <a:pt x="11" y="86"/>
                  </a:cubicBezTo>
                  <a:cubicBezTo>
                    <a:pt x="19" y="89"/>
                    <a:pt x="19" y="94"/>
                    <a:pt x="19" y="97"/>
                  </a:cubicBezTo>
                  <a:cubicBezTo>
                    <a:pt x="19" y="100"/>
                    <a:pt x="29" y="103"/>
                    <a:pt x="32" y="108"/>
                  </a:cubicBezTo>
                  <a:cubicBezTo>
                    <a:pt x="35" y="112"/>
                    <a:pt x="40" y="132"/>
                    <a:pt x="40" y="139"/>
                  </a:cubicBezTo>
                  <a:cubicBezTo>
                    <a:pt x="40" y="141"/>
                    <a:pt x="41" y="142"/>
                    <a:pt x="42" y="144"/>
                  </a:cubicBezTo>
                  <a:cubicBezTo>
                    <a:pt x="45" y="142"/>
                    <a:pt x="48" y="140"/>
                    <a:pt x="49" y="137"/>
                  </a:cubicBezTo>
                  <a:cubicBezTo>
                    <a:pt x="52" y="133"/>
                    <a:pt x="53" y="125"/>
                    <a:pt x="52" y="123"/>
                  </a:cubicBezTo>
                  <a:cubicBezTo>
                    <a:pt x="51" y="121"/>
                    <a:pt x="52" y="117"/>
                    <a:pt x="54" y="115"/>
                  </a:cubicBezTo>
                  <a:cubicBezTo>
                    <a:pt x="56" y="113"/>
                    <a:pt x="66" y="103"/>
                    <a:pt x="68" y="102"/>
                  </a:cubicBezTo>
                  <a:cubicBezTo>
                    <a:pt x="69" y="102"/>
                    <a:pt x="75" y="103"/>
                    <a:pt x="75" y="97"/>
                  </a:cubicBezTo>
                  <a:cubicBezTo>
                    <a:pt x="75" y="95"/>
                    <a:pt x="75" y="91"/>
                    <a:pt x="76" y="88"/>
                  </a:cubicBezTo>
                  <a:cubicBezTo>
                    <a:pt x="71" y="85"/>
                    <a:pt x="69" y="82"/>
                    <a:pt x="69" y="80"/>
                  </a:cubicBezTo>
                  <a:cubicBezTo>
                    <a:pt x="69" y="77"/>
                    <a:pt x="64" y="71"/>
                    <a:pt x="62" y="74"/>
                  </a:cubicBezTo>
                  <a:cubicBezTo>
                    <a:pt x="59" y="77"/>
                    <a:pt x="49" y="75"/>
                    <a:pt x="48" y="68"/>
                  </a:cubicBezTo>
                  <a:cubicBezTo>
                    <a:pt x="46" y="62"/>
                    <a:pt x="54" y="62"/>
                    <a:pt x="62" y="56"/>
                  </a:cubicBezTo>
                  <a:cubicBezTo>
                    <a:pt x="69" y="50"/>
                    <a:pt x="70" y="39"/>
                    <a:pt x="62" y="32"/>
                  </a:cubicBezTo>
                  <a:cubicBezTo>
                    <a:pt x="54" y="26"/>
                    <a:pt x="60" y="23"/>
                    <a:pt x="65" y="17"/>
                  </a:cubicBezTo>
                  <a:cubicBezTo>
                    <a:pt x="71" y="11"/>
                    <a:pt x="66" y="8"/>
                    <a:pt x="63" y="11"/>
                  </a:cubicBezTo>
                  <a:cubicBezTo>
                    <a:pt x="60" y="13"/>
                    <a:pt x="55" y="14"/>
                    <a:pt x="54" y="8"/>
                  </a:cubicBezTo>
                  <a:cubicBezTo>
                    <a:pt x="54" y="2"/>
                    <a:pt x="37" y="0"/>
                    <a:pt x="30" y="6"/>
                  </a:cubicBezTo>
                  <a:cubicBezTo>
                    <a:pt x="28" y="9"/>
                    <a:pt x="24" y="9"/>
                    <a:pt x="21" y="9"/>
                  </a:cubicBezTo>
                  <a:cubicBezTo>
                    <a:pt x="19" y="20"/>
                    <a:pt x="18" y="33"/>
                    <a:pt x="21" y="3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2" name="Google Shape;162;p31"/>
            <p:cNvSpPr/>
            <p:nvPr/>
          </p:nvSpPr>
          <p:spPr>
            <a:xfrm>
              <a:off x="4546761" y="2421018"/>
              <a:ext cx="469917" cy="442927"/>
            </a:xfrm>
            <a:custGeom>
              <a:avLst/>
              <a:gdLst/>
              <a:ahLst/>
              <a:cxnLst/>
              <a:rect l="l" t="t" r="r" b="b"/>
              <a:pathLst>
                <a:path w="367" h="353" extrusionOk="0">
                  <a:moveTo>
                    <a:pt x="126" y="67"/>
                  </a:moveTo>
                  <a:cubicBezTo>
                    <a:pt x="126" y="74"/>
                    <a:pt x="124" y="83"/>
                    <a:pt x="127" y="83"/>
                  </a:cubicBezTo>
                  <a:cubicBezTo>
                    <a:pt x="130" y="84"/>
                    <a:pt x="133" y="93"/>
                    <a:pt x="134" y="96"/>
                  </a:cubicBezTo>
                  <a:cubicBezTo>
                    <a:pt x="134" y="98"/>
                    <a:pt x="133" y="102"/>
                    <a:pt x="130" y="102"/>
                  </a:cubicBezTo>
                  <a:cubicBezTo>
                    <a:pt x="126" y="102"/>
                    <a:pt x="104" y="100"/>
                    <a:pt x="104" y="104"/>
                  </a:cubicBezTo>
                  <a:cubicBezTo>
                    <a:pt x="104" y="107"/>
                    <a:pt x="99" y="110"/>
                    <a:pt x="94" y="110"/>
                  </a:cubicBezTo>
                  <a:cubicBezTo>
                    <a:pt x="88" y="110"/>
                    <a:pt x="88" y="109"/>
                    <a:pt x="88" y="115"/>
                  </a:cubicBezTo>
                  <a:cubicBezTo>
                    <a:pt x="87" y="120"/>
                    <a:pt x="89" y="125"/>
                    <a:pt x="86" y="125"/>
                  </a:cubicBezTo>
                  <a:cubicBezTo>
                    <a:pt x="82" y="125"/>
                    <a:pt x="83" y="130"/>
                    <a:pt x="78" y="131"/>
                  </a:cubicBezTo>
                  <a:cubicBezTo>
                    <a:pt x="72" y="131"/>
                    <a:pt x="64" y="130"/>
                    <a:pt x="64" y="135"/>
                  </a:cubicBezTo>
                  <a:cubicBezTo>
                    <a:pt x="64" y="140"/>
                    <a:pt x="61" y="144"/>
                    <a:pt x="55" y="146"/>
                  </a:cubicBezTo>
                  <a:cubicBezTo>
                    <a:pt x="49" y="147"/>
                    <a:pt x="40" y="144"/>
                    <a:pt x="40" y="149"/>
                  </a:cubicBezTo>
                  <a:cubicBezTo>
                    <a:pt x="40" y="154"/>
                    <a:pt x="32" y="150"/>
                    <a:pt x="28" y="152"/>
                  </a:cubicBezTo>
                  <a:cubicBezTo>
                    <a:pt x="24" y="155"/>
                    <a:pt x="0" y="169"/>
                    <a:pt x="0" y="171"/>
                  </a:cubicBezTo>
                  <a:cubicBezTo>
                    <a:pt x="0" y="172"/>
                    <a:pt x="0" y="183"/>
                    <a:pt x="0" y="195"/>
                  </a:cubicBezTo>
                  <a:cubicBezTo>
                    <a:pt x="1" y="196"/>
                    <a:pt x="2" y="197"/>
                    <a:pt x="4" y="198"/>
                  </a:cubicBezTo>
                  <a:cubicBezTo>
                    <a:pt x="12" y="203"/>
                    <a:pt x="170" y="307"/>
                    <a:pt x="175" y="312"/>
                  </a:cubicBezTo>
                  <a:cubicBezTo>
                    <a:pt x="180" y="317"/>
                    <a:pt x="186" y="328"/>
                    <a:pt x="186" y="328"/>
                  </a:cubicBezTo>
                  <a:cubicBezTo>
                    <a:pt x="186" y="328"/>
                    <a:pt x="197" y="330"/>
                    <a:pt x="206" y="334"/>
                  </a:cubicBezTo>
                  <a:cubicBezTo>
                    <a:pt x="215" y="339"/>
                    <a:pt x="215" y="353"/>
                    <a:pt x="215" y="353"/>
                  </a:cubicBezTo>
                  <a:cubicBezTo>
                    <a:pt x="215" y="353"/>
                    <a:pt x="226" y="351"/>
                    <a:pt x="232" y="349"/>
                  </a:cubicBezTo>
                  <a:cubicBezTo>
                    <a:pt x="238" y="348"/>
                    <a:pt x="259" y="341"/>
                    <a:pt x="259" y="341"/>
                  </a:cubicBezTo>
                  <a:cubicBezTo>
                    <a:pt x="291" y="315"/>
                    <a:pt x="291" y="315"/>
                    <a:pt x="291" y="315"/>
                  </a:cubicBezTo>
                  <a:cubicBezTo>
                    <a:pt x="367" y="268"/>
                    <a:pt x="367" y="268"/>
                    <a:pt x="367" y="268"/>
                  </a:cubicBezTo>
                  <a:cubicBezTo>
                    <a:pt x="367" y="268"/>
                    <a:pt x="367" y="268"/>
                    <a:pt x="367" y="268"/>
                  </a:cubicBezTo>
                  <a:cubicBezTo>
                    <a:pt x="365" y="259"/>
                    <a:pt x="362" y="252"/>
                    <a:pt x="358" y="252"/>
                  </a:cubicBezTo>
                  <a:cubicBezTo>
                    <a:pt x="354" y="252"/>
                    <a:pt x="351" y="249"/>
                    <a:pt x="345" y="249"/>
                  </a:cubicBezTo>
                  <a:cubicBezTo>
                    <a:pt x="340" y="249"/>
                    <a:pt x="334" y="246"/>
                    <a:pt x="333" y="241"/>
                  </a:cubicBezTo>
                  <a:cubicBezTo>
                    <a:pt x="332" y="237"/>
                    <a:pt x="335" y="234"/>
                    <a:pt x="331" y="228"/>
                  </a:cubicBezTo>
                  <a:cubicBezTo>
                    <a:pt x="327" y="222"/>
                    <a:pt x="323" y="219"/>
                    <a:pt x="323" y="217"/>
                  </a:cubicBezTo>
                  <a:cubicBezTo>
                    <a:pt x="323" y="214"/>
                    <a:pt x="330" y="209"/>
                    <a:pt x="331" y="208"/>
                  </a:cubicBezTo>
                  <a:cubicBezTo>
                    <a:pt x="332" y="207"/>
                    <a:pt x="328" y="203"/>
                    <a:pt x="328" y="200"/>
                  </a:cubicBezTo>
                  <a:cubicBezTo>
                    <a:pt x="328" y="197"/>
                    <a:pt x="326" y="192"/>
                    <a:pt x="328" y="189"/>
                  </a:cubicBezTo>
                  <a:cubicBezTo>
                    <a:pt x="331" y="186"/>
                    <a:pt x="332" y="183"/>
                    <a:pt x="330" y="177"/>
                  </a:cubicBezTo>
                  <a:cubicBezTo>
                    <a:pt x="327" y="171"/>
                    <a:pt x="334" y="166"/>
                    <a:pt x="330" y="158"/>
                  </a:cubicBezTo>
                  <a:cubicBezTo>
                    <a:pt x="327" y="151"/>
                    <a:pt x="322" y="145"/>
                    <a:pt x="322" y="142"/>
                  </a:cubicBezTo>
                  <a:cubicBezTo>
                    <a:pt x="322" y="141"/>
                    <a:pt x="324" y="140"/>
                    <a:pt x="326" y="139"/>
                  </a:cubicBezTo>
                  <a:cubicBezTo>
                    <a:pt x="325" y="137"/>
                    <a:pt x="324" y="136"/>
                    <a:pt x="324" y="134"/>
                  </a:cubicBezTo>
                  <a:cubicBezTo>
                    <a:pt x="324" y="127"/>
                    <a:pt x="319" y="107"/>
                    <a:pt x="316" y="103"/>
                  </a:cubicBezTo>
                  <a:cubicBezTo>
                    <a:pt x="313" y="98"/>
                    <a:pt x="303" y="95"/>
                    <a:pt x="303" y="92"/>
                  </a:cubicBezTo>
                  <a:cubicBezTo>
                    <a:pt x="303" y="89"/>
                    <a:pt x="303" y="84"/>
                    <a:pt x="295" y="81"/>
                  </a:cubicBezTo>
                  <a:cubicBezTo>
                    <a:pt x="288" y="78"/>
                    <a:pt x="284" y="62"/>
                    <a:pt x="288" y="62"/>
                  </a:cubicBezTo>
                  <a:cubicBezTo>
                    <a:pt x="292" y="62"/>
                    <a:pt x="295" y="53"/>
                    <a:pt x="299" y="51"/>
                  </a:cubicBezTo>
                  <a:cubicBezTo>
                    <a:pt x="304" y="48"/>
                    <a:pt x="309" y="38"/>
                    <a:pt x="305" y="32"/>
                  </a:cubicBezTo>
                  <a:cubicBezTo>
                    <a:pt x="302" y="28"/>
                    <a:pt x="303" y="15"/>
                    <a:pt x="305" y="4"/>
                  </a:cubicBezTo>
                  <a:cubicBezTo>
                    <a:pt x="298" y="4"/>
                    <a:pt x="290" y="2"/>
                    <a:pt x="288" y="1"/>
                  </a:cubicBezTo>
                  <a:cubicBezTo>
                    <a:pt x="285" y="0"/>
                    <a:pt x="276" y="3"/>
                    <a:pt x="270" y="3"/>
                  </a:cubicBezTo>
                  <a:cubicBezTo>
                    <a:pt x="264" y="3"/>
                    <a:pt x="250" y="12"/>
                    <a:pt x="246" y="8"/>
                  </a:cubicBezTo>
                  <a:cubicBezTo>
                    <a:pt x="241" y="3"/>
                    <a:pt x="193" y="11"/>
                    <a:pt x="179" y="12"/>
                  </a:cubicBezTo>
                  <a:cubicBezTo>
                    <a:pt x="166" y="12"/>
                    <a:pt x="160" y="26"/>
                    <a:pt x="152" y="26"/>
                  </a:cubicBezTo>
                  <a:cubicBezTo>
                    <a:pt x="144" y="26"/>
                    <a:pt x="131" y="33"/>
                    <a:pt x="124" y="41"/>
                  </a:cubicBezTo>
                  <a:cubicBezTo>
                    <a:pt x="123" y="43"/>
                    <a:pt x="120" y="43"/>
                    <a:pt x="118" y="44"/>
                  </a:cubicBezTo>
                  <a:cubicBezTo>
                    <a:pt x="119" y="46"/>
                    <a:pt x="120" y="48"/>
                    <a:pt x="121" y="49"/>
                  </a:cubicBezTo>
                  <a:cubicBezTo>
                    <a:pt x="125" y="54"/>
                    <a:pt x="126" y="60"/>
                    <a:pt x="126" y="6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3" name="Google Shape;163;p31"/>
            <p:cNvSpPr/>
            <p:nvPr/>
          </p:nvSpPr>
          <p:spPr>
            <a:xfrm>
              <a:off x="4959525" y="2525797"/>
              <a:ext cx="342912" cy="322273"/>
            </a:xfrm>
            <a:custGeom>
              <a:avLst/>
              <a:gdLst/>
              <a:ahLst/>
              <a:cxnLst/>
              <a:rect l="l" t="t" r="r" b="b"/>
              <a:pathLst>
                <a:path w="268" h="257" extrusionOk="0">
                  <a:moveTo>
                    <a:pt x="30" y="14"/>
                  </a:moveTo>
                  <a:cubicBezTo>
                    <a:pt x="28" y="15"/>
                    <a:pt x="18" y="25"/>
                    <a:pt x="16" y="27"/>
                  </a:cubicBezTo>
                  <a:cubicBezTo>
                    <a:pt x="14" y="29"/>
                    <a:pt x="13" y="33"/>
                    <a:pt x="14" y="35"/>
                  </a:cubicBezTo>
                  <a:cubicBezTo>
                    <a:pt x="15" y="37"/>
                    <a:pt x="14" y="45"/>
                    <a:pt x="11" y="49"/>
                  </a:cubicBezTo>
                  <a:cubicBezTo>
                    <a:pt x="9" y="54"/>
                    <a:pt x="1" y="57"/>
                    <a:pt x="0" y="59"/>
                  </a:cubicBezTo>
                  <a:cubicBezTo>
                    <a:pt x="0" y="62"/>
                    <a:pt x="5" y="68"/>
                    <a:pt x="8" y="75"/>
                  </a:cubicBezTo>
                  <a:cubicBezTo>
                    <a:pt x="12" y="83"/>
                    <a:pt x="5" y="88"/>
                    <a:pt x="8" y="94"/>
                  </a:cubicBezTo>
                  <a:cubicBezTo>
                    <a:pt x="10" y="100"/>
                    <a:pt x="9" y="103"/>
                    <a:pt x="6" y="106"/>
                  </a:cubicBezTo>
                  <a:cubicBezTo>
                    <a:pt x="4" y="109"/>
                    <a:pt x="6" y="114"/>
                    <a:pt x="6" y="117"/>
                  </a:cubicBezTo>
                  <a:cubicBezTo>
                    <a:pt x="6" y="120"/>
                    <a:pt x="10" y="124"/>
                    <a:pt x="9" y="125"/>
                  </a:cubicBezTo>
                  <a:cubicBezTo>
                    <a:pt x="8" y="126"/>
                    <a:pt x="1" y="131"/>
                    <a:pt x="1" y="134"/>
                  </a:cubicBezTo>
                  <a:cubicBezTo>
                    <a:pt x="1" y="136"/>
                    <a:pt x="5" y="139"/>
                    <a:pt x="9" y="145"/>
                  </a:cubicBezTo>
                  <a:cubicBezTo>
                    <a:pt x="13" y="151"/>
                    <a:pt x="10" y="154"/>
                    <a:pt x="11" y="158"/>
                  </a:cubicBezTo>
                  <a:cubicBezTo>
                    <a:pt x="12" y="163"/>
                    <a:pt x="18" y="166"/>
                    <a:pt x="23" y="166"/>
                  </a:cubicBezTo>
                  <a:cubicBezTo>
                    <a:pt x="29" y="166"/>
                    <a:pt x="32" y="169"/>
                    <a:pt x="36" y="169"/>
                  </a:cubicBezTo>
                  <a:cubicBezTo>
                    <a:pt x="40" y="169"/>
                    <a:pt x="43" y="176"/>
                    <a:pt x="45" y="185"/>
                  </a:cubicBezTo>
                  <a:cubicBezTo>
                    <a:pt x="47" y="185"/>
                    <a:pt x="64" y="185"/>
                    <a:pt x="71" y="190"/>
                  </a:cubicBezTo>
                  <a:cubicBezTo>
                    <a:pt x="79" y="194"/>
                    <a:pt x="82" y="201"/>
                    <a:pt x="82" y="201"/>
                  </a:cubicBezTo>
                  <a:cubicBezTo>
                    <a:pt x="112" y="185"/>
                    <a:pt x="112" y="185"/>
                    <a:pt x="112" y="185"/>
                  </a:cubicBezTo>
                  <a:cubicBezTo>
                    <a:pt x="247" y="257"/>
                    <a:pt x="247" y="257"/>
                    <a:pt x="247" y="257"/>
                  </a:cubicBezTo>
                  <a:cubicBezTo>
                    <a:pt x="247" y="248"/>
                    <a:pt x="247" y="248"/>
                    <a:pt x="247" y="248"/>
                  </a:cubicBezTo>
                  <a:cubicBezTo>
                    <a:pt x="263" y="248"/>
                    <a:pt x="263" y="248"/>
                    <a:pt x="263" y="248"/>
                  </a:cubicBezTo>
                  <a:cubicBezTo>
                    <a:pt x="263" y="248"/>
                    <a:pt x="263" y="87"/>
                    <a:pt x="263" y="75"/>
                  </a:cubicBezTo>
                  <a:cubicBezTo>
                    <a:pt x="263" y="63"/>
                    <a:pt x="258" y="55"/>
                    <a:pt x="263" y="49"/>
                  </a:cubicBezTo>
                  <a:cubicBezTo>
                    <a:pt x="268" y="42"/>
                    <a:pt x="261" y="39"/>
                    <a:pt x="265" y="27"/>
                  </a:cubicBezTo>
                  <a:cubicBezTo>
                    <a:pt x="266" y="25"/>
                    <a:pt x="266" y="24"/>
                    <a:pt x="267" y="22"/>
                  </a:cubicBezTo>
                  <a:cubicBezTo>
                    <a:pt x="267" y="22"/>
                    <a:pt x="266" y="22"/>
                    <a:pt x="266" y="22"/>
                  </a:cubicBezTo>
                  <a:cubicBezTo>
                    <a:pt x="265" y="18"/>
                    <a:pt x="258" y="18"/>
                    <a:pt x="243" y="15"/>
                  </a:cubicBezTo>
                  <a:cubicBezTo>
                    <a:pt x="227" y="13"/>
                    <a:pt x="233" y="3"/>
                    <a:pt x="216" y="2"/>
                  </a:cubicBezTo>
                  <a:cubicBezTo>
                    <a:pt x="198" y="1"/>
                    <a:pt x="177" y="14"/>
                    <a:pt x="176" y="22"/>
                  </a:cubicBezTo>
                  <a:cubicBezTo>
                    <a:pt x="176" y="29"/>
                    <a:pt x="184" y="37"/>
                    <a:pt x="179" y="45"/>
                  </a:cubicBezTo>
                  <a:cubicBezTo>
                    <a:pt x="173" y="52"/>
                    <a:pt x="160" y="53"/>
                    <a:pt x="152" y="45"/>
                  </a:cubicBezTo>
                  <a:cubicBezTo>
                    <a:pt x="143" y="37"/>
                    <a:pt x="130" y="33"/>
                    <a:pt x="119" y="33"/>
                  </a:cubicBezTo>
                  <a:cubicBezTo>
                    <a:pt x="108" y="33"/>
                    <a:pt x="101" y="26"/>
                    <a:pt x="101" y="21"/>
                  </a:cubicBezTo>
                  <a:cubicBezTo>
                    <a:pt x="102" y="15"/>
                    <a:pt x="99" y="12"/>
                    <a:pt x="90" y="11"/>
                  </a:cubicBezTo>
                  <a:cubicBezTo>
                    <a:pt x="81" y="9"/>
                    <a:pt x="74" y="1"/>
                    <a:pt x="58" y="4"/>
                  </a:cubicBezTo>
                  <a:cubicBezTo>
                    <a:pt x="50" y="5"/>
                    <a:pt x="42" y="3"/>
                    <a:pt x="38" y="0"/>
                  </a:cubicBezTo>
                  <a:cubicBezTo>
                    <a:pt x="37" y="3"/>
                    <a:pt x="37" y="7"/>
                    <a:pt x="37" y="9"/>
                  </a:cubicBezTo>
                  <a:cubicBezTo>
                    <a:pt x="37" y="15"/>
                    <a:pt x="31" y="14"/>
                    <a:pt x="30" y="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4" name="Google Shape;164;p31"/>
            <p:cNvSpPr/>
            <p:nvPr/>
          </p:nvSpPr>
          <p:spPr>
            <a:xfrm>
              <a:off x="4365779" y="2975074"/>
              <a:ext cx="65090" cy="22226"/>
            </a:xfrm>
            <a:custGeom>
              <a:avLst/>
              <a:gdLst/>
              <a:ahLst/>
              <a:cxnLst/>
              <a:rect l="l" t="t" r="r" b="b"/>
              <a:pathLst>
                <a:path w="51" h="18" extrusionOk="0">
                  <a:moveTo>
                    <a:pt x="25" y="11"/>
                  </a:moveTo>
                  <a:cubicBezTo>
                    <a:pt x="29" y="8"/>
                    <a:pt x="35" y="14"/>
                    <a:pt x="40" y="15"/>
                  </a:cubicBezTo>
                  <a:cubicBezTo>
                    <a:pt x="45" y="16"/>
                    <a:pt x="51" y="12"/>
                    <a:pt x="51" y="12"/>
                  </a:cubicBezTo>
                  <a:cubicBezTo>
                    <a:pt x="51" y="12"/>
                    <a:pt x="50" y="11"/>
                    <a:pt x="41" y="11"/>
                  </a:cubicBezTo>
                  <a:cubicBezTo>
                    <a:pt x="33" y="10"/>
                    <a:pt x="32" y="0"/>
                    <a:pt x="25" y="3"/>
                  </a:cubicBezTo>
                  <a:cubicBezTo>
                    <a:pt x="17" y="7"/>
                    <a:pt x="12" y="8"/>
                    <a:pt x="2" y="7"/>
                  </a:cubicBezTo>
                  <a:cubicBezTo>
                    <a:pt x="2" y="10"/>
                    <a:pt x="1" y="14"/>
                    <a:pt x="0" y="18"/>
                  </a:cubicBezTo>
                  <a:cubicBezTo>
                    <a:pt x="2" y="17"/>
                    <a:pt x="4" y="17"/>
                    <a:pt x="5" y="17"/>
                  </a:cubicBezTo>
                  <a:cubicBezTo>
                    <a:pt x="10" y="16"/>
                    <a:pt x="22" y="14"/>
                    <a:pt x="25" y="1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5" name="Google Shape;165;p31"/>
            <p:cNvSpPr/>
            <p:nvPr/>
          </p:nvSpPr>
          <p:spPr>
            <a:xfrm>
              <a:off x="4351491" y="2914747"/>
              <a:ext cx="133355" cy="103191"/>
            </a:xfrm>
            <a:custGeom>
              <a:avLst/>
              <a:gdLst/>
              <a:ahLst/>
              <a:cxnLst/>
              <a:rect l="l" t="t" r="r" b="b"/>
              <a:pathLst>
                <a:path w="104" h="82" extrusionOk="0">
                  <a:moveTo>
                    <a:pt x="24" y="79"/>
                  </a:moveTo>
                  <a:cubicBezTo>
                    <a:pt x="27" y="79"/>
                    <a:pt x="34" y="75"/>
                    <a:pt x="34" y="75"/>
                  </a:cubicBezTo>
                  <a:cubicBezTo>
                    <a:pt x="34" y="75"/>
                    <a:pt x="56" y="73"/>
                    <a:pt x="59" y="73"/>
                  </a:cubicBezTo>
                  <a:cubicBezTo>
                    <a:pt x="61" y="72"/>
                    <a:pt x="62" y="73"/>
                    <a:pt x="64" y="74"/>
                  </a:cubicBezTo>
                  <a:cubicBezTo>
                    <a:pt x="64" y="73"/>
                    <a:pt x="64" y="72"/>
                    <a:pt x="64" y="72"/>
                  </a:cubicBezTo>
                  <a:cubicBezTo>
                    <a:pt x="64" y="72"/>
                    <a:pt x="76" y="75"/>
                    <a:pt x="76" y="77"/>
                  </a:cubicBezTo>
                  <a:cubicBezTo>
                    <a:pt x="77" y="80"/>
                    <a:pt x="93" y="82"/>
                    <a:pt x="102" y="79"/>
                  </a:cubicBezTo>
                  <a:cubicBezTo>
                    <a:pt x="103" y="79"/>
                    <a:pt x="104" y="78"/>
                    <a:pt x="104" y="78"/>
                  </a:cubicBezTo>
                  <a:cubicBezTo>
                    <a:pt x="104" y="75"/>
                    <a:pt x="104" y="69"/>
                    <a:pt x="104" y="67"/>
                  </a:cubicBezTo>
                  <a:cubicBezTo>
                    <a:pt x="104" y="64"/>
                    <a:pt x="98" y="59"/>
                    <a:pt x="95" y="55"/>
                  </a:cubicBezTo>
                  <a:cubicBezTo>
                    <a:pt x="92" y="52"/>
                    <a:pt x="92" y="45"/>
                    <a:pt x="92" y="45"/>
                  </a:cubicBezTo>
                  <a:cubicBezTo>
                    <a:pt x="89" y="40"/>
                    <a:pt x="89" y="40"/>
                    <a:pt x="89" y="40"/>
                  </a:cubicBezTo>
                  <a:cubicBezTo>
                    <a:pt x="89" y="40"/>
                    <a:pt x="86" y="30"/>
                    <a:pt x="79" y="27"/>
                  </a:cubicBezTo>
                  <a:cubicBezTo>
                    <a:pt x="71" y="25"/>
                    <a:pt x="66" y="11"/>
                    <a:pt x="66" y="11"/>
                  </a:cubicBezTo>
                  <a:cubicBezTo>
                    <a:pt x="60" y="11"/>
                    <a:pt x="60" y="11"/>
                    <a:pt x="60" y="11"/>
                  </a:cubicBezTo>
                  <a:cubicBezTo>
                    <a:pt x="60" y="11"/>
                    <a:pt x="55" y="5"/>
                    <a:pt x="50" y="3"/>
                  </a:cubicBezTo>
                  <a:cubicBezTo>
                    <a:pt x="45" y="0"/>
                    <a:pt x="37" y="4"/>
                    <a:pt x="37" y="4"/>
                  </a:cubicBezTo>
                  <a:cubicBezTo>
                    <a:pt x="37" y="4"/>
                    <a:pt x="27" y="5"/>
                    <a:pt x="21" y="4"/>
                  </a:cubicBezTo>
                  <a:cubicBezTo>
                    <a:pt x="14" y="3"/>
                    <a:pt x="16" y="11"/>
                    <a:pt x="11" y="12"/>
                  </a:cubicBezTo>
                  <a:cubicBezTo>
                    <a:pt x="10" y="12"/>
                    <a:pt x="10" y="13"/>
                    <a:pt x="10" y="13"/>
                  </a:cubicBezTo>
                  <a:cubicBezTo>
                    <a:pt x="9" y="18"/>
                    <a:pt x="8" y="23"/>
                    <a:pt x="6" y="27"/>
                  </a:cubicBezTo>
                  <a:cubicBezTo>
                    <a:pt x="0" y="35"/>
                    <a:pt x="8" y="48"/>
                    <a:pt x="12" y="52"/>
                  </a:cubicBezTo>
                  <a:cubicBezTo>
                    <a:pt x="13" y="53"/>
                    <a:pt x="13" y="54"/>
                    <a:pt x="13" y="55"/>
                  </a:cubicBezTo>
                  <a:cubicBezTo>
                    <a:pt x="23" y="56"/>
                    <a:pt x="28" y="55"/>
                    <a:pt x="36" y="51"/>
                  </a:cubicBezTo>
                  <a:cubicBezTo>
                    <a:pt x="43" y="48"/>
                    <a:pt x="44" y="58"/>
                    <a:pt x="52" y="59"/>
                  </a:cubicBezTo>
                  <a:cubicBezTo>
                    <a:pt x="61" y="59"/>
                    <a:pt x="62" y="60"/>
                    <a:pt x="62" y="60"/>
                  </a:cubicBezTo>
                  <a:cubicBezTo>
                    <a:pt x="62" y="60"/>
                    <a:pt x="56" y="64"/>
                    <a:pt x="51" y="63"/>
                  </a:cubicBezTo>
                  <a:cubicBezTo>
                    <a:pt x="46" y="62"/>
                    <a:pt x="40" y="56"/>
                    <a:pt x="36" y="59"/>
                  </a:cubicBezTo>
                  <a:cubicBezTo>
                    <a:pt x="33" y="62"/>
                    <a:pt x="21" y="64"/>
                    <a:pt x="16" y="65"/>
                  </a:cubicBezTo>
                  <a:cubicBezTo>
                    <a:pt x="15" y="65"/>
                    <a:pt x="13" y="65"/>
                    <a:pt x="11" y="66"/>
                  </a:cubicBezTo>
                  <a:cubicBezTo>
                    <a:pt x="11" y="69"/>
                    <a:pt x="11" y="72"/>
                    <a:pt x="13" y="74"/>
                  </a:cubicBezTo>
                  <a:cubicBezTo>
                    <a:pt x="14" y="75"/>
                    <a:pt x="14" y="75"/>
                    <a:pt x="15" y="76"/>
                  </a:cubicBezTo>
                  <a:cubicBezTo>
                    <a:pt x="24" y="74"/>
                    <a:pt x="21" y="78"/>
                    <a:pt x="24" y="7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6" name="Google Shape;166;p31"/>
            <p:cNvSpPr/>
            <p:nvPr/>
          </p:nvSpPr>
          <p:spPr>
            <a:xfrm>
              <a:off x="4370542" y="3005238"/>
              <a:ext cx="63502" cy="38101"/>
            </a:xfrm>
            <a:custGeom>
              <a:avLst/>
              <a:gdLst/>
              <a:ahLst/>
              <a:cxnLst/>
              <a:rect l="l" t="t" r="r" b="b"/>
              <a:pathLst>
                <a:path w="49" h="30" extrusionOk="0">
                  <a:moveTo>
                    <a:pt x="25" y="28"/>
                  </a:moveTo>
                  <a:cubicBezTo>
                    <a:pt x="29" y="25"/>
                    <a:pt x="37" y="18"/>
                    <a:pt x="40" y="19"/>
                  </a:cubicBezTo>
                  <a:cubicBezTo>
                    <a:pt x="43" y="20"/>
                    <a:pt x="46" y="18"/>
                    <a:pt x="46" y="17"/>
                  </a:cubicBezTo>
                  <a:cubicBezTo>
                    <a:pt x="46" y="15"/>
                    <a:pt x="41" y="10"/>
                    <a:pt x="45" y="8"/>
                  </a:cubicBezTo>
                  <a:cubicBezTo>
                    <a:pt x="48" y="7"/>
                    <a:pt x="49" y="4"/>
                    <a:pt x="49" y="2"/>
                  </a:cubicBezTo>
                  <a:cubicBezTo>
                    <a:pt x="47" y="1"/>
                    <a:pt x="46" y="0"/>
                    <a:pt x="44" y="1"/>
                  </a:cubicBezTo>
                  <a:cubicBezTo>
                    <a:pt x="41" y="1"/>
                    <a:pt x="19" y="3"/>
                    <a:pt x="19" y="3"/>
                  </a:cubicBezTo>
                  <a:cubicBezTo>
                    <a:pt x="19" y="3"/>
                    <a:pt x="12" y="7"/>
                    <a:pt x="9" y="7"/>
                  </a:cubicBezTo>
                  <a:cubicBezTo>
                    <a:pt x="6" y="6"/>
                    <a:pt x="9" y="2"/>
                    <a:pt x="0" y="4"/>
                  </a:cubicBezTo>
                  <a:cubicBezTo>
                    <a:pt x="4" y="10"/>
                    <a:pt x="5" y="12"/>
                    <a:pt x="14" y="15"/>
                  </a:cubicBezTo>
                  <a:cubicBezTo>
                    <a:pt x="24" y="18"/>
                    <a:pt x="13" y="23"/>
                    <a:pt x="22" y="28"/>
                  </a:cubicBezTo>
                  <a:cubicBezTo>
                    <a:pt x="22" y="29"/>
                    <a:pt x="23" y="29"/>
                    <a:pt x="24" y="30"/>
                  </a:cubicBezTo>
                  <a:cubicBezTo>
                    <a:pt x="24" y="29"/>
                    <a:pt x="25" y="28"/>
                    <a:pt x="25" y="2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7" name="Google Shape;167;p31"/>
            <p:cNvSpPr/>
            <p:nvPr/>
          </p:nvSpPr>
          <p:spPr>
            <a:xfrm>
              <a:off x="5070654" y="3038576"/>
              <a:ext cx="277822" cy="192094"/>
            </a:xfrm>
            <a:custGeom>
              <a:avLst/>
              <a:gdLst/>
              <a:ahLst/>
              <a:cxnLst/>
              <a:rect l="l" t="t" r="r" b="b"/>
              <a:pathLst>
                <a:path w="216" h="153" extrusionOk="0">
                  <a:moveTo>
                    <a:pt x="200" y="87"/>
                  </a:moveTo>
                  <a:cubicBezTo>
                    <a:pt x="200" y="83"/>
                    <a:pt x="200" y="80"/>
                    <a:pt x="193" y="75"/>
                  </a:cubicBezTo>
                  <a:cubicBezTo>
                    <a:pt x="187" y="69"/>
                    <a:pt x="183" y="68"/>
                    <a:pt x="183" y="65"/>
                  </a:cubicBezTo>
                  <a:cubicBezTo>
                    <a:pt x="183" y="62"/>
                    <a:pt x="180" y="61"/>
                    <a:pt x="175" y="54"/>
                  </a:cubicBezTo>
                  <a:cubicBezTo>
                    <a:pt x="169" y="48"/>
                    <a:pt x="161" y="48"/>
                    <a:pt x="161" y="48"/>
                  </a:cubicBezTo>
                  <a:cubicBezTo>
                    <a:pt x="159" y="42"/>
                    <a:pt x="159" y="42"/>
                    <a:pt x="159" y="42"/>
                  </a:cubicBezTo>
                  <a:cubicBezTo>
                    <a:pt x="151" y="41"/>
                    <a:pt x="151" y="41"/>
                    <a:pt x="151" y="41"/>
                  </a:cubicBezTo>
                  <a:cubicBezTo>
                    <a:pt x="151" y="41"/>
                    <a:pt x="147" y="38"/>
                    <a:pt x="153" y="34"/>
                  </a:cubicBezTo>
                  <a:cubicBezTo>
                    <a:pt x="160" y="31"/>
                    <a:pt x="153" y="22"/>
                    <a:pt x="152" y="19"/>
                  </a:cubicBezTo>
                  <a:cubicBezTo>
                    <a:pt x="151" y="16"/>
                    <a:pt x="142" y="5"/>
                    <a:pt x="140" y="2"/>
                  </a:cubicBezTo>
                  <a:cubicBezTo>
                    <a:pt x="138" y="2"/>
                    <a:pt x="137" y="2"/>
                    <a:pt x="137" y="2"/>
                  </a:cubicBezTo>
                  <a:cubicBezTo>
                    <a:pt x="133" y="0"/>
                    <a:pt x="126" y="4"/>
                    <a:pt x="122" y="8"/>
                  </a:cubicBezTo>
                  <a:cubicBezTo>
                    <a:pt x="118" y="11"/>
                    <a:pt x="121" y="13"/>
                    <a:pt x="118" y="16"/>
                  </a:cubicBezTo>
                  <a:cubicBezTo>
                    <a:pt x="116" y="19"/>
                    <a:pt x="107" y="26"/>
                    <a:pt x="101" y="34"/>
                  </a:cubicBezTo>
                  <a:cubicBezTo>
                    <a:pt x="95" y="41"/>
                    <a:pt x="81" y="36"/>
                    <a:pt x="76" y="39"/>
                  </a:cubicBezTo>
                  <a:cubicBezTo>
                    <a:pt x="71" y="41"/>
                    <a:pt x="78" y="46"/>
                    <a:pt x="75" y="48"/>
                  </a:cubicBezTo>
                  <a:cubicBezTo>
                    <a:pt x="72" y="51"/>
                    <a:pt x="62" y="55"/>
                    <a:pt x="59" y="57"/>
                  </a:cubicBezTo>
                  <a:cubicBezTo>
                    <a:pt x="56" y="58"/>
                    <a:pt x="44" y="58"/>
                    <a:pt x="40" y="62"/>
                  </a:cubicBezTo>
                  <a:cubicBezTo>
                    <a:pt x="36" y="67"/>
                    <a:pt x="32" y="57"/>
                    <a:pt x="29" y="62"/>
                  </a:cubicBezTo>
                  <a:cubicBezTo>
                    <a:pt x="25" y="68"/>
                    <a:pt x="21" y="68"/>
                    <a:pt x="19" y="66"/>
                  </a:cubicBezTo>
                  <a:cubicBezTo>
                    <a:pt x="18" y="66"/>
                    <a:pt x="18" y="65"/>
                    <a:pt x="17" y="65"/>
                  </a:cubicBezTo>
                  <a:cubicBezTo>
                    <a:pt x="14" y="68"/>
                    <a:pt x="10" y="71"/>
                    <a:pt x="8" y="76"/>
                  </a:cubicBezTo>
                  <a:cubicBezTo>
                    <a:pt x="6" y="83"/>
                    <a:pt x="0" y="90"/>
                    <a:pt x="0" y="93"/>
                  </a:cubicBezTo>
                  <a:cubicBezTo>
                    <a:pt x="0" y="97"/>
                    <a:pt x="2" y="101"/>
                    <a:pt x="2" y="108"/>
                  </a:cubicBezTo>
                  <a:cubicBezTo>
                    <a:pt x="2" y="114"/>
                    <a:pt x="4" y="117"/>
                    <a:pt x="7" y="122"/>
                  </a:cubicBezTo>
                  <a:cubicBezTo>
                    <a:pt x="11" y="126"/>
                    <a:pt x="10" y="132"/>
                    <a:pt x="10" y="132"/>
                  </a:cubicBezTo>
                  <a:cubicBezTo>
                    <a:pt x="10" y="132"/>
                    <a:pt x="11" y="135"/>
                    <a:pt x="14" y="138"/>
                  </a:cubicBezTo>
                  <a:cubicBezTo>
                    <a:pt x="16" y="142"/>
                    <a:pt x="24" y="147"/>
                    <a:pt x="25" y="150"/>
                  </a:cubicBezTo>
                  <a:cubicBezTo>
                    <a:pt x="25" y="151"/>
                    <a:pt x="27" y="152"/>
                    <a:pt x="28" y="153"/>
                  </a:cubicBezTo>
                  <a:cubicBezTo>
                    <a:pt x="28" y="152"/>
                    <a:pt x="29" y="151"/>
                    <a:pt x="29" y="151"/>
                  </a:cubicBezTo>
                  <a:cubicBezTo>
                    <a:pt x="34" y="145"/>
                    <a:pt x="32" y="138"/>
                    <a:pt x="32" y="138"/>
                  </a:cubicBezTo>
                  <a:cubicBezTo>
                    <a:pt x="42" y="136"/>
                    <a:pt x="42" y="136"/>
                    <a:pt x="42" y="136"/>
                  </a:cubicBezTo>
                  <a:cubicBezTo>
                    <a:pt x="50" y="133"/>
                    <a:pt x="50" y="133"/>
                    <a:pt x="50" y="133"/>
                  </a:cubicBezTo>
                  <a:cubicBezTo>
                    <a:pt x="65" y="136"/>
                    <a:pt x="65" y="136"/>
                    <a:pt x="65" y="136"/>
                  </a:cubicBezTo>
                  <a:cubicBezTo>
                    <a:pt x="65" y="124"/>
                    <a:pt x="65" y="124"/>
                    <a:pt x="65" y="124"/>
                  </a:cubicBezTo>
                  <a:cubicBezTo>
                    <a:pt x="65" y="124"/>
                    <a:pt x="76" y="110"/>
                    <a:pt x="84" y="110"/>
                  </a:cubicBezTo>
                  <a:cubicBezTo>
                    <a:pt x="91" y="110"/>
                    <a:pt x="98" y="119"/>
                    <a:pt x="98" y="119"/>
                  </a:cubicBezTo>
                  <a:cubicBezTo>
                    <a:pt x="131" y="126"/>
                    <a:pt x="131" y="126"/>
                    <a:pt x="131" y="126"/>
                  </a:cubicBezTo>
                  <a:cubicBezTo>
                    <a:pt x="131" y="126"/>
                    <a:pt x="134" y="116"/>
                    <a:pt x="137" y="114"/>
                  </a:cubicBezTo>
                  <a:cubicBezTo>
                    <a:pt x="140" y="112"/>
                    <a:pt x="147" y="116"/>
                    <a:pt x="151" y="114"/>
                  </a:cubicBezTo>
                  <a:cubicBezTo>
                    <a:pt x="155" y="112"/>
                    <a:pt x="162" y="108"/>
                    <a:pt x="169" y="108"/>
                  </a:cubicBezTo>
                  <a:cubicBezTo>
                    <a:pt x="177" y="108"/>
                    <a:pt x="180" y="113"/>
                    <a:pt x="184" y="106"/>
                  </a:cubicBezTo>
                  <a:cubicBezTo>
                    <a:pt x="187" y="100"/>
                    <a:pt x="203" y="108"/>
                    <a:pt x="203" y="108"/>
                  </a:cubicBezTo>
                  <a:cubicBezTo>
                    <a:pt x="216" y="106"/>
                    <a:pt x="216" y="106"/>
                    <a:pt x="216" y="106"/>
                  </a:cubicBezTo>
                  <a:cubicBezTo>
                    <a:pt x="212" y="95"/>
                    <a:pt x="212" y="95"/>
                    <a:pt x="212" y="95"/>
                  </a:cubicBezTo>
                  <a:cubicBezTo>
                    <a:pt x="212" y="95"/>
                    <a:pt x="200" y="90"/>
                    <a:pt x="200" y="8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8" name="Google Shape;168;p31"/>
            <p:cNvSpPr/>
            <p:nvPr/>
          </p:nvSpPr>
          <p:spPr>
            <a:xfrm>
              <a:off x="4807120" y="2976662"/>
              <a:ext cx="268297" cy="217495"/>
            </a:xfrm>
            <a:custGeom>
              <a:avLst/>
              <a:gdLst/>
              <a:ahLst/>
              <a:cxnLst/>
              <a:rect l="l" t="t" r="r" b="b"/>
              <a:pathLst>
                <a:path w="210" h="174" extrusionOk="0">
                  <a:moveTo>
                    <a:pt x="129" y="127"/>
                  </a:moveTo>
                  <a:cubicBezTo>
                    <a:pt x="131" y="126"/>
                    <a:pt x="135" y="128"/>
                    <a:pt x="139" y="125"/>
                  </a:cubicBezTo>
                  <a:cubicBezTo>
                    <a:pt x="143" y="123"/>
                    <a:pt x="151" y="129"/>
                    <a:pt x="152" y="134"/>
                  </a:cubicBezTo>
                  <a:cubicBezTo>
                    <a:pt x="153" y="139"/>
                    <a:pt x="156" y="132"/>
                    <a:pt x="159" y="126"/>
                  </a:cubicBezTo>
                  <a:cubicBezTo>
                    <a:pt x="162" y="121"/>
                    <a:pt x="172" y="103"/>
                    <a:pt x="172" y="99"/>
                  </a:cubicBezTo>
                  <a:cubicBezTo>
                    <a:pt x="172" y="95"/>
                    <a:pt x="180" y="91"/>
                    <a:pt x="180" y="89"/>
                  </a:cubicBezTo>
                  <a:cubicBezTo>
                    <a:pt x="180" y="86"/>
                    <a:pt x="180" y="81"/>
                    <a:pt x="182" y="79"/>
                  </a:cubicBezTo>
                  <a:cubicBezTo>
                    <a:pt x="185" y="78"/>
                    <a:pt x="187" y="71"/>
                    <a:pt x="187" y="68"/>
                  </a:cubicBezTo>
                  <a:cubicBezTo>
                    <a:pt x="186" y="65"/>
                    <a:pt x="195" y="51"/>
                    <a:pt x="197" y="49"/>
                  </a:cubicBezTo>
                  <a:cubicBezTo>
                    <a:pt x="199" y="47"/>
                    <a:pt x="207" y="48"/>
                    <a:pt x="207" y="43"/>
                  </a:cubicBezTo>
                  <a:cubicBezTo>
                    <a:pt x="208" y="38"/>
                    <a:pt x="210" y="33"/>
                    <a:pt x="206" y="32"/>
                  </a:cubicBezTo>
                  <a:cubicBezTo>
                    <a:pt x="203" y="31"/>
                    <a:pt x="199" y="27"/>
                    <a:pt x="199" y="25"/>
                  </a:cubicBezTo>
                  <a:cubicBezTo>
                    <a:pt x="199" y="23"/>
                    <a:pt x="199" y="19"/>
                    <a:pt x="200" y="15"/>
                  </a:cubicBezTo>
                  <a:cubicBezTo>
                    <a:pt x="196" y="15"/>
                    <a:pt x="196" y="10"/>
                    <a:pt x="193" y="8"/>
                  </a:cubicBezTo>
                  <a:cubicBezTo>
                    <a:pt x="191" y="5"/>
                    <a:pt x="191" y="3"/>
                    <a:pt x="187" y="4"/>
                  </a:cubicBezTo>
                  <a:cubicBezTo>
                    <a:pt x="183" y="5"/>
                    <a:pt x="179" y="14"/>
                    <a:pt x="175" y="16"/>
                  </a:cubicBezTo>
                  <a:cubicBezTo>
                    <a:pt x="170" y="17"/>
                    <a:pt x="163" y="14"/>
                    <a:pt x="160" y="12"/>
                  </a:cubicBezTo>
                  <a:cubicBezTo>
                    <a:pt x="157" y="11"/>
                    <a:pt x="142" y="12"/>
                    <a:pt x="138" y="12"/>
                  </a:cubicBezTo>
                  <a:cubicBezTo>
                    <a:pt x="133" y="11"/>
                    <a:pt x="128" y="18"/>
                    <a:pt x="125" y="20"/>
                  </a:cubicBezTo>
                  <a:cubicBezTo>
                    <a:pt x="121" y="22"/>
                    <a:pt x="110" y="21"/>
                    <a:pt x="107" y="20"/>
                  </a:cubicBezTo>
                  <a:cubicBezTo>
                    <a:pt x="104" y="19"/>
                    <a:pt x="97" y="13"/>
                    <a:pt x="94" y="13"/>
                  </a:cubicBezTo>
                  <a:cubicBezTo>
                    <a:pt x="91" y="13"/>
                    <a:pt x="84" y="14"/>
                    <a:pt x="79" y="17"/>
                  </a:cubicBezTo>
                  <a:cubicBezTo>
                    <a:pt x="74" y="20"/>
                    <a:pt x="72" y="11"/>
                    <a:pt x="69" y="8"/>
                  </a:cubicBezTo>
                  <a:cubicBezTo>
                    <a:pt x="66" y="4"/>
                    <a:pt x="59" y="7"/>
                    <a:pt x="55" y="3"/>
                  </a:cubicBezTo>
                  <a:cubicBezTo>
                    <a:pt x="51" y="0"/>
                    <a:pt x="48" y="8"/>
                    <a:pt x="45" y="7"/>
                  </a:cubicBezTo>
                  <a:cubicBezTo>
                    <a:pt x="41" y="6"/>
                    <a:pt x="32" y="4"/>
                    <a:pt x="29" y="7"/>
                  </a:cubicBezTo>
                  <a:cubicBezTo>
                    <a:pt x="25" y="10"/>
                    <a:pt x="26" y="19"/>
                    <a:pt x="24" y="21"/>
                  </a:cubicBezTo>
                  <a:cubicBezTo>
                    <a:pt x="23" y="23"/>
                    <a:pt x="17" y="30"/>
                    <a:pt x="17" y="34"/>
                  </a:cubicBezTo>
                  <a:cubicBezTo>
                    <a:pt x="17" y="35"/>
                    <a:pt x="16" y="36"/>
                    <a:pt x="15" y="37"/>
                  </a:cubicBezTo>
                  <a:cubicBezTo>
                    <a:pt x="16" y="41"/>
                    <a:pt x="16" y="47"/>
                    <a:pt x="17" y="49"/>
                  </a:cubicBezTo>
                  <a:cubicBezTo>
                    <a:pt x="17" y="52"/>
                    <a:pt x="19" y="70"/>
                    <a:pt x="15" y="74"/>
                  </a:cubicBezTo>
                  <a:cubicBezTo>
                    <a:pt x="11" y="78"/>
                    <a:pt x="8" y="84"/>
                    <a:pt x="8" y="84"/>
                  </a:cubicBezTo>
                  <a:cubicBezTo>
                    <a:pt x="8" y="84"/>
                    <a:pt x="2" y="88"/>
                    <a:pt x="1" y="97"/>
                  </a:cubicBezTo>
                  <a:cubicBezTo>
                    <a:pt x="0" y="106"/>
                    <a:pt x="1" y="111"/>
                    <a:pt x="1" y="118"/>
                  </a:cubicBezTo>
                  <a:cubicBezTo>
                    <a:pt x="1" y="123"/>
                    <a:pt x="5" y="126"/>
                    <a:pt x="6" y="132"/>
                  </a:cubicBezTo>
                  <a:cubicBezTo>
                    <a:pt x="7" y="132"/>
                    <a:pt x="7" y="132"/>
                    <a:pt x="7" y="132"/>
                  </a:cubicBezTo>
                  <a:cubicBezTo>
                    <a:pt x="10" y="136"/>
                    <a:pt x="25" y="137"/>
                    <a:pt x="33" y="139"/>
                  </a:cubicBezTo>
                  <a:cubicBezTo>
                    <a:pt x="41" y="140"/>
                    <a:pt x="50" y="152"/>
                    <a:pt x="50" y="157"/>
                  </a:cubicBezTo>
                  <a:cubicBezTo>
                    <a:pt x="49" y="161"/>
                    <a:pt x="55" y="170"/>
                    <a:pt x="59" y="172"/>
                  </a:cubicBezTo>
                  <a:cubicBezTo>
                    <a:pt x="63" y="174"/>
                    <a:pt x="73" y="168"/>
                    <a:pt x="77" y="168"/>
                  </a:cubicBezTo>
                  <a:cubicBezTo>
                    <a:pt x="82" y="168"/>
                    <a:pt x="97" y="168"/>
                    <a:pt x="101" y="165"/>
                  </a:cubicBezTo>
                  <a:cubicBezTo>
                    <a:pt x="101" y="164"/>
                    <a:pt x="102" y="165"/>
                    <a:pt x="103" y="165"/>
                  </a:cubicBezTo>
                  <a:cubicBezTo>
                    <a:pt x="107" y="155"/>
                    <a:pt x="109" y="146"/>
                    <a:pt x="109" y="146"/>
                  </a:cubicBezTo>
                  <a:cubicBezTo>
                    <a:pt x="109" y="146"/>
                    <a:pt x="127" y="127"/>
                    <a:pt x="129" y="12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69" name="Google Shape;169;p31"/>
            <p:cNvSpPr/>
            <p:nvPr/>
          </p:nvSpPr>
          <p:spPr>
            <a:xfrm>
              <a:off x="4761081" y="3010000"/>
              <a:ext cx="69852" cy="138117"/>
            </a:xfrm>
            <a:custGeom>
              <a:avLst/>
              <a:gdLst/>
              <a:ahLst/>
              <a:cxnLst/>
              <a:rect l="l" t="t" r="r" b="b"/>
              <a:pathLst>
                <a:path w="54" h="110" extrusionOk="0">
                  <a:moveTo>
                    <a:pt x="36" y="70"/>
                  </a:moveTo>
                  <a:cubicBezTo>
                    <a:pt x="37" y="61"/>
                    <a:pt x="43" y="57"/>
                    <a:pt x="43" y="57"/>
                  </a:cubicBezTo>
                  <a:cubicBezTo>
                    <a:pt x="43" y="57"/>
                    <a:pt x="46" y="51"/>
                    <a:pt x="50" y="47"/>
                  </a:cubicBezTo>
                  <a:cubicBezTo>
                    <a:pt x="54" y="43"/>
                    <a:pt x="52" y="25"/>
                    <a:pt x="52" y="22"/>
                  </a:cubicBezTo>
                  <a:cubicBezTo>
                    <a:pt x="51" y="20"/>
                    <a:pt x="51" y="14"/>
                    <a:pt x="50" y="10"/>
                  </a:cubicBezTo>
                  <a:cubicBezTo>
                    <a:pt x="49" y="11"/>
                    <a:pt x="47" y="11"/>
                    <a:pt x="44" y="10"/>
                  </a:cubicBezTo>
                  <a:cubicBezTo>
                    <a:pt x="40" y="8"/>
                    <a:pt x="44" y="3"/>
                    <a:pt x="39" y="1"/>
                  </a:cubicBezTo>
                  <a:cubicBezTo>
                    <a:pt x="33" y="0"/>
                    <a:pt x="31" y="6"/>
                    <a:pt x="32" y="10"/>
                  </a:cubicBezTo>
                  <a:cubicBezTo>
                    <a:pt x="33" y="14"/>
                    <a:pt x="30" y="14"/>
                    <a:pt x="28" y="16"/>
                  </a:cubicBezTo>
                  <a:cubicBezTo>
                    <a:pt x="25" y="19"/>
                    <a:pt x="16" y="20"/>
                    <a:pt x="13" y="20"/>
                  </a:cubicBezTo>
                  <a:cubicBezTo>
                    <a:pt x="10" y="20"/>
                    <a:pt x="6" y="25"/>
                    <a:pt x="3" y="26"/>
                  </a:cubicBezTo>
                  <a:cubicBezTo>
                    <a:pt x="2" y="27"/>
                    <a:pt x="1" y="27"/>
                    <a:pt x="0" y="27"/>
                  </a:cubicBezTo>
                  <a:cubicBezTo>
                    <a:pt x="1" y="40"/>
                    <a:pt x="3" y="39"/>
                    <a:pt x="10" y="43"/>
                  </a:cubicBezTo>
                  <a:cubicBezTo>
                    <a:pt x="17" y="47"/>
                    <a:pt x="10" y="53"/>
                    <a:pt x="13" y="56"/>
                  </a:cubicBezTo>
                  <a:cubicBezTo>
                    <a:pt x="17" y="60"/>
                    <a:pt x="15" y="67"/>
                    <a:pt x="16" y="77"/>
                  </a:cubicBezTo>
                  <a:cubicBezTo>
                    <a:pt x="17" y="83"/>
                    <a:pt x="17" y="98"/>
                    <a:pt x="18" y="110"/>
                  </a:cubicBezTo>
                  <a:cubicBezTo>
                    <a:pt x="22" y="109"/>
                    <a:pt x="26" y="109"/>
                    <a:pt x="29" y="109"/>
                  </a:cubicBezTo>
                  <a:cubicBezTo>
                    <a:pt x="35" y="109"/>
                    <a:pt x="38" y="101"/>
                    <a:pt x="41" y="105"/>
                  </a:cubicBezTo>
                  <a:cubicBezTo>
                    <a:pt x="40" y="99"/>
                    <a:pt x="36" y="96"/>
                    <a:pt x="36" y="91"/>
                  </a:cubicBezTo>
                  <a:cubicBezTo>
                    <a:pt x="36" y="84"/>
                    <a:pt x="35" y="79"/>
                    <a:pt x="36" y="7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0" name="Google Shape;170;p31"/>
            <p:cNvSpPr/>
            <p:nvPr/>
          </p:nvSpPr>
          <p:spPr>
            <a:xfrm>
              <a:off x="4742030" y="3040164"/>
              <a:ext cx="42864" cy="115891"/>
            </a:xfrm>
            <a:custGeom>
              <a:avLst/>
              <a:gdLst/>
              <a:ahLst/>
              <a:cxnLst/>
              <a:rect l="l" t="t" r="r" b="b"/>
              <a:pathLst>
                <a:path w="33" h="92" extrusionOk="0">
                  <a:moveTo>
                    <a:pt x="28" y="32"/>
                  </a:moveTo>
                  <a:cubicBezTo>
                    <a:pt x="25" y="29"/>
                    <a:pt x="32" y="23"/>
                    <a:pt x="25" y="19"/>
                  </a:cubicBezTo>
                  <a:cubicBezTo>
                    <a:pt x="18" y="15"/>
                    <a:pt x="16" y="16"/>
                    <a:pt x="15" y="3"/>
                  </a:cubicBezTo>
                  <a:cubicBezTo>
                    <a:pt x="12" y="2"/>
                    <a:pt x="6" y="1"/>
                    <a:pt x="2" y="0"/>
                  </a:cubicBezTo>
                  <a:cubicBezTo>
                    <a:pt x="1" y="0"/>
                    <a:pt x="0" y="0"/>
                    <a:pt x="0" y="1"/>
                  </a:cubicBezTo>
                  <a:cubicBezTo>
                    <a:pt x="1" y="6"/>
                    <a:pt x="2" y="11"/>
                    <a:pt x="3" y="12"/>
                  </a:cubicBezTo>
                  <a:cubicBezTo>
                    <a:pt x="6" y="14"/>
                    <a:pt x="8" y="17"/>
                    <a:pt x="8" y="23"/>
                  </a:cubicBezTo>
                  <a:cubicBezTo>
                    <a:pt x="7" y="28"/>
                    <a:pt x="6" y="41"/>
                    <a:pt x="8" y="47"/>
                  </a:cubicBezTo>
                  <a:cubicBezTo>
                    <a:pt x="10" y="53"/>
                    <a:pt x="13" y="62"/>
                    <a:pt x="13" y="72"/>
                  </a:cubicBezTo>
                  <a:cubicBezTo>
                    <a:pt x="13" y="77"/>
                    <a:pt x="16" y="85"/>
                    <a:pt x="19" y="92"/>
                  </a:cubicBezTo>
                  <a:cubicBezTo>
                    <a:pt x="21" y="91"/>
                    <a:pt x="22" y="90"/>
                    <a:pt x="23" y="89"/>
                  </a:cubicBezTo>
                  <a:cubicBezTo>
                    <a:pt x="25" y="88"/>
                    <a:pt x="29" y="86"/>
                    <a:pt x="33" y="86"/>
                  </a:cubicBezTo>
                  <a:cubicBezTo>
                    <a:pt x="32" y="74"/>
                    <a:pt x="32" y="59"/>
                    <a:pt x="31" y="53"/>
                  </a:cubicBezTo>
                  <a:cubicBezTo>
                    <a:pt x="30" y="43"/>
                    <a:pt x="32" y="36"/>
                    <a:pt x="28" y="3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1" name="Google Shape;171;p31"/>
            <p:cNvSpPr/>
            <p:nvPr/>
          </p:nvSpPr>
          <p:spPr>
            <a:xfrm>
              <a:off x="4938887" y="2995712"/>
              <a:ext cx="168281" cy="254009"/>
            </a:xfrm>
            <a:custGeom>
              <a:avLst/>
              <a:gdLst/>
              <a:ahLst/>
              <a:cxnLst/>
              <a:rect l="l" t="t" r="r" b="b"/>
              <a:pathLst>
                <a:path w="131" h="203" extrusionOk="0">
                  <a:moveTo>
                    <a:pt x="55" y="193"/>
                  </a:moveTo>
                  <a:cubicBezTo>
                    <a:pt x="55" y="193"/>
                    <a:pt x="96" y="196"/>
                    <a:pt x="102" y="195"/>
                  </a:cubicBezTo>
                  <a:cubicBezTo>
                    <a:pt x="107" y="193"/>
                    <a:pt x="127" y="203"/>
                    <a:pt x="127" y="203"/>
                  </a:cubicBezTo>
                  <a:cubicBezTo>
                    <a:pt x="127" y="203"/>
                    <a:pt x="128" y="193"/>
                    <a:pt x="131" y="188"/>
                  </a:cubicBezTo>
                  <a:cubicBezTo>
                    <a:pt x="130" y="187"/>
                    <a:pt x="128" y="186"/>
                    <a:pt x="128" y="185"/>
                  </a:cubicBezTo>
                  <a:cubicBezTo>
                    <a:pt x="127" y="182"/>
                    <a:pt x="119" y="177"/>
                    <a:pt x="117" y="173"/>
                  </a:cubicBezTo>
                  <a:cubicBezTo>
                    <a:pt x="114" y="170"/>
                    <a:pt x="113" y="167"/>
                    <a:pt x="113" y="167"/>
                  </a:cubicBezTo>
                  <a:cubicBezTo>
                    <a:pt x="113" y="167"/>
                    <a:pt x="114" y="161"/>
                    <a:pt x="110" y="157"/>
                  </a:cubicBezTo>
                  <a:cubicBezTo>
                    <a:pt x="107" y="152"/>
                    <a:pt x="105" y="149"/>
                    <a:pt x="105" y="143"/>
                  </a:cubicBezTo>
                  <a:cubicBezTo>
                    <a:pt x="105" y="136"/>
                    <a:pt x="103" y="132"/>
                    <a:pt x="103" y="128"/>
                  </a:cubicBezTo>
                  <a:cubicBezTo>
                    <a:pt x="103" y="125"/>
                    <a:pt x="109" y="118"/>
                    <a:pt x="111" y="111"/>
                  </a:cubicBezTo>
                  <a:cubicBezTo>
                    <a:pt x="113" y="106"/>
                    <a:pt x="117" y="103"/>
                    <a:pt x="120" y="100"/>
                  </a:cubicBezTo>
                  <a:cubicBezTo>
                    <a:pt x="118" y="97"/>
                    <a:pt x="116" y="92"/>
                    <a:pt x="115" y="87"/>
                  </a:cubicBezTo>
                  <a:cubicBezTo>
                    <a:pt x="113" y="80"/>
                    <a:pt x="107" y="78"/>
                    <a:pt x="100" y="72"/>
                  </a:cubicBezTo>
                  <a:cubicBezTo>
                    <a:pt x="94" y="66"/>
                    <a:pt x="96" y="62"/>
                    <a:pt x="96" y="59"/>
                  </a:cubicBezTo>
                  <a:cubicBezTo>
                    <a:pt x="96" y="57"/>
                    <a:pt x="105" y="57"/>
                    <a:pt x="111" y="57"/>
                  </a:cubicBezTo>
                  <a:cubicBezTo>
                    <a:pt x="117" y="58"/>
                    <a:pt x="121" y="56"/>
                    <a:pt x="119" y="55"/>
                  </a:cubicBezTo>
                  <a:cubicBezTo>
                    <a:pt x="116" y="53"/>
                    <a:pt x="111" y="41"/>
                    <a:pt x="111" y="33"/>
                  </a:cubicBezTo>
                  <a:cubicBezTo>
                    <a:pt x="112" y="24"/>
                    <a:pt x="109" y="22"/>
                    <a:pt x="109" y="17"/>
                  </a:cubicBezTo>
                  <a:cubicBezTo>
                    <a:pt x="110" y="12"/>
                    <a:pt x="103" y="0"/>
                    <a:pt x="98" y="0"/>
                  </a:cubicBezTo>
                  <a:cubicBezTo>
                    <a:pt x="98" y="0"/>
                    <a:pt x="98" y="0"/>
                    <a:pt x="97" y="0"/>
                  </a:cubicBezTo>
                  <a:cubicBezTo>
                    <a:pt x="96" y="4"/>
                    <a:pt x="96" y="8"/>
                    <a:pt x="96" y="10"/>
                  </a:cubicBezTo>
                  <a:cubicBezTo>
                    <a:pt x="96" y="12"/>
                    <a:pt x="100" y="16"/>
                    <a:pt x="103" y="17"/>
                  </a:cubicBezTo>
                  <a:cubicBezTo>
                    <a:pt x="107" y="18"/>
                    <a:pt x="105" y="23"/>
                    <a:pt x="104" y="28"/>
                  </a:cubicBezTo>
                  <a:cubicBezTo>
                    <a:pt x="104" y="33"/>
                    <a:pt x="96" y="32"/>
                    <a:pt x="94" y="34"/>
                  </a:cubicBezTo>
                  <a:cubicBezTo>
                    <a:pt x="92" y="36"/>
                    <a:pt x="83" y="50"/>
                    <a:pt x="84" y="53"/>
                  </a:cubicBezTo>
                  <a:cubicBezTo>
                    <a:pt x="84" y="56"/>
                    <a:pt x="82" y="63"/>
                    <a:pt x="79" y="64"/>
                  </a:cubicBezTo>
                  <a:cubicBezTo>
                    <a:pt x="77" y="66"/>
                    <a:pt x="77" y="71"/>
                    <a:pt x="77" y="74"/>
                  </a:cubicBezTo>
                  <a:cubicBezTo>
                    <a:pt x="77" y="76"/>
                    <a:pt x="69" y="80"/>
                    <a:pt x="69" y="84"/>
                  </a:cubicBezTo>
                  <a:cubicBezTo>
                    <a:pt x="69" y="88"/>
                    <a:pt x="59" y="106"/>
                    <a:pt x="56" y="111"/>
                  </a:cubicBezTo>
                  <a:cubicBezTo>
                    <a:pt x="53" y="117"/>
                    <a:pt x="50" y="124"/>
                    <a:pt x="49" y="119"/>
                  </a:cubicBezTo>
                  <a:cubicBezTo>
                    <a:pt x="48" y="114"/>
                    <a:pt x="40" y="108"/>
                    <a:pt x="36" y="110"/>
                  </a:cubicBezTo>
                  <a:cubicBezTo>
                    <a:pt x="32" y="113"/>
                    <a:pt x="28" y="111"/>
                    <a:pt x="26" y="112"/>
                  </a:cubicBezTo>
                  <a:cubicBezTo>
                    <a:pt x="24" y="112"/>
                    <a:pt x="6" y="131"/>
                    <a:pt x="6" y="131"/>
                  </a:cubicBezTo>
                  <a:cubicBezTo>
                    <a:pt x="6" y="131"/>
                    <a:pt x="4" y="140"/>
                    <a:pt x="0" y="150"/>
                  </a:cubicBezTo>
                  <a:cubicBezTo>
                    <a:pt x="3" y="152"/>
                    <a:pt x="5" y="156"/>
                    <a:pt x="8" y="160"/>
                  </a:cubicBezTo>
                  <a:cubicBezTo>
                    <a:pt x="11" y="165"/>
                    <a:pt x="18" y="161"/>
                    <a:pt x="21" y="163"/>
                  </a:cubicBezTo>
                  <a:cubicBezTo>
                    <a:pt x="24" y="164"/>
                    <a:pt x="27" y="177"/>
                    <a:pt x="26" y="180"/>
                  </a:cubicBezTo>
                  <a:cubicBezTo>
                    <a:pt x="25" y="183"/>
                    <a:pt x="21" y="192"/>
                    <a:pt x="23" y="196"/>
                  </a:cubicBezTo>
                  <a:cubicBezTo>
                    <a:pt x="47" y="196"/>
                    <a:pt x="47" y="196"/>
                    <a:pt x="47" y="196"/>
                  </a:cubicBezTo>
                  <a:lnTo>
                    <a:pt x="55" y="193"/>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2" name="Google Shape;172;p31"/>
            <p:cNvSpPr/>
            <p:nvPr/>
          </p:nvSpPr>
          <p:spPr>
            <a:xfrm>
              <a:off x="4546761" y="3049689"/>
              <a:ext cx="141293" cy="139705"/>
            </a:xfrm>
            <a:custGeom>
              <a:avLst/>
              <a:gdLst/>
              <a:ahLst/>
              <a:cxnLst/>
              <a:rect l="l" t="t" r="r" b="b"/>
              <a:pathLst>
                <a:path w="110" h="112" extrusionOk="0">
                  <a:moveTo>
                    <a:pt x="104" y="94"/>
                  </a:moveTo>
                  <a:cubicBezTo>
                    <a:pt x="101" y="91"/>
                    <a:pt x="96" y="77"/>
                    <a:pt x="96" y="74"/>
                  </a:cubicBezTo>
                  <a:cubicBezTo>
                    <a:pt x="97" y="71"/>
                    <a:pt x="103" y="62"/>
                    <a:pt x="103" y="57"/>
                  </a:cubicBezTo>
                  <a:cubicBezTo>
                    <a:pt x="103" y="52"/>
                    <a:pt x="110" y="49"/>
                    <a:pt x="110" y="45"/>
                  </a:cubicBezTo>
                  <a:cubicBezTo>
                    <a:pt x="110" y="42"/>
                    <a:pt x="108" y="28"/>
                    <a:pt x="103" y="18"/>
                  </a:cubicBezTo>
                  <a:cubicBezTo>
                    <a:pt x="103" y="18"/>
                    <a:pt x="101" y="18"/>
                    <a:pt x="100" y="16"/>
                  </a:cubicBezTo>
                  <a:cubicBezTo>
                    <a:pt x="97" y="13"/>
                    <a:pt x="84" y="14"/>
                    <a:pt x="79" y="19"/>
                  </a:cubicBezTo>
                  <a:cubicBezTo>
                    <a:pt x="75" y="24"/>
                    <a:pt x="65" y="14"/>
                    <a:pt x="64" y="12"/>
                  </a:cubicBezTo>
                  <a:cubicBezTo>
                    <a:pt x="62" y="9"/>
                    <a:pt x="55" y="3"/>
                    <a:pt x="50" y="7"/>
                  </a:cubicBezTo>
                  <a:cubicBezTo>
                    <a:pt x="45" y="11"/>
                    <a:pt x="43" y="9"/>
                    <a:pt x="44" y="5"/>
                  </a:cubicBezTo>
                  <a:cubicBezTo>
                    <a:pt x="44" y="0"/>
                    <a:pt x="36" y="2"/>
                    <a:pt x="35" y="6"/>
                  </a:cubicBezTo>
                  <a:cubicBezTo>
                    <a:pt x="34" y="10"/>
                    <a:pt x="27" y="14"/>
                    <a:pt x="25" y="11"/>
                  </a:cubicBezTo>
                  <a:cubicBezTo>
                    <a:pt x="23" y="7"/>
                    <a:pt x="18" y="3"/>
                    <a:pt x="16" y="8"/>
                  </a:cubicBezTo>
                  <a:cubicBezTo>
                    <a:pt x="15" y="11"/>
                    <a:pt x="12" y="11"/>
                    <a:pt x="10" y="9"/>
                  </a:cubicBezTo>
                  <a:cubicBezTo>
                    <a:pt x="9" y="15"/>
                    <a:pt x="7" y="22"/>
                    <a:pt x="10" y="23"/>
                  </a:cubicBezTo>
                  <a:cubicBezTo>
                    <a:pt x="14" y="25"/>
                    <a:pt x="14" y="29"/>
                    <a:pt x="13" y="32"/>
                  </a:cubicBezTo>
                  <a:cubicBezTo>
                    <a:pt x="13" y="34"/>
                    <a:pt x="19" y="40"/>
                    <a:pt x="16" y="43"/>
                  </a:cubicBezTo>
                  <a:cubicBezTo>
                    <a:pt x="14" y="45"/>
                    <a:pt x="10" y="40"/>
                    <a:pt x="8" y="44"/>
                  </a:cubicBezTo>
                  <a:cubicBezTo>
                    <a:pt x="6" y="48"/>
                    <a:pt x="12" y="51"/>
                    <a:pt x="10" y="54"/>
                  </a:cubicBezTo>
                  <a:cubicBezTo>
                    <a:pt x="7" y="57"/>
                    <a:pt x="4" y="58"/>
                    <a:pt x="5" y="64"/>
                  </a:cubicBezTo>
                  <a:cubicBezTo>
                    <a:pt x="6" y="70"/>
                    <a:pt x="5" y="75"/>
                    <a:pt x="3" y="77"/>
                  </a:cubicBezTo>
                  <a:cubicBezTo>
                    <a:pt x="0" y="79"/>
                    <a:pt x="3" y="79"/>
                    <a:pt x="9" y="82"/>
                  </a:cubicBezTo>
                  <a:cubicBezTo>
                    <a:pt x="14" y="86"/>
                    <a:pt x="23" y="90"/>
                    <a:pt x="22" y="95"/>
                  </a:cubicBezTo>
                  <a:cubicBezTo>
                    <a:pt x="22" y="101"/>
                    <a:pt x="19" y="102"/>
                    <a:pt x="17" y="112"/>
                  </a:cubicBezTo>
                  <a:cubicBezTo>
                    <a:pt x="28" y="112"/>
                    <a:pt x="47" y="104"/>
                    <a:pt x="69" y="100"/>
                  </a:cubicBezTo>
                  <a:cubicBezTo>
                    <a:pt x="83" y="98"/>
                    <a:pt x="95" y="100"/>
                    <a:pt x="103" y="102"/>
                  </a:cubicBezTo>
                  <a:cubicBezTo>
                    <a:pt x="104" y="99"/>
                    <a:pt x="105" y="95"/>
                    <a:pt x="104" y="9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3" name="Google Shape;173;p31"/>
            <p:cNvSpPr/>
            <p:nvPr/>
          </p:nvSpPr>
          <p:spPr>
            <a:xfrm>
              <a:off x="4670590" y="3041751"/>
              <a:ext cx="96841" cy="142880"/>
            </a:xfrm>
            <a:custGeom>
              <a:avLst/>
              <a:gdLst/>
              <a:ahLst/>
              <a:cxnLst/>
              <a:rect l="l" t="t" r="r" b="b"/>
              <a:pathLst>
                <a:path w="75" h="114" extrusionOk="0">
                  <a:moveTo>
                    <a:pt x="64" y="46"/>
                  </a:moveTo>
                  <a:cubicBezTo>
                    <a:pt x="62" y="40"/>
                    <a:pt x="63" y="27"/>
                    <a:pt x="64" y="22"/>
                  </a:cubicBezTo>
                  <a:cubicBezTo>
                    <a:pt x="64" y="16"/>
                    <a:pt x="62" y="13"/>
                    <a:pt x="59" y="11"/>
                  </a:cubicBezTo>
                  <a:cubicBezTo>
                    <a:pt x="58" y="10"/>
                    <a:pt x="57" y="5"/>
                    <a:pt x="56" y="0"/>
                  </a:cubicBezTo>
                  <a:cubicBezTo>
                    <a:pt x="53" y="1"/>
                    <a:pt x="52" y="6"/>
                    <a:pt x="51" y="4"/>
                  </a:cubicBezTo>
                  <a:cubicBezTo>
                    <a:pt x="50" y="1"/>
                    <a:pt x="9" y="0"/>
                    <a:pt x="7" y="3"/>
                  </a:cubicBezTo>
                  <a:cubicBezTo>
                    <a:pt x="5" y="6"/>
                    <a:pt x="10" y="18"/>
                    <a:pt x="10" y="21"/>
                  </a:cubicBezTo>
                  <a:cubicBezTo>
                    <a:pt x="10" y="23"/>
                    <a:pt x="9" y="24"/>
                    <a:pt x="7" y="24"/>
                  </a:cubicBezTo>
                  <a:cubicBezTo>
                    <a:pt x="12" y="34"/>
                    <a:pt x="14" y="48"/>
                    <a:pt x="14" y="51"/>
                  </a:cubicBezTo>
                  <a:cubicBezTo>
                    <a:pt x="14" y="55"/>
                    <a:pt x="7" y="58"/>
                    <a:pt x="7" y="63"/>
                  </a:cubicBezTo>
                  <a:cubicBezTo>
                    <a:pt x="7" y="68"/>
                    <a:pt x="1" y="77"/>
                    <a:pt x="0" y="80"/>
                  </a:cubicBezTo>
                  <a:cubicBezTo>
                    <a:pt x="0" y="83"/>
                    <a:pt x="5" y="97"/>
                    <a:pt x="8" y="100"/>
                  </a:cubicBezTo>
                  <a:cubicBezTo>
                    <a:pt x="9" y="101"/>
                    <a:pt x="8" y="105"/>
                    <a:pt x="7" y="108"/>
                  </a:cubicBezTo>
                  <a:cubicBezTo>
                    <a:pt x="15" y="111"/>
                    <a:pt x="19" y="113"/>
                    <a:pt x="21" y="113"/>
                  </a:cubicBezTo>
                  <a:cubicBezTo>
                    <a:pt x="24" y="114"/>
                    <a:pt x="46" y="104"/>
                    <a:pt x="55" y="99"/>
                  </a:cubicBezTo>
                  <a:cubicBezTo>
                    <a:pt x="62" y="96"/>
                    <a:pt x="70" y="94"/>
                    <a:pt x="75" y="91"/>
                  </a:cubicBezTo>
                  <a:cubicBezTo>
                    <a:pt x="72" y="84"/>
                    <a:pt x="69" y="76"/>
                    <a:pt x="69" y="71"/>
                  </a:cubicBezTo>
                  <a:cubicBezTo>
                    <a:pt x="69" y="61"/>
                    <a:pt x="66" y="52"/>
                    <a:pt x="64" y="4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4" name="Google Shape;174;p31"/>
            <p:cNvSpPr/>
            <p:nvPr/>
          </p:nvSpPr>
          <p:spPr>
            <a:xfrm>
              <a:off x="4400705" y="3005238"/>
              <a:ext cx="171456" cy="127004"/>
            </a:xfrm>
            <a:custGeom>
              <a:avLst/>
              <a:gdLst/>
              <a:ahLst/>
              <a:cxnLst/>
              <a:rect l="l" t="t" r="r" b="b"/>
              <a:pathLst>
                <a:path w="133" h="101" extrusionOk="0">
                  <a:moveTo>
                    <a:pt x="44" y="54"/>
                  </a:moveTo>
                  <a:cubicBezTo>
                    <a:pt x="44" y="49"/>
                    <a:pt x="48" y="51"/>
                    <a:pt x="52" y="52"/>
                  </a:cubicBezTo>
                  <a:cubicBezTo>
                    <a:pt x="57" y="53"/>
                    <a:pt x="62" y="49"/>
                    <a:pt x="66" y="49"/>
                  </a:cubicBezTo>
                  <a:cubicBezTo>
                    <a:pt x="69" y="49"/>
                    <a:pt x="80" y="63"/>
                    <a:pt x="80" y="67"/>
                  </a:cubicBezTo>
                  <a:cubicBezTo>
                    <a:pt x="80" y="71"/>
                    <a:pt x="80" y="74"/>
                    <a:pt x="82" y="77"/>
                  </a:cubicBezTo>
                  <a:cubicBezTo>
                    <a:pt x="82" y="78"/>
                    <a:pt x="82" y="78"/>
                    <a:pt x="83" y="78"/>
                  </a:cubicBezTo>
                  <a:cubicBezTo>
                    <a:pt x="89" y="77"/>
                    <a:pt x="94" y="76"/>
                    <a:pt x="95" y="76"/>
                  </a:cubicBezTo>
                  <a:cubicBezTo>
                    <a:pt x="97" y="76"/>
                    <a:pt x="101" y="85"/>
                    <a:pt x="100" y="91"/>
                  </a:cubicBezTo>
                  <a:cubicBezTo>
                    <a:pt x="100" y="97"/>
                    <a:pt x="106" y="101"/>
                    <a:pt x="109" y="97"/>
                  </a:cubicBezTo>
                  <a:cubicBezTo>
                    <a:pt x="111" y="94"/>
                    <a:pt x="115" y="89"/>
                    <a:pt x="116" y="92"/>
                  </a:cubicBezTo>
                  <a:cubicBezTo>
                    <a:pt x="116" y="93"/>
                    <a:pt x="117" y="94"/>
                    <a:pt x="119" y="95"/>
                  </a:cubicBezTo>
                  <a:cubicBezTo>
                    <a:pt x="120" y="92"/>
                    <a:pt x="122" y="91"/>
                    <a:pt x="124" y="89"/>
                  </a:cubicBezTo>
                  <a:cubicBezTo>
                    <a:pt x="126" y="86"/>
                    <a:pt x="120" y="83"/>
                    <a:pt x="122" y="79"/>
                  </a:cubicBezTo>
                  <a:cubicBezTo>
                    <a:pt x="124" y="75"/>
                    <a:pt x="128" y="80"/>
                    <a:pt x="130" y="78"/>
                  </a:cubicBezTo>
                  <a:cubicBezTo>
                    <a:pt x="133" y="75"/>
                    <a:pt x="127" y="69"/>
                    <a:pt x="127" y="67"/>
                  </a:cubicBezTo>
                  <a:cubicBezTo>
                    <a:pt x="128" y="64"/>
                    <a:pt x="128" y="60"/>
                    <a:pt x="124" y="58"/>
                  </a:cubicBezTo>
                  <a:cubicBezTo>
                    <a:pt x="121" y="57"/>
                    <a:pt x="123" y="50"/>
                    <a:pt x="124" y="44"/>
                  </a:cubicBezTo>
                  <a:cubicBezTo>
                    <a:pt x="123" y="44"/>
                    <a:pt x="123" y="43"/>
                    <a:pt x="122" y="42"/>
                  </a:cubicBezTo>
                  <a:cubicBezTo>
                    <a:pt x="120" y="39"/>
                    <a:pt x="121" y="32"/>
                    <a:pt x="118" y="32"/>
                  </a:cubicBezTo>
                  <a:cubicBezTo>
                    <a:pt x="114" y="32"/>
                    <a:pt x="115" y="27"/>
                    <a:pt x="118" y="26"/>
                  </a:cubicBezTo>
                  <a:cubicBezTo>
                    <a:pt x="121" y="25"/>
                    <a:pt x="111" y="21"/>
                    <a:pt x="111" y="17"/>
                  </a:cubicBezTo>
                  <a:cubicBezTo>
                    <a:pt x="111" y="14"/>
                    <a:pt x="107" y="5"/>
                    <a:pt x="105" y="4"/>
                  </a:cubicBezTo>
                  <a:cubicBezTo>
                    <a:pt x="103" y="4"/>
                    <a:pt x="95" y="13"/>
                    <a:pt x="92" y="13"/>
                  </a:cubicBezTo>
                  <a:cubicBezTo>
                    <a:pt x="89" y="13"/>
                    <a:pt x="82" y="7"/>
                    <a:pt x="80" y="12"/>
                  </a:cubicBezTo>
                  <a:cubicBezTo>
                    <a:pt x="78" y="17"/>
                    <a:pt x="73" y="10"/>
                    <a:pt x="70" y="14"/>
                  </a:cubicBezTo>
                  <a:cubicBezTo>
                    <a:pt x="67" y="18"/>
                    <a:pt x="65" y="9"/>
                    <a:pt x="65" y="9"/>
                  </a:cubicBezTo>
                  <a:cubicBezTo>
                    <a:pt x="65" y="9"/>
                    <a:pt x="65" y="8"/>
                    <a:pt x="65" y="6"/>
                  </a:cubicBezTo>
                  <a:cubicBezTo>
                    <a:pt x="65" y="6"/>
                    <a:pt x="64" y="7"/>
                    <a:pt x="63" y="7"/>
                  </a:cubicBezTo>
                  <a:cubicBezTo>
                    <a:pt x="54" y="10"/>
                    <a:pt x="38" y="8"/>
                    <a:pt x="37" y="5"/>
                  </a:cubicBezTo>
                  <a:cubicBezTo>
                    <a:pt x="37" y="3"/>
                    <a:pt x="25" y="0"/>
                    <a:pt x="25" y="0"/>
                  </a:cubicBezTo>
                  <a:cubicBezTo>
                    <a:pt x="25" y="0"/>
                    <a:pt x="25" y="7"/>
                    <a:pt x="21" y="8"/>
                  </a:cubicBezTo>
                  <a:cubicBezTo>
                    <a:pt x="17" y="10"/>
                    <a:pt x="22" y="15"/>
                    <a:pt x="22" y="17"/>
                  </a:cubicBezTo>
                  <a:cubicBezTo>
                    <a:pt x="22" y="18"/>
                    <a:pt x="19" y="20"/>
                    <a:pt x="16" y="19"/>
                  </a:cubicBezTo>
                  <a:cubicBezTo>
                    <a:pt x="13" y="18"/>
                    <a:pt x="5" y="25"/>
                    <a:pt x="1" y="28"/>
                  </a:cubicBezTo>
                  <a:cubicBezTo>
                    <a:pt x="1" y="28"/>
                    <a:pt x="0" y="29"/>
                    <a:pt x="0" y="30"/>
                  </a:cubicBezTo>
                  <a:cubicBezTo>
                    <a:pt x="6" y="35"/>
                    <a:pt x="5" y="40"/>
                    <a:pt x="12" y="45"/>
                  </a:cubicBezTo>
                  <a:cubicBezTo>
                    <a:pt x="19" y="50"/>
                    <a:pt x="27" y="57"/>
                    <a:pt x="32" y="67"/>
                  </a:cubicBezTo>
                  <a:cubicBezTo>
                    <a:pt x="37" y="63"/>
                    <a:pt x="44" y="57"/>
                    <a:pt x="44" y="5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5" name="Google Shape;175;p31"/>
            <p:cNvSpPr/>
            <p:nvPr/>
          </p:nvSpPr>
          <p:spPr>
            <a:xfrm>
              <a:off x="4481671" y="3100491"/>
              <a:ext cx="95253" cy="88903"/>
            </a:xfrm>
            <a:custGeom>
              <a:avLst/>
              <a:gdLst/>
              <a:ahLst/>
              <a:cxnLst/>
              <a:rect l="l" t="t" r="r" b="b"/>
              <a:pathLst>
                <a:path w="74" h="71" extrusionOk="0">
                  <a:moveTo>
                    <a:pt x="60" y="41"/>
                  </a:moveTo>
                  <a:cubicBezTo>
                    <a:pt x="54" y="38"/>
                    <a:pt x="51" y="38"/>
                    <a:pt x="54" y="36"/>
                  </a:cubicBezTo>
                  <a:cubicBezTo>
                    <a:pt x="56" y="34"/>
                    <a:pt x="57" y="29"/>
                    <a:pt x="56" y="23"/>
                  </a:cubicBezTo>
                  <a:cubicBezTo>
                    <a:pt x="56" y="21"/>
                    <a:pt x="56" y="20"/>
                    <a:pt x="56" y="19"/>
                  </a:cubicBezTo>
                  <a:cubicBezTo>
                    <a:pt x="54" y="18"/>
                    <a:pt x="53" y="17"/>
                    <a:pt x="53" y="16"/>
                  </a:cubicBezTo>
                  <a:cubicBezTo>
                    <a:pt x="52" y="13"/>
                    <a:pt x="48" y="18"/>
                    <a:pt x="46" y="21"/>
                  </a:cubicBezTo>
                  <a:cubicBezTo>
                    <a:pt x="43" y="25"/>
                    <a:pt x="37" y="21"/>
                    <a:pt x="37" y="15"/>
                  </a:cubicBezTo>
                  <a:cubicBezTo>
                    <a:pt x="38" y="9"/>
                    <a:pt x="34" y="0"/>
                    <a:pt x="32" y="0"/>
                  </a:cubicBezTo>
                  <a:cubicBezTo>
                    <a:pt x="31" y="0"/>
                    <a:pt x="26" y="1"/>
                    <a:pt x="20" y="2"/>
                  </a:cubicBezTo>
                  <a:cubicBezTo>
                    <a:pt x="20" y="5"/>
                    <a:pt x="19" y="8"/>
                    <a:pt x="18" y="11"/>
                  </a:cubicBezTo>
                  <a:cubicBezTo>
                    <a:pt x="17" y="15"/>
                    <a:pt x="8" y="20"/>
                    <a:pt x="4" y="23"/>
                  </a:cubicBezTo>
                  <a:cubicBezTo>
                    <a:pt x="3" y="24"/>
                    <a:pt x="1" y="26"/>
                    <a:pt x="0" y="29"/>
                  </a:cubicBezTo>
                  <a:cubicBezTo>
                    <a:pt x="7" y="34"/>
                    <a:pt x="16" y="39"/>
                    <a:pt x="23" y="44"/>
                  </a:cubicBezTo>
                  <a:cubicBezTo>
                    <a:pt x="35" y="54"/>
                    <a:pt x="55" y="67"/>
                    <a:pt x="64" y="70"/>
                  </a:cubicBezTo>
                  <a:cubicBezTo>
                    <a:pt x="65" y="71"/>
                    <a:pt x="67" y="71"/>
                    <a:pt x="68" y="71"/>
                  </a:cubicBezTo>
                  <a:cubicBezTo>
                    <a:pt x="70" y="61"/>
                    <a:pt x="73" y="60"/>
                    <a:pt x="73" y="54"/>
                  </a:cubicBezTo>
                  <a:cubicBezTo>
                    <a:pt x="74" y="49"/>
                    <a:pt x="65" y="45"/>
                    <a:pt x="60" y="4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6" name="Google Shape;176;p31"/>
            <p:cNvSpPr/>
            <p:nvPr/>
          </p:nvSpPr>
          <p:spPr>
            <a:xfrm>
              <a:off x="4441982" y="3067152"/>
              <a:ext cx="66677" cy="69852"/>
            </a:xfrm>
            <a:custGeom>
              <a:avLst/>
              <a:gdLst/>
              <a:ahLst/>
              <a:cxnLst/>
              <a:rect l="l" t="t" r="r" b="b"/>
              <a:pathLst>
                <a:path w="52" h="56" extrusionOk="0">
                  <a:moveTo>
                    <a:pt x="49" y="38"/>
                  </a:moveTo>
                  <a:cubicBezTo>
                    <a:pt x="50" y="35"/>
                    <a:pt x="52" y="31"/>
                    <a:pt x="50" y="28"/>
                  </a:cubicBezTo>
                  <a:cubicBezTo>
                    <a:pt x="48" y="25"/>
                    <a:pt x="48" y="22"/>
                    <a:pt x="48" y="18"/>
                  </a:cubicBezTo>
                  <a:cubicBezTo>
                    <a:pt x="48" y="14"/>
                    <a:pt x="37" y="0"/>
                    <a:pt x="34" y="0"/>
                  </a:cubicBezTo>
                  <a:cubicBezTo>
                    <a:pt x="30" y="0"/>
                    <a:pt x="25" y="4"/>
                    <a:pt x="20" y="3"/>
                  </a:cubicBezTo>
                  <a:cubicBezTo>
                    <a:pt x="16" y="2"/>
                    <a:pt x="12" y="0"/>
                    <a:pt x="12" y="5"/>
                  </a:cubicBezTo>
                  <a:cubicBezTo>
                    <a:pt x="12" y="8"/>
                    <a:pt x="5" y="14"/>
                    <a:pt x="0" y="18"/>
                  </a:cubicBezTo>
                  <a:cubicBezTo>
                    <a:pt x="1" y="20"/>
                    <a:pt x="2" y="22"/>
                    <a:pt x="3" y="24"/>
                  </a:cubicBezTo>
                  <a:cubicBezTo>
                    <a:pt x="7" y="39"/>
                    <a:pt x="11" y="42"/>
                    <a:pt x="17" y="47"/>
                  </a:cubicBezTo>
                  <a:cubicBezTo>
                    <a:pt x="19" y="49"/>
                    <a:pt x="25" y="52"/>
                    <a:pt x="31" y="56"/>
                  </a:cubicBezTo>
                  <a:cubicBezTo>
                    <a:pt x="32" y="53"/>
                    <a:pt x="34" y="51"/>
                    <a:pt x="35" y="50"/>
                  </a:cubicBezTo>
                  <a:cubicBezTo>
                    <a:pt x="39" y="47"/>
                    <a:pt x="48" y="42"/>
                    <a:pt x="49" y="3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7" name="Google Shape;177;p31"/>
            <p:cNvSpPr/>
            <p:nvPr/>
          </p:nvSpPr>
          <p:spPr>
            <a:xfrm>
              <a:off x="4357841" y="2657563"/>
              <a:ext cx="188919" cy="149230"/>
            </a:xfrm>
            <a:custGeom>
              <a:avLst/>
              <a:gdLst/>
              <a:ahLst/>
              <a:cxnLst/>
              <a:rect l="l" t="t" r="r" b="b"/>
              <a:pathLst>
                <a:path w="148" h="120" extrusionOk="0">
                  <a:moveTo>
                    <a:pt x="69" y="93"/>
                  </a:moveTo>
                  <a:cubicBezTo>
                    <a:pt x="69" y="89"/>
                    <a:pt x="88" y="84"/>
                    <a:pt x="88" y="79"/>
                  </a:cubicBezTo>
                  <a:cubicBezTo>
                    <a:pt x="88" y="75"/>
                    <a:pt x="88" y="32"/>
                    <a:pt x="88" y="32"/>
                  </a:cubicBezTo>
                  <a:cubicBezTo>
                    <a:pt x="88" y="32"/>
                    <a:pt x="145" y="33"/>
                    <a:pt x="147" y="32"/>
                  </a:cubicBezTo>
                  <a:cubicBezTo>
                    <a:pt x="148" y="32"/>
                    <a:pt x="148" y="19"/>
                    <a:pt x="147" y="7"/>
                  </a:cubicBezTo>
                  <a:cubicBezTo>
                    <a:pt x="145" y="3"/>
                    <a:pt x="148" y="0"/>
                    <a:pt x="135" y="0"/>
                  </a:cubicBezTo>
                  <a:cubicBezTo>
                    <a:pt x="124" y="0"/>
                    <a:pt x="91" y="0"/>
                    <a:pt x="69" y="0"/>
                  </a:cubicBezTo>
                  <a:cubicBezTo>
                    <a:pt x="64" y="5"/>
                    <a:pt x="61" y="11"/>
                    <a:pt x="59" y="16"/>
                  </a:cubicBezTo>
                  <a:cubicBezTo>
                    <a:pt x="56" y="25"/>
                    <a:pt x="37" y="37"/>
                    <a:pt x="36" y="49"/>
                  </a:cubicBezTo>
                  <a:cubicBezTo>
                    <a:pt x="35" y="60"/>
                    <a:pt x="17" y="79"/>
                    <a:pt x="5" y="104"/>
                  </a:cubicBezTo>
                  <a:cubicBezTo>
                    <a:pt x="2" y="111"/>
                    <a:pt x="0" y="116"/>
                    <a:pt x="0" y="120"/>
                  </a:cubicBezTo>
                  <a:cubicBezTo>
                    <a:pt x="69" y="120"/>
                    <a:pt x="69" y="120"/>
                    <a:pt x="69" y="120"/>
                  </a:cubicBezTo>
                  <a:cubicBezTo>
                    <a:pt x="69" y="120"/>
                    <a:pt x="69" y="97"/>
                    <a:pt x="69" y="9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8" name="Google Shape;178;p31"/>
            <p:cNvSpPr/>
            <p:nvPr/>
          </p:nvSpPr>
          <p:spPr>
            <a:xfrm>
              <a:off x="4356254" y="2665501"/>
              <a:ext cx="274647" cy="295285"/>
            </a:xfrm>
            <a:custGeom>
              <a:avLst/>
              <a:gdLst/>
              <a:ahLst/>
              <a:cxnLst/>
              <a:rect l="l" t="t" r="r" b="b"/>
              <a:pathLst>
                <a:path w="214" h="235" extrusionOk="0">
                  <a:moveTo>
                    <a:pt x="17" y="203"/>
                  </a:moveTo>
                  <a:cubicBezTo>
                    <a:pt x="23" y="204"/>
                    <a:pt x="33" y="203"/>
                    <a:pt x="33" y="203"/>
                  </a:cubicBezTo>
                  <a:cubicBezTo>
                    <a:pt x="33" y="203"/>
                    <a:pt x="41" y="199"/>
                    <a:pt x="46" y="202"/>
                  </a:cubicBezTo>
                  <a:cubicBezTo>
                    <a:pt x="51" y="204"/>
                    <a:pt x="56" y="210"/>
                    <a:pt x="56" y="210"/>
                  </a:cubicBezTo>
                  <a:cubicBezTo>
                    <a:pt x="62" y="210"/>
                    <a:pt x="62" y="210"/>
                    <a:pt x="62" y="210"/>
                  </a:cubicBezTo>
                  <a:cubicBezTo>
                    <a:pt x="62" y="210"/>
                    <a:pt x="67" y="224"/>
                    <a:pt x="75" y="226"/>
                  </a:cubicBezTo>
                  <a:cubicBezTo>
                    <a:pt x="79" y="228"/>
                    <a:pt x="82" y="232"/>
                    <a:pt x="83" y="235"/>
                  </a:cubicBezTo>
                  <a:cubicBezTo>
                    <a:pt x="89" y="234"/>
                    <a:pt x="93" y="233"/>
                    <a:pt x="93" y="229"/>
                  </a:cubicBezTo>
                  <a:cubicBezTo>
                    <a:pt x="93" y="224"/>
                    <a:pt x="95" y="218"/>
                    <a:pt x="103" y="225"/>
                  </a:cubicBezTo>
                  <a:cubicBezTo>
                    <a:pt x="111" y="232"/>
                    <a:pt x="111" y="226"/>
                    <a:pt x="112" y="223"/>
                  </a:cubicBezTo>
                  <a:cubicBezTo>
                    <a:pt x="114" y="221"/>
                    <a:pt x="120" y="224"/>
                    <a:pt x="124" y="224"/>
                  </a:cubicBezTo>
                  <a:cubicBezTo>
                    <a:pt x="129" y="224"/>
                    <a:pt x="135" y="221"/>
                    <a:pt x="135" y="221"/>
                  </a:cubicBezTo>
                  <a:cubicBezTo>
                    <a:pt x="135" y="221"/>
                    <a:pt x="201" y="222"/>
                    <a:pt x="204" y="220"/>
                  </a:cubicBezTo>
                  <a:cubicBezTo>
                    <a:pt x="207" y="219"/>
                    <a:pt x="207" y="205"/>
                    <a:pt x="207" y="205"/>
                  </a:cubicBezTo>
                  <a:cubicBezTo>
                    <a:pt x="201" y="200"/>
                    <a:pt x="201" y="200"/>
                    <a:pt x="201" y="200"/>
                  </a:cubicBezTo>
                  <a:cubicBezTo>
                    <a:pt x="184" y="44"/>
                    <a:pt x="184" y="44"/>
                    <a:pt x="184" y="44"/>
                  </a:cubicBezTo>
                  <a:cubicBezTo>
                    <a:pt x="214" y="44"/>
                    <a:pt x="214" y="44"/>
                    <a:pt x="214" y="44"/>
                  </a:cubicBezTo>
                  <a:cubicBezTo>
                    <a:pt x="182" y="23"/>
                    <a:pt x="155" y="5"/>
                    <a:pt x="152" y="3"/>
                  </a:cubicBezTo>
                  <a:cubicBezTo>
                    <a:pt x="150" y="2"/>
                    <a:pt x="149" y="1"/>
                    <a:pt x="148" y="0"/>
                  </a:cubicBezTo>
                  <a:cubicBezTo>
                    <a:pt x="149" y="12"/>
                    <a:pt x="149" y="25"/>
                    <a:pt x="148" y="25"/>
                  </a:cubicBezTo>
                  <a:cubicBezTo>
                    <a:pt x="146" y="26"/>
                    <a:pt x="89" y="25"/>
                    <a:pt x="89" y="25"/>
                  </a:cubicBezTo>
                  <a:cubicBezTo>
                    <a:pt x="89" y="25"/>
                    <a:pt x="89" y="68"/>
                    <a:pt x="89" y="72"/>
                  </a:cubicBezTo>
                  <a:cubicBezTo>
                    <a:pt x="89" y="77"/>
                    <a:pt x="70" y="82"/>
                    <a:pt x="70" y="86"/>
                  </a:cubicBezTo>
                  <a:cubicBezTo>
                    <a:pt x="70" y="90"/>
                    <a:pt x="70" y="113"/>
                    <a:pt x="70" y="113"/>
                  </a:cubicBezTo>
                  <a:cubicBezTo>
                    <a:pt x="1" y="113"/>
                    <a:pt x="1" y="113"/>
                    <a:pt x="1" y="113"/>
                  </a:cubicBezTo>
                  <a:cubicBezTo>
                    <a:pt x="0" y="125"/>
                    <a:pt x="7" y="129"/>
                    <a:pt x="11" y="133"/>
                  </a:cubicBezTo>
                  <a:cubicBezTo>
                    <a:pt x="16" y="139"/>
                    <a:pt x="6" y="150"/>
                    <a:pt x="15" y="162"/>
                  </a:cubicBezTo>
                  <a:cubicBezTo>
                    <a:pt x="23" y="173"/>
                    <a:pt x="13" y="190"/>
                    <a:pt x="9" y="196"/>
                  </a:cubicBezTo>
                  <a:cubicBezTo>
                    <a:pt x="7" y="200"/>
                    <a:pt x="6" y="206"/>
                    <a:pt x="6" y="212"/>
                  </a:cubicBezTo>
                  <a:cubicBezTo>
                    <a:pt x="6" y="212"/>
                    <a:pt x="6" y="211"/>
                    <a:pt x="7" y="211"/>
                  </a:cubicBezTo>
                  <a:cubicBezTo>
                    <a:pt x="12" y="210"/>
                    <a:pt x="10" y="202"/>
                    <a:pt x="17" y="20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79" name="Google Shape;179;p31"/>
            <p:cNvSpPr/>
            <p:nvPr/>
          </p:nvSpPr>
          <p:spPr>
            <a:xfrm>
              <a:off x="4462620" y="2721066"/>
              <a:ext cx="377838" cy="346087"/>
            </a:xfrm>
            <a:custGeom>
              <a:avLst/>
              <a:gdLst/>
              <a:ahLst/>
              <a:cxnLst/>
              <a:rect l="l" t="t" r="r" b="b"/>
              <a:pathLst>
                <a:path w="295" h="276" extrusionOk="0">
                  <a:moveTo>
                    <a:pt x="280" y="114"/>
                  </a:moveTo>
                  <a:cubicBezTo>
                    <a:pt x="280" y="114"/>
                    <a:pt x="280" y="100"/>
                    <a:pt x="271" y="95"/>
                  </a:cubicBezTo>
                  <a:cubicBezTo>
                    <a:pt x="262" y="91"/>
                    <a:pt x="251" y="89"/>
                    <a:pt x="251" y="89"/>
                  </a:cubicBezTo>
                  <a:cubicBezTo>
                    <a:pt x="251" y="89"/>
                    <a:pt x="245" y="78"/>
                    <a:pt x="240" y="73"/>
                  </a:cubicBezTo>
                  <a:cubicBezTo>
                    <a:pt x="237" y="70"/>
                    <a:pt x="179" y="31"/>
                    <a:pt x="131" y="0"/>
                  </a:cubicBezTo>
                  <a:cubicBezTo>
                    <a:pt x="101" y="0"/>
                    <a:pt x="101" y="0"/>
                    <a:pt x="101" y="0"/>
                  </a:cubicBezTo>
                  <a:cubicBezTo>
                    <a:pt x="118" y="156"/>
                    <a:pt x="118" y="156"/>
                    <a:pt x="118" y="156"/>
                  </a:cubicBezTo>
                  <a:cubicBezTo>
                    <a:pt x="124" y="161"/>
                    <a:pt x="124" y="161"/>
                    <a:pt x="124" y="161"/>
                  </a:cubicBezTo>
                  <a:cubicBezTo>
                    <a:pt x="124" y="161"/>
                    <a:pt x="124" y="175"/>
                    <a:pt x="121" y="176"/>
                  </a:cubicBezTo>
                  <a:cubicBezTo>
                    <a:pt x="118" y="178"/>
                    <a:pt x="52" y="177"/>
                    <a:pt x="52" y="177"/>
                  </a:cubicBezTo>
                  <a:cubicBezTo>
                    <a:pt x="52" y="177"/>
                    <a:pt x="46" y="180"/>
                    <a:pt x="41" y="180"/>
                  </a:cubicBezTo>
                  <a:cubicBezTo>
                    <a:pt x="37" y="180"/>
                    <a:pt x="31" y="177"/>
                    <a:pt x="29" y="179"/>
                  </a:cubicBezTo>
                  <a:cubicBezTo>
                    <a:pt x="28" y="182"/>
                    <a:pt x="28" y="188"/>
                    <a:pt x="20" y="181"/>
                  </a:cubicBezTo>
                  <a:cubicBezTo>
                    <a:pt x="12" y="174"/>
                    <a:pt x="10" y="180"/>
                    <a:pt x="10" y="185"/>
                  </a:cubicBezTo>
                  <a:cubicBezTo>
                    <a:pt x="10" y="189"/>
                    <a:pt x="6" y="190"/>
                    <a:pt x="0" y="191"/>
                  </a:cubicBezTo>
                  <a:cubicBezTo>
                    <a:pt x="1" y="193"/>
                    <a:pt x="2" y="195"/>
                    <a:pt x="2" y="195"/>
                  </a:cubicBezTo>
                  <a:cubicBezTo>
                    <a:pt x="5" y="200"/>
                    <a:pt x="5" y="200"/>
                    <a:pt x="5" y="200"/>
                  </a:cubicBezTo>
                  <a:cubicBezTo>
                    <a:pt x="5" y="200"/>
                    <a:pt x="5" y="207"/>
                    <a:pt x="8" y="210"/>
                  </a:cubicBezTo>
                  <a:cubicBezTo>
                    <a:pt x="11" y="214"/>
                    <a:pt x="17" y="219"/>
                    <a:pt x="17" y="222"/>
                  </a:cubicBezTo>
                  <a:cubicBezTo>
                    <a:pt x="18" y="225"/>
                    <a:pt x="17" y="236"/>
                    <a:pt x="17" y="236"/>
                  </a:cubicBezTo>
                  <a:cubicBezTo>
                    <a:pt x="17" y="236"/>
                    <a:pt x="19" y="245"/>
                    <a:pt x="22" y="241"/>
                  </a:cubicBezTo>
                  <a:cubicBezTo>
                    <a:pt x="25" y="237"/>
                    <a:pt x="30" y="244"/>
                    <a:pt x="32" y="239"/>
                  </a:cubicBezTo>
                  <a:cubicBezTo>
                    <a:pt x="34" y="234"/>
                    <a:pt x="41" y="240"/>
                    <a:pt x="44" y="240"/>
                  </a:cubicBezTo>
                  <a:cubicBezTo>
                    <a:pt x="47" y="240"/>
                    <a:pt x="55" y="231"/>
                    <a:pt x="57" y="231"/>
                  </a:cubicBezTo>
                  <a:cubicBezTo>
                    <a:pt x="59" y="232"/>
                    <a:pt x="63" y="241"/>
                    <a:pt x="63" y="244"/>
                  </a:cubicBezTo>
                  <a:cubicBezTo>
                    <a:pt x="63" y="248"/>
                    <a:pt x="73" y="252"/>
                    <a:pt x="70" y="253"/>
                  </a:cubicBezTo>
                  <a:cubicBezTo>
                    <a:pt x="67" y="254"/>
                    <a:pt x="66" y="259"/>
                    <a:pt x="70" y="259"/>
                  </a:cubicBezTo>
                  <a:cubicBezTo>
                    <a:pt x="73" y="259"/>
                    <a:pt x="72" y="266"/>
                    <a:pt x="74" y="269"/>
                  </a:cubicBezTo>
                  <a:cubicBezTo>
                    <a:pt x="76" y="272"/>
                    <a:pt x="80" y="275"/>
                    <a:pt x="82" y="270"/>
                  </a:cubicBezTo>
                  <a:cubicBezTo>
                    <a:pt x="84" y="265"/>
                    <a:pt x="89" y="269"/>
                    <a:pt x="91" y="273"/>
                  </a:cubicBezTo>
                  <a:cubicBezTo>
                    <a:pt x="93" y="276"/>
                    <a:pt x="100" y="272"/>
                    <a:pt x="101" y="268"/>
                  </a:cubicBezTo>
                  <a:cubicBezTo>
                    <a:pt x="102" y="264"/>
                    <a:pt x="110" y="262"/>
                    <a:pt x="110" y="267"/>
                  </a:cubicBezTo>
                  <a:cubicBezTo>
                    <a:pt x="109" y="271"/>
                    <a:pt x="111" y="273"/>
                    <a:pt x="116" y="269"/>
                  </a:cubicBezTo>
                  <a:cubicBezTo>
                    <a:pt x="118" y="268"/>
                    <a:pt x="119" y="268"/>
                    <a:pt x="121" y="268"/>
                  </a:cubicBezTo>
                  <a:cubicBezTo>
                    <a:pt x="123" y="262"/>
                    <a:pt x="125" y="256"/>
                    <a:pt x="126" y="254"/>
                  </a:cubicBezTo>
                  <a:cubicBezTo>
                    <a:pt x="128" y="251"/>
                    <a:pt x="122" y="244"/>
                    <a:pt x="125" y="243"/>
                  </a:cubicBezTo>
                  <a:cubicBezTo>
                    <a:pt x="128" y="242"/>
                    <a:pt x="136" y="244"/>
                    <a:pt x="139" y="237"/>
                  </a:cubicBezTo>
                  <a:cubicBezTo>
                    <a:pt x="142" y="229"/>
                    <a:pt x="145" y="226"/>
                    <a:pt x="145" y="226"/>
                  </a:cubicBezTo>
                  <a:cubicBezTo>
                    <a:pt x="145" y="226"/>
                    <a:pt x="146" y="210"/>
                    <a:pt x="151" y="213"/>
                  </a:cubicBezTo>
                  <a:cubicBezTo>
                    <a:pt x="155" y="215"/>
                    <a:pt x="161" y="219"/>
                    <a:pt x="161" y="213"/>
                  </a:cubicBezTo>
                  <a:cubicBezTo>
                    <a:pt x="162" y="207"/>
                    <a:pt x="168" y="210"/>
                    <a:pt x="169" y="205"/>
                  </a:cubicBezTo>
                  <a:cubicBezTo>
                    <a:pt x="171" y="199"/>
                    <a:pt x="174" y="200"/>
                    <a:pt x="178" y="201"/>
                  </a:cubicBezTo>
                  <a:cubicBezTo>
                    <a:pt x="181" y="202"/>
                    <a:pt x="184" y="200"/>
                    <a:pt x="184" y="197"/>
                  </a:cubicBezTo>
                  <a:cubicBezTo>
                    <a:pt x="184" y="194"/>
                    <a:pt x="193" y="195"/>
                    <a:pt x="200" y="191"/>
                  </a:cubicBezTo>
                  <a:cubicBezTo>
                    <a:pt x="206" y="186"/>
                    <a:pt x="210" y="182"/>
                    <a:pt x="213" y="185"/>
                  </a:cubicBezTo>
                  <a:cubicBezTo>
                    <a:pt x="215" y="188"/>
                    <a:pt x="232" y="187"/>
                    <a:pt x="235" y="186"/>
                  </a:cubicBezTo>
                  <a:cubicBezTo>
                    <a:pt x="238" y="185"/>
                    <a:pt x="243" y="180"/>
                    <a:pt x="249" y="181"/>
                  </a:cubicBezTo>
                  <a:cubicBezTo>
                    <a:pt x="255" y="182"/>
                    <a:pt x="271" y="179"/>
                    <a:pt x="277" y="179"/>
                  </a:cubicBezTo>
                  <a:cubicBezTo>
                    <a:pt x="283" y="179"/>
                    <a:pt x="286" y="173"/>
                    <a:pt x="288" y="171"/>
                  </a:cubicBezTo>
                  <a:cubicBezTo>
                    <a:pt x="290" y="169"/>
                    <a:pt x="291" y="159"/>
                    <a:pt x="293" y="158"/>
                  </a:cubicBezTo>
                  <a:cubicBezTo>
                    <a:pt x="295" y="157"/>
                    <a:pt x="295" y="124"/>
                    <a:pt x="295" y="111"/>
                  </a:cubicBezTo>
                  <a:cubicBezTo>
                    <a:pt x="288" y="112"/>
                    <a:pt x="280" y="114"/>
                    <a:pt x="280" y="1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0" name="Google Shape;180;p31"/>
            <p:cNvSpPr/>
            <p:nvPr/>
          </p:nvSpPr>
          <p:spPr>
            <a:xfrm>
              <a:off x="4618201" y="2949673"/>
              <a:ext cx="185744" cy="130179"/>
            </a:xfrm>
            <a:custGeom>
              <a:avLst/>
              <a:gdLst/>
              <a:ahLst/>
              <a:cxnLst/>
              <a:rect l="l" t="t" r="r" b="b"/>
              <a:pathLst>
                <a:path w="145" h="104" extrusionOk="0">
                  <a:moveTo>
                    <a:pt x="144" y="59"/>
                  </a:moveTo>
                  <a:cubicBezTo>
                    <a:pt x="142" y="56"/>
                    <a:pt x="138" y="55"/>
                    <a:pt x="137" y="55"/>
                  </a:cubicBezTo>
                  <a:cubicBezTo>
                    <a:pt x="136" y="55"/>
                    <a:pt x="137" y="47"/>
                    <a:pt x="136" y="46"/>
                  </a:cubicBezTo>
                  <a:cubicBezTo>
                    <a:pt x="135" y="44"/>
                    <a:pt x="130" y="48"/>
                    <a:pt x="127" y="47"/>
                  </a:cubicBezTo>
                  <a:cubicBezTo>
                    <a:pt x="124" y="46"/>
                    <a:pt x="123" y="40"/>
                    <a:pt x="120" y="40"/>
                  </a:cubicBezTo>
                  <a:cubicBezTo>
                    <a:pt x="117" y="40"/>
                    <a:pt x="117" y="37"/>
                    <a:pt x="117" y="34"/>
                  </a:cubicBezTo>
                  <a:cubicBezTo>
                    <a:pt x="117" y="30"/>
                    <a:pt x="112" y="27"/>
                    <a:pt x="109" y="24"/>
                  </a:cubicBezTo>
                  <a:cubicBezTo>
                    <a:pt x="105" y="22"/>
                    <a:pt x="105" y="15"/>
                    <a:pt x="103" y="14"/>
                  </a:cubicBezTo>
                  <a:cubicBezTo>
                    <a:pt x="102" y="14"/>
                    <a:pt x="102" y="9"/>
                    <a:pt x="103" y="5"/>
                  </a:cubicBezTo>
                  <a:cubicBezTo>
                    <a:pt x="98" y="5"/>
                    <a:pt x="93" y="4"/>
                    <a:pt x="92" y="3"/>
                  </a:cubicBezTo>
                  <a:cubicBezTo>
                    <a:pt x="89" y="0"/>
                    <a:pt x="85" y="4"/>
                    <a:pt x="79" y="9"/>
                  </a:cubicBezTo>
                  <a:cubicBezTo>
                    <a:pt x="72" y="13"/>
                    <a:pt x="63" y="12"/>
                    <a:pt x="63" y="15"/>
                  </a:cubicBezTo>
                  <a:cubicBezTo>
                    <a:pt x="63" y="18"/>
                    <a:pt x="60" y="20"/>
                    <a:pt x="57" y="19"/>
                  </a:cubicBezTo>
                  <a:cubicBezTo>
                    <a:pt x="53" y="18"/>
                    <a:pt x="50" y="17"/>
                    <a:pt x="48" y="23"/>
                  </a:cubicBezTo>
                  <a:cubicBezTo>
                    <a:pt x="47" y="28"/>
                    <a:pt x="41" y="25"/>
                    <a:pt x="40" y="31"/>
                  </a:cubicBezTo>
                  <a:cubicBezTo>
                    <a:pt x="40" y="37"/>
                    <a:pt x="34" y="33"/>
                    <a:pt x="30" y="31"/>
                  </a:cubicBezTo>
                  <a:cubicBezTo>
                    <a:pt x="25" y="28"/>
                    <a:pt x="24" y="44"/>
                    <a:pt x="24" y="44"/>
                  </a:cubicBezTo>
                  <a:cubicBezTo>
                    <a:pt x="24" y="44"/>
                    <a:pt x="21" y="47"/>
                    <a:pt x="18" y="55"/>
                  </a:cubicBezTo>
                  <a:cubicBezTo>
                    <a:pt x="15" y="62"/>
                    <a:pt x="7" y="60"/>
                    <a:pt x="4" y="61"/>
                  </a:cubicBezTo>
                  <a:cubicBezTo>
                    <a:pt x="1" y="62"/>
                    <a:pt x="7" y="69"/>
                    <a:pt x="5" y="72"/>
                  </a:cubicBezTo>
                  <a:cubicBezTo>
                    <a:pt x="4" y="74"/>
                    <a:pt x="2" y="80"/>
                    <a:pt x="0" y="86"/>
                  </a:cubicBezTo>
                  <a:cubicBezTo>
                    <a:pt x="4" y="86"/>
                    <a:pt x="8" y="90"/>
                    <a:pt x="9" y="92"/>
                  </a:cubicBezTo>
                  <a:cubicBezTo>
                    <a:pt x="10" y="94"/>
                    <a:pt x="20" y="104"/>
                    <a:pt x="24" y="99"/>
                  </a:cubicBezTo>
                  <a:cubicBezTo>
                    <a:pt x="29" y="94"/>
                    <a:pt x="42" y="93"/>
                    <a:pt x="45" y="96"/>
                  </a:cubicBezTo>
                  <a:cubicBezTo>
                    <a:pt x="48" y="99"/>
                    <a:pt x="50" y="98"/>
                    <a:pt x="51" y="95"/>
                  </a:cubicBezTo>
                  <a:cubicBezTo>
                    <a:pt x="51" y="92"/>
                    <a:pt x="46" y="80"/>
                    <a:pt x="48" y="77"/>
                  </a:cubicBezTo>
                  <a:cubicBezTo>
                    <a:pt x="50" y="74"/>
                    <a:pt x="91" y="75"/>
                    <a:pt x="92" y="78"/>
                  </a:cubicBezTo>
                  <a:cubicBezTo>
                    <a:pt x="94" y="81"/>
                    <a:pt x="94" y="73"/>
                    <a:pt x="99" y="73"/>
                  </a:cubicBezTo>
                  <a:cubicBezTo>
                    <a:pt x="104" y="74"/>
                    <a:pt x="112" y="76"/>
                    <a:pt x="115" y="75"/>
                  </a:cubicBezTo>
                  <a:cubicBezTo>
                    <a:pt x="118" y="74"/>
                    <a:pt x="122" y="69"/>
                    <a:pt x="125" y="69"/>
                  </a:cubicBezTo>
                  <a:cubicBezTo>
                    <a:pt x="128" y="69"/>
                    <a:pt x="137" y="68"/>
                    <a:pt x="140" y="65"/>
                  </a:cubicBezTo>
                  <a:cubicBezTo>
                    <a:pt x="142" y="63"/>
                    <a:pt x="145" y="63"/>
                    <a:pt x="144" y="59"/>
                  </a:cubicBezTo>
                  <a:cubicBezTo>
                    <a:pt x="144" y="59"/>
                    <a:pt x="144" y="59"/>
                    <a:pt x="144" y="5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1" name="Google Shape;181;p31"/>
            <p:cNvSpPr/>
            <p:nvPr/>
          </p:nvSpPr>
          <p:spPr>
            <a:xfrm>
              <a:off x="4748380" y="2757579"/>
              <a:ext cx="352438" cy="268297"/>
            </a:xfrm>
            <a:custGeom>
              <a:avLst/>
              <a:gdLst/>
              <a:ahLst/>
              <a:cxnLst/>
              <a:rect l="l" t="t" r="r" b="b"/>
              <a:pathLst>
                <a:path w="274" h="214" extrusionOk="0">
                  <a:moveTo>
                    <a:pt x="261" y="31"/>
                  </a:moveTo>
                  <a:cubicBezTo>
                    <a:pt x="261" y="28"/>
                    <a:pt x="261" y="17"/>
                    <a:pt x="260" y="8"/>
                  </a:cubicBezTo>
                  <a:cubicBezTo>
                    <a:pt x="246" y="16"/>
                    <a:pt x="246" y="16"/>
                    <a:pt x="246" y="16"/>
                  </a:cubicBezTo>
                  <a:cubicBezTo>
                    <a:pt x="246" y="16"/>
                    <a:pt x="243" y="9"/>
                    <a:pt x="235" y="5"/>
                  </a:cubicBezTo>
                  <a:cubicBezTo>
                    <a:pt x="228" y="0"/>
                    <a:pt x="209" y="0"/>
                    <a:pt x="209" y="0"/>
                  </a:cubicBezTo>
                  <a:cubicBezTo>
                    <a:pt x="133" y="47"/>
                    <a:pt x="133" y="47"/>
                    <a:pt x="133" y="47"/>
                  </a:cubicBezTo>
                  <a:cubicBezTo>
                    <a:pt x="101" y="73"/>
                    <a:pt x="101" y="73"/>
                    <a:pt x="101" y="73"/>
                  </a:cubicBezTo>
                  <a:cubicBezTo>
                    <a:pt x="101" y="73"/>
                    <a:pt x="80" y="80"/>
                    <a:pt x="74" y="81"/>
                  </a:cubicBezTo>
                  <a:cubicBezTo>
                    <a:pt x="73" y="82"/>
                    <a:pt x="72" y="82"/>
                    <a:pt x="72" y="82"/>
                  </a:cubicBezTo>
                  <a:cubicBezTo>
                    <a:pt x="72" y="95"/>
                    <a:pt x="72" y="128"/>
                    <a:pt x="70" y="129"/>
                  </a:cubicBezTo>
                  <a:cubicBezTo>
                    <a:pt x="68" y="130"/>
                    <a:pt x="67" y="140"/>
                    <a:pt x="65" y="142"/>
                  </a:cubicBezTo>
                  <a:cubicBezTo>
                    <a:pt x="63" y="144"/>
                    <a:pt x="60" y="150"/>
                    <a:pt x="54" y="150"/>
                  </a:cubicBezTo>
                  <a:cubicBezTo>
                    <a:pt x="48" y="150"/>
                    <a:pt x="32" y="153"/>
                    <a:pt x="26" y="152"/>
                  </a:cubicBezTo>
                  <a:cubicBezTo>
                    <a:pt x="20" y="151"/>
                    <a:pt x="15" y="156"/>
                    <a:pt x="12" y="157"/>
                  </a:cubicBezTo>
                  <a:cubicBezTo>
                    <a:pt x="11" y="157"/>
                    <a:pt x="6" y="158"/>
                    <a:pt x="1" y="158"/>
                  </a:cubicBezTo>
                  <a:cubicBezTo>
                    <a:pt x="0" y="162"/>
                    <a:pt x="0" y="167"/>
                    <a:pt x="1" y="167"/>
                  </a:cubicBezTo>
                  <a:cubicBezTo>
                    <a:pt x="3" y="168"/>
                    <a:pt x="3" y="175"/>
                    <a:pt x="7" y="177"/>
                  </a:cubicBezTo>
                  <a:cubicBezTo>
                    <a:pt x="10" y="180"/>
                    <a:pt x="15" y="183"/>
                    <a:pt x="15" y="187"/>
                  </a:cubicBezTo>
                  <a:cubicBezTo>
                    <a:pt x="15" y="190"/>
                    <a:pt x="15" y="193"/>
                    <a:pt x="18" y="193"/>
                  </a:cubicBezTo>
                  <a:cubicBezTo>
                    <a:pt x="21" y="193"/>
                    <a:pt x="22" y="199"/>
                    <a:pt x="25" y="200"/>
                  </a:cubicBezTo>
                  <a:cubicBezTo>
                    <a:pt x="28" y="201"/>
                    <a:pt x="33" y="197"/>
                    <a:pt x="34" y="199"/>
                  </a:cubicBezTo>
                  <a:cubicBezTo>
                    <a:pt x="35" y="200"/>
                    <a:pt x="34" y="208"/>
                    <a:pt x="35" y="208"/>
                  </a:cubicBezTo>
                  <a:cubicBezTo>
                    <a:pt x="36" y="208"/>
                    <a:pt x="40" y="209"/>
                    <a:pt x="42" y="212"/>
                  </a:cubicBezTo>
                  <a:cubicBezTo>
                    <a:pt x="41" y="207"/>
                    <a:pt x="43" y="202"/>
                    <a:pt x="49" y="203"/>
                  </a:cubicBezTo>
                  <a:cubicBezTo>
                    <a:pt x="54" y="205"/>
                    <a:pt x="50" y="210"/>
                    <a:pt x="54" y="212"/>
                  </a:cubicBezTo>
                  <a:cubicBezTo>
                    <a:pt x="59" y="214"/>
                    <a:pt x="62" y="212"/>
                    <a:pt x="62" y="209"/>
                  </a:cubicBezTo>
                  <a:cubicBezTo>
                    <a:pt x="62" y="205"/>
                    <a:pt x="68" y="198"/>
                    <a:pt x="69" y="196"/>
                  </a:cubicBezTo>
                  <a:cubicBezTo>
                    <a:pt x="71" y="194"/>
                    <a:pt x="70" y="185"/>
                    <a:pt x="74" y="182"/>
                  </a:cubicBezTo>
                  <a:cubicBezTo>
                    <a:pt x="77" y="179"/>
                    <a:pt x="86" y="181"/>
                    <a:pt x="90" y="182"/>
                  </a:cubicBezTo>
                  <a:cubicBezTo>
                    <a:pt x="93" y="183"/>
                    <a:pt x="96" y="175"/>
                    <a:pt x="100" y="178"/>
                  </a:cubicBezTo>
                  <a:cubicBezTo>
                    <a:pt x="104" y="182"/>
                    <a:pt x="111" y="179"/>
                    <a:pt x="114" y="183"/>
                  </a:cubicBezTo>
                  <a:cubicBezTo>
                    <a:pt x="117" y="186"/>
                    <a:pt x="119" y="195"/>
                    <a:pt x="124" y="192"/>
                  </a:cubicBezTo>
                  <a:cubicBezTo>
                    <a:pt x="129" y="189"/>
                    <a:pt x="136" y="188"/>
                    <a:pt x="139" y="188"/>
                  </a:cubicBezTo>
                  <a:cubicBezTo>
                    <a:pt x="142" y="188"/>
                    <a:pt x="149" y="194"/>
                    <a:pt x="152" y="195"/>
                  </a:cubicBezTo>
                  <a:cubicBezTo>
                    <a:pt x="155" y="196"/>
                    <a:pt x="166" y="197"/>
                    <a:pt x="170" y="195"/>
                  </a:cubicBezTo>
                  <a:cubicBezTo>
                    <a:pt x="173" y="193"/>
                    <a:pt x="178" y="186"/>
                    <a:pt x="183" y="187"/>
                  </a:cubicBezTo>
                  <a:cubicBezTo>
                    <a:pt x="187" y="187"/>
                    <a:pt x="202" y="186"/>
                    <a:pt x="205" y="187"/>
                  </a:cubicBezTo>
                  <a:cubicBezTo>
                    <a:pt x="208" y="189"/>
                    <a:pt x="215" y="192"/>
                    <a:pt x="220" y="191"/>
                  </a:cubicBezTo>
                  <a:cubicBezTo>
                    <a:pt x="224" y="189"/>
                    <a:pt x="228" y="180"/>
                    <a:pt x="232" y="179"/>
                  </a:cubicBezTo>
                  <a:cubicBezTo>
                    <a:pt x="233" y="179"/>
                    <a:pt x="234" y="179"/>
                    <a:pt x="235" y="179"/>
                  </a:cubicBezTo>
                  <a:cubicBezTo>
                    <a:pt x="235" y="177"/>
                    <a:pt x="235" y="175"/>
                    <a:pt x="235" y="174"/>
                  </a:cubicBezTo>
                  <a:cubicBezTo>
                    <a:pt x="235" y="164"/>
                    <a:pt x="237" y="168"/>
                    <a:pt x="238" y="159"/>
                  </a:cubicBezTo>
                  <a:cubicBezTo>
                    <a:pt x="240" y="149"/>
                    <a:pt x="264" y="125"/>
                    <a:pt x="267" y="123"/>
                  </a:cubicBezTo>
                  <a:cubicBezTo>
                    <a:pt x="269" y="121"/>
                    <a:pt x="269" y="84"/>
                    <a:pt x="269" y="79"/>
                  </a:cubicBezTo>
                  <a:cubicBezTo>
                    <a:pt x="269" y="74"/>
                    <a:pt x="270" y="68"/>
                    <a:pt x="272" y="60"/>
                  </a:cubicBezTo>
                  <a:cubicBezTo>
                    <a:pt x="274" y="53"/>
                    <a:pt x="268" y="54"/>
                    <a:pt x="269" y="47"/>
                  </a:cubicBezTo>
                  <a:cubicBezTo>
                    <a:pt x="269" y="40"/>
                    <a:pt x="261" y="35"/>
                    <a:pt x="261" y="3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2" name="Google Shape;182;p31"/>
            <p:cNvSpPr/>
            <p:nvPr/>
          </p:nvSpPr>
          <p:spPr>
            <a:xfrm>
              <a:off x="5050016" y="2757579"/>
              <a:ext cx="227021" cy="366725"/>
            </a:xfrm>
            <a:custGeom>
              <a:avLst/>
              <a:gdLst/>
              <a:ahLst/>
              <a:cxnLst/>
              <a:rect l="l" t="t" r="r" b="b"/>
              <a:pathLst>
                <a:path w="177" h="293" extrusionOk="0">
                  <a:moveTo>
                    <a:pt x="176" y="72"/>
                  </a:moveTo>
                  <a:cubicBezTo>
                    <a:pt x="41" y="0"/>
                    <a:pt x="41" y="0"/>
                    <a:pt x="41" y="0"/>
                  </a:cubicBezTo>
                  <a:cubicBezTo>
                    <a:pt x="25" y="8"/>
                    <a:pt x="25" y="8"/>
                    <a:pt x="25" y="8"/>
                  </a:cubicBezTo>
                  <a:cubicBezTo>
                    <a:pt x="26" y="17"/>
                    <a:pt x="26" y="28"/>
                    <a:pt x="26" y="31"/>
                  </a:cubicBezTo>
                  <a:cubicBezTo>
                    <a:pt x="26" y="35"/>
                    <a:pt x="34" y="40"/>
                    <a:pt x="34" y="47"/>
                  </a:cubicBezTo>
                  <a:cubicBezTo>
                    <a:pt x="33" y="54"/>
                    <a:pt x="39" y="53"/>
                    <a:pt x="37" y="60"/>
                  </a:cubicBezTo>
                  <a:cubicBezTo>
                    <a:pt x="35" y="68"/>
                    <a:pt x="34" y="74"/>
                    <a:pt x="34" y="79"/>
                  </a:cubicBezTo>
                  <a:cubicBezTo>
                    <a:pt x="34" y="84"/>
                    <a:pt x="34" y="121"/>
                    <a:pt x="32" y="123"/>
                  </a:cubicBezTo>
                  <a:cubicBezTo>
                    <a:pt x="29" y="125"/>
                    <a:pt x="5" y="149"/>
                    <a:pt x="3" y="159"/>
                  </a:cubicBezTo>
                  <a:cubicBezTo>
                    <a:pt x="2" y="168"/>
                    <a:pt x="0" y="164"/>
                    <a:pt x="0" y="174"/>
                  </a:cubicBezTo>
                  <a:cubicBezTo>
                    <a:pt x="0" y="175"/>
                    <a:pt x="0" y="177"/>
                    <a:pt x="0" y="179"/>
                  </a:cubicBezTo>
                  <a:cubicBezTo>
                    <a:pt x="1" y="180"/>
                    <a:pt x="2" y="181"/>
                    <a:pt x="3" y="183"/>
                  </a:cubicBezTo>
                  <a:cubicBezTo>
                    <a:pt x="6" y="186"/>
                    <a:pt x="6" y="190"/>
                    <a:pt x="11" y="190"/>
                  </a:cubicBezTo>
                  <a:cubicBezTo>
                    <a:pt x="16" y="190"/>
                    <a:pt x="23" y="202"/>
                    <a:pt x="22" y="207"/>
                  </a:cubicBezTo>
                  <a:cubicBezTo>
                    <a:pt x="22" y="212"/>
                    <a:pt x="25" y="214"/>
                    <a:pt x="24" y="223"/>
                  </a:cubicBezTo>
                  <a:cubicBezTo>
                    <a:pt x="24" y="231"/>
                    <a:pt x="29" y="243"/>
                    <a:pt x="32" y="245"/>
                  </a:cubicBezTo>
                  <a:cubicBezTo>
                    <a:pt x="34" y="246"/>
                    <a:pt x="30" y="248"/>
                    <a:pt x="24" y="247"/>
                  </a:cubicBezTo>
                  <a:cubicBezTo>
                    <a:pt x="18" y="247"/>
                    <a:pt x="9" y="247"/>
                    <a:pt x="9" y="249"/>
                  </a:cubicBezTo>
                  <a:cubicBezTo>
                    <a:pt x="9" y="252"/>
                    <a:pt x="7" y="256"/>
                    <a:pt x="13" y="262"/>
                  </a:cubicBezTo>
                  <a:cubicBezTo>
                    <a:pt x="20" y="268"/>
                    <a:pt x="26" y="270"/>
                    <a:pt x="28" y="277"/>
                  </a:cubicBezTo>
                  <a:cubicBezTo>
                    <a:pt x="30" y="284"/>
                    <a:pt x="33" y="290"/>
                    <a:pt x="35" y="291"/>
                  </a:cubicBezTo>
                  <a:cubicBezTo>
                    <a:pt x="37" y="293"/>
                    <a:pt x="41" y="293"/>
                    <a:pt x="45" y="287"/>
                  </a:cubicBezTo>
                  <a:cubicBezTo>
                    <a:pt x="48" y="282"/>
                    <a:pt x="52" y="292"/>
                    <a:pt x="56" y="287"/>
                  </a:cubicBezTo>
                  <a:cubicBezTo>
                    <a:pt x="60" y="283"/>
                    <a:pt x="72" y="283"/>
                    <a:pt x="75" y="282"/>
                  </a:cubicBezTo>
                  <a:cubicBezTo>
                    <a:pt x="78" y="280"/>
                    <a:pt x="88" y="276"/>
                    <a:pt x="91" y="273"/>
                  </a:cubicBezTo>
                  <a:cubicBezTo>
                    <a:pt x="94" y="271"/>
                    <a:pt x="87" y="266"/>
                    <a:pt x="92" y="264"/>
                  </a:cubicBezTo>
                  <a:cubicBezTo>
                    <a:pt x="97" y="261"/>
                    <a:pt x="111" y="266"/>
                    <a:pt x="117" y="259"/>
                  </a:cubicBezTo>
                  <a:cubicBezTo>
                    <a:pt x="123" y="251"/>
                    <a:pt x="132" y="244"/>
                    <a:pt x="134" y="241"/>
                  </a:cubicBezTo>
                  <a:cubicBezTo>
                    <a:pt x="137" y="238"/>
                    <a:pt x="134" y="236"/>
                    <a:pt x="138" y="233"/>
                  </a:cubicBezTo>
                  <a:cubicBezTo>
                    <a:pt x="142" y="229"/>
                    <a:pt x="149" y="225"/>
                    <a:pt x="153" y="227"/>
                  </a:cubicBezTo>
                  <a:cubicBezTo>
                    <a:pt x="153" y="227"/>
                    <a:pt x="154" y="227"/>
                    <a:pt x="156" y="227"/>
                  </a:cubicBezTo>
                  <a:cubicBezTo>
                    <a:pt x="155" y="227"/>
                    <a:pt x="155" y="227"/>
                    <a:pt x="155" y="227"/>
                  </a:cubicBezTo>
                  <a:cubicBezTo>
                    <a:pt x="157" y="219"/>
                    <a:pt x="157" y="219"/>
                    <a:pt x="157" y="219"/>
                  </a:cubicBezTo>
                  <a:cubicBezTo>
                    <a:pt x="157" y="219"/>
                    <a:pt x="148" y="215"/>
                    <a:pt x="148" y="208"/>
                  </a:cubicBezTo>
                  <a:cubicBezTo>
                    <a:pt x="148" y="202"/>
                    <a:pt x="151" y="195"/>
                    <a:pt x="145" y="195"/>
                  </a:cubicBezTo>
                  <a:cubicBezTo>
                    <a:pt x="140" y="195"/>
                    <a:pt x="139" y="190"/>
                    <a:pt x="143" y="186"/>
                  </a:cubicBezTo>
                  <a:cubicBezTo>
                    <a:pt x="147" y="181"/>
                    <a:pt x="137" y="172"/>
                    <a:pt x="144" y="172"/>
                  </a:cubicBezTo>
                  <a:cubicBezTo>
                    <a:pt x="152" y="172"/>
                    <a:pt x="146" y="160"/>
                    <a:pt x="152" y="159"/>
                  </a:cubicBezTo>
                  <a:cubicBezTo>
                    <a:pt x="157" y="158"/>
                    <a:pt x="158" y="154"/>
                    <a:pt x="158" y="149"/>
                  </a:cubicBezTo>
                  <a:cubicBezTo>
                    <a:pt x="158" y="143"/>
                    <a:pt x="170" y="140"/>
                    <a:pt x="173" y="139"/>
                  </a:cubicBezTo>
                  <a:cubicBezTo>
                    <a:pt x="177" y="138"/>
                    <a:pt x="176" y="120"/>
                    <a:pt x="176" y="120"/>
                  </a:cubicBezTo>
                  <a:lnTo>
                    <a:pt x="176" y="72"/>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3" name="Google Shape;183;p31"/>
            <p:cNvSpPr/>
            <p:nvPr/>
          </p:nvSpPr>
          <p:spPr>
            <a:xfrm>
              <a:off x="5289737" y="2552785"/>
              <a:ext cx="247659" cy="241308"/>
            </a:xfrm>
            <a:custGeom>
              <a:avLst/>
              <a:gdLst/>
              <a:ahLst/>
              <a:cxnLst/>
              <a:rect l="l" t="t" r="r" b="b"/>
              <a:pathLst>
                <a:path w="193" h="193" extrusionOk="0">
                  <a:moveTo>
                    <a:pt x="180" y="42"/>
                  </a:moveTo>
                  <a:cubicBezTo>
                    <a:pt x="167" y="11"/>
                    <a:pt x="167" y="11"/>
                    <a:pt x="167" y="11"/>
                  </a:cubicBezTo>
                  <a:cubicBezTo>
                    <a:pt x="166" y="12"/>
                    <a:pt x="166" y="13"/>
                    <a:pt x="165" y="14"/>
                  </a:cubicBezTo>
                  <a:cubicBezTo>
                    <a:pt x="163" y="16"/>
                    <a:pt x="155" y="11"/>
                    <a:pt x="146" y="13"/>
                  </a:cubicBezTo>
                  <a:cubicBezTo>
                    <a:pt x="138" y="15"/>
                    <a:pt x="132" y="12"/>
                    <a:pt x="124" y="8"/>
                  </a:cubicBezTo>
                  <a:cubicBezTo>
                    <a:pt x="117" y="4"/>
                    <a:pt x="91" y="9"/>
                    <a:pt x="88" y="14"/>
                  </a:cubicBezTo>
                  <a:cubicBezTo>
                    <a:pt x="84" y="19"/>
                    <a:pt x="76" y="19"/>
                    <a:pt x="68" y="16"/>
                  </a:cubicBezTo>
                  <a:cubicBezTo>
                    <a:pt x="60" y="13"/>
                    <a:pt x="50" y="8"/>
                    <a:pt x="35" y="7"/>
                  </a:cubicBezTo>
                  <a:cubicBezTo>
                    <a:pt x="22" y="6"/>
                    <a:pt x="11" y="4"/>
                    <a:pt x="9" y="0"/>
                  </a:cubicBezTo>
                  <a:cubicBezTo>
                    <a:pt x="8" y="2"/>
                    <a:pt x="8" y="3"/>
                    <a:pt x="7" y="5"/>
                  </a:cubicBezTo>
                  <a:cubicBezTo>
                    <a:pt x="3" y="17"/>
                    <a:pt x="10" y="20"/>
                    <a:pt x="5" y="27"/>
                  </a:cubicBezTo>
                  <a:cubicBezTo>
                    <a:pt x="0" y="33"/>
                    <a:pt x="5" y="41"/>
                    <a:pt x="5" y="53"/>
                  </a:cubicBezTo>
                  <a:cubicBezTo>
                    <a:pt x="5" y="61"/>
                    <a:pt x="5" y="140"/>
                    <a:pt x="5" y="189"/>
                  </a:cubicBezTo>
                  <a:cubicBezTo>
                    <a:pt x="113" y="189"/>
                    <a:pt x="113" y="189"/>
                    <a:pt x="113" y="189"/>
                  </a:cubicBezTo>
                  <a:cubicBezTo>
                    <a:pt x="113" y="189"/>
                    <a:pt x="116" y="186"/>
                    <a:pt x="119" y="184"/>
                  </a:cubicBezTo>
                  <a:cubicBezTo>
                    <a:pt x="122" y="182"/>
                    <a:pt x="127" y="187"/>
                    <a:pt x="127" y="187"/>
                  </a:cubicBezTo>
                  <a:cubicBezTo>
                    <a:pt x="150" y="187"/>
                    <a:pt x="150" y="187"/>
                    <a:pt x="150" y="187"/>
                  </a:cubicBezTo>
                  <a:cubicBezTo>
                    <a:pt x="150" y="187"/>
                    <a:pt x="154" y="193"/>
                    <a:pt x="160" y="193"/>
                  </a:cubicBezTo>
                  <a:cubicBezTo>
                    <a:pt x="165" y="193"/>
                    <a:pt x="162" y="184"/>
                    <a:pt x="170" y="184"/>
                  </a:cubicBezTo>
                  <a:cubicBezTo>
                    <a:pt x="178" y="184"/>
                    <a:pt x="176" y="172"/>
                    <a:pt x="181" y="172"/>
                  </a:cubicBezTo>
                  <a:cubicBezTo>
                    <a:pt x="187" y="172"/>
                    <a:pt x="186" y="173"/>
                    <a:pt x="191" y="166"/>
                  </a:cubicBezTo>
                  <a:cubicBezTo>
                    <a:pt x="191" y="165"/>
                    <a:pt x="191" y="165"/>
                    <a:pt x="191" y="165"/>
                  </a:cubicBezTo>
                  <a:cubicBezTo>
                    <a:pt x="191" y="163"/>
                    <a:pt x="191" y="160"/>
                    <a:pt x="191" y="158"/>
                  </a:cubicBezTo>
                  <a:cubicBezTo>
                    <a:pt x="193" y="149"/>
                    <a:pt x="187" y="150"/>
                    <a:pt x="183" y="138"/>
                  </a:cubicBezTo>
                  <a:cubicBezTo>
                    <a:pt x="180" y="126"/>
                    <a:pt x="165" y="109"/>
                    <a:pt x="164" y="102"/>
                  </a:cubicBezTo>
                  <a:cubicBezTo>
                    <a:pt x="164" y="95"/>
                    <a:pt x="156" y="92"/>
                    <a:pt x="156" y="84"/>
                  </a:cubicBezTo>
                  <a:cubicBezTo>
                    <a:pt x="156" y="77"/>
                    <a:pt x="152" y="76"/>
                    <a:pt x="144" y="65"/>
                  </a:cubicBezTo>
                  <a:cubicBezTo>
                    <a:pt x="136" y="53"/>
                    <a:pt x="134" y="33"/>
                    <a:pt x="136" y="32"/>
                  </a:cubicBezTo>
                  <a:cubicBezTo>
                    <a:pt x="138" y="32"/>
                    <a:pt x="145" y="49"/>
                    <a:pt x="148" y="55"/>
                  </a:cubicBezTo>
                  <a:cubicBezTo>
                    <a:pt x="150" y="61"/>
                    <a:pt x="166" y="78"/>
                    <a:pt x="169" y="78"/>
                  </a:cubicBezTo>
                  <a:cubicBezTo>
                    <a:pt x="175" y="77"/>
                    <a:pt x="174" y="52"/>
                    <a:pt x="176" y="53"/>
                  </a:cubicBezTo>
                  <a:cubicBezTo>
                    <a:pt x="176" y="53"/>
                    <a:pt x="177" y="54"/>
                    <a:pt x="177" y="54"/>
                  </a:cubicBezTo>
                  <a:cubicBezTo>
                    <a:pt x="177" y="49"/>
                    <a:pt x="177" y="49"/>
                    <a:pt x="177" y="49"/>
                  </a:cubicBezTo>
                  <a:lnTo>
                    <a:pt x="180" y="42"/>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4" name="Google Shape;184;p31"/>
            <p:cNvSpPr/>
            <p:nvPr/>
          </p:nvSpPr>
          <p:spPr>
            <a:xfrm>
              <a:off x="4942062" y="3237020"/>
              <a:ext cx="128592" cy="139705"/>
            </a:xfrm>
            <a:custGeom>
              <a:avLst/>
              <a:gdLst/>
              <a:ahLst/>
              <a:cxnLst/>
              <a:rect l="l" t="t" r="r" b="b"/>
              <a:pathLst>
                <a:path w="100" h="111" extrusionOk="0">
                  <a:moveTo>
                    <a:pt x="50" y="106"/>
                  </a:moveTo>
                  <a:cubicBezTo>
                    <a:pt x="59" y="106"/>
                    <a:pt x="56" y="100"/>
                    <a:pt x="52" y="92"/>
                  </a:cubicBezTo>
                  <a:cubicBezTo>
                    <a:pt x="49" y="83"/>
                    <a:pt x="58" y="84"/>
                    <a:pt x="63" y="84"/>
                  </a:cubicBezTo>
                  <a:cubicBezTo>
                    <a:pt x="69" y="84"/>
                    <a:pt x="66" y="74"/>
                    <a:pt x="71" y="74"/>
                  </a:cubicBezTo>
                  <a:cubicBezTo>
                    <a:pt x="75" y="74"/>
                    <a:pt x="76" y="86"/>
                    <a:pt x="81" y="85"/>
                  </a:cubicBezTo>
                  <a:cubicBezTo>
                    <a:pt x="85" y="84"/>
                    <a:pt x="88" y="88"/>
                    <a:pt x="94" y="87"/>
                  </a:cubicBezTo>
                  <a:cubicBezTo>
                    <a:pt x="99" y="86"/>
                    <a:pt x="99" y="75"/>
                    <a:pt x="99" y="67"/>
                  </a:cubicBezTo>
                  <a:cubicBezTo>
                    <a:pt x="99" y="58"/>
                    <a:pt x="100" y="51"/>
                    <a:pt x="95" y="48"/>
                  </a:cubicBezTo>
                  <a:cubicBezTo>
                    <a:pt x="89" y="45"/>
                    <a:pt x="85" y="37"/>
                    <a:pt x="92" y="34"/>
                  </a:cubicBezTo>
                  <a:cubicBezTo>
                    <a:pt x="98" y="31"/>
                    <a:pt x="99" y="24"/>
                    <a:pt x="94" y="20"/>
                  </a:cubicBezTo>
                  <a:cubicBezTo>
                    <a:pt x="88" y="15"/>
                    <a:pt x="76" y="24"/>
                    <a:pt x="76" y="20"/>
                  </a:cubicBezTo>
                  <a:cubicBezTo>
                    <a:pt x="76" y="17"/>
                    <a:pt x="77" y="9"/>
                    <a:pt x="78" y="2"/>
                  </a:cubicBezTo>
                  <a:cubicBezTo>
                    <a:pt x="66" y="1"/>
                    <a:pt x="52" y="0"/>
                    <a:pt x="52" y="0"/>
                  </a:cubicBezTo>
                  <a:cubicBezTo>
                    <a:pt x="49" y="1"/>
                    <a:pt x="49" y="1"/>
                    <a:pt x="49" y="1"/>
                  </a:cubicBezTo>
                  <a:cubicBezTo>
                    <a:pt x="49" y="14"/>
                    <a:pt x="48" y="24"/>
                    <a:pt x="48" y="24"/>
                  </a:cubicBezTo>
                  <a:cubicBezTo>
                    <a:pt x="48" y="24"/>
                    <a:pt x="28" y="25"/>
                    <a:pt x="24" y="25"/>
                  </a:cubicBezTo>
                  <a:cubicBezTo>
                    <a:pt x="23" y="25"/>
                    <a:pt x="20" y="26"/>
                    <a:pt x="16" y="26"/>
                  </a:cubicBezTo>
                  <a:cubicBezTo>
                    <a:pt x="15" y="28"/>
                    <a:pt x="14" y="29"/>
                    <a:pt x="13" y="30"/>
                  </a:cubicBezTo>
                  <a:cubicBezTo>
                    <a:pt x="10" y="32"/>
                    <a:pt x="18" y="35"/>
                    <a:pt x="20" y="39"/>
                  </a:cubicBezTo>
                  <a:cubicBezTo>
                    <a:pt x="21" y="42"/>
                    <a:pt x="10" y="41"/>
                    <a:pt x="10" y="46"/>
                  </a:cubicBezTo>
                  <a:cubicBezTo>
                    <a:pt x="10" y="51"/>
                    <a:pt x="6" y="55"/>
                    <a:pt x="3" y="57"/>
                  </a:cubicBezTo>
                  <a:cubicBezTo>
                    <a:pt x="0" y="60"/>
                    <a:pt x="11" y="70"/>
                    <a:pt x="11" y="73"/>
                  </a:cubicBezTo>
                  <a:cubicBezTo>
                    <a:pt x="12" y="76"/>
                    <a:pt x="14" y="80"/>
                    <a:pt x="24" y="89"/>
                  </a:cubicBezTo>
                  <a:cubicBezTo>
                    <a:pt x="34" y="98"/>
                    <a:pt x="29" y="101"/>
                    <a:pt x="42" y="111"/>
                  </a:cubicBezTo>
                  <a:cubicBezTo>
                    <a:pt x="43" y="108"/>
                    <a:pt x="46" y="106"/>
                    <a:pt x="50" y="10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5" name="Google Shape;185;p31"/>
            <p:cNvSpPr/>
            <p:nvPr/>
          </p:nvSpPr>
          <p:spPr>
            <a:xfrm>
              <a:off x="4954763" y="3238608"/>
              <a:ext cx="50802" cy="30164"/>
            </a:xfrm>
            <a:custGeom>
              <a:avLst/>
              <a:gdLst/>
              <a:ahLst/>
              <a:cxnLst/>
              <a:rect l="l" t="t" r="r" b="b"/>
              <a:pathLst>
                <a:path w="39" h="25" extrusionOk="0">
                  <a:moveTo>
                    <a:pt x="38" y="23"/>
                  </a:moveTo>
                  <a:cubicBezTo>
                    <a:pt x="38" y="23"/>
                    <a:pt x="39" y="13"/>
                    <a:pt x="39" y="0"/>
                  </a:cubicBezTo>
                  <a:cubicBezTo>
                    <a:pt x="34" y="2"/>
                    <a:pt x="34" y="2"/>
                    <a:pt x="34" y="2"/>
                  </a:cubicBezTo>
                  <a:cubicBezTo>
                    <a:pt x="10" y="2"/>
                    <a:pt x="10" y="2"/>
                    <a:pt x="10" y="2"/>
                  </a:cubicBezTo>
                  <a:cubicBezTo>
                    <a:pt x="10" y="2"/>
                    <a:pt x="10" y="2"/>
                    <a:pt x="10" y="2"/>
                  </a:cubicBezTo>
                  <a:cubicBezTo>
                    <a:pt x="13" y="6"/>
                    <a:pt x="11" y="12"/>
                    <a:pt x="6" y="14"/>
                  </a:cubicBezTo>
                  <a:cubicBezTo>
                    <a:pt x="0" y="15"/>
                    <a:pt x="1" y="20"/>
                    <a:pt x="5" y="21"/>
                  </a:cubicBezTo>
                  <a:cubicBezTo>
                    <a:pt x="8" y="21"/>
                    <a:pt x="7" y="23"/>
                    <a:pt x="6" y="25"/>
                  </a:cubicBezTo>
                  <a:cubicBezTo>
                    <a:pt x="10" y="25"/>
                    <a:pt x="13" y="24"/>
                    <a:pt x="14" y="24"/>
                  </a:cubicBezTo>
                  <a:cubicBezTo>
                    <a:pt x="18" y="24"/>
                    <a:pt x="38" y="23"/>
                    <a:pt x="38" y="2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6" name="Google Shape;186;p31"/>
            <p:cNvSpPr/>
            <p:nvPr/>
          </p:nvSpPr>
          <p:spPr>
            <a:xfrm>
              <a:off x="4996039" y="3205269"/>
              <a:ext cx="158756" cy="195269"/>
            </a:xfrm>
            <a:custGeom>
              <a:avLst/>
              <a:gdLst/>
              <a:ahLst/>
              <a:cxnLst/>
              <a:rect l="l" t="t" r="r" b="b"/>
              <a:pathLst>
                <a:path w="124" h="156" extrusionOk="0">
                  <a:moveTo>
                    <a:pt x="33" y="147"/>
                  </a:moveTo>
                  <a:cubicBezTo>
                    <a:pt x="36" y="148"/>
                    <a:pt x="39" y="154"/>
                    <a:pt x="45" y="148"/>
                  </a:cubicBezTo>
                  <a:cubicBezTo>
                    <a:pt x="52" y="143"/>
                    <a:pt x="59" y="144"/>
                    <a:pt x="59" y="149"/>
                  </a:cubicBezTo>
                  <a:cubicBezTo>
                    <a:pt x="59" y="155"/>
                    <a:pt x="62" y="154"/>
                    <a:pt x="67" y="148"/>
                  </a:cubicBezTo>
                  <a:cubicBezTo>
                    <a:pt x="72" y="143"/>
                    <a:pt x="78" y="149"/>
                    <a:pt x="78" y="139"/>
                  </a:cubicBezTo>
                  <a:cubicBezTo>
                    <a:pt x="78" y="128"/>
                    <a:pt x="84" y="137"/>
                    <a:pt x="84" y="125"/>
                  </a:cubicBezTo>
                  <a:cubicBezTo>
                    <a:pt x="84" y="113"/>
                    <a:pt x="86" y="101"/>
                    <a:pt x="86" y="96"/>
                  </a:cubicBezTo>
                  <a:cubicBezTo>
                    <a:pt x="86" y="91"/>
                    <a:pt x="101" y="85"/>
                    <a:pt x="101" y="76"/>
                  </a:cubicBezTo>
                  <a:cubicBezTo>
                    <a:pt x="101" y="68"/>
                    <a:pt x="114" y="50"/>
                    <a:pt x="114" y="39"/>
                  </a:cubicBezTo>
                  <a:cubicBezTo>
                    <a:pt x="114" y="28"/>
                    <a:pt x="117" y="26"/>
                    <a:pt x="120" y="21"/>
                  </a:cubicBezTo>
                  <a:cubicBezTo>
                    <a:pt x="123" y="17"/>
                    <a:pt x="124" y="10"/>
                    <a:pt x="123" y="2"/>
                  </a:cubicBezTo>
                  <a:cubicBezTo>
                    <a:pt x="123" y="3"/>
                    <a:pt x="123" y="3"/>
                    <a:pt x="123" y="3"/>
                  </a:cubicBezTo>
                  <a:cubicBezTo>
                    <a:pt x="108" y="0"/>
                    <a:pt x="108" y="0"/>
                    <a:pt x="108" y="0"/>
                  </a:cubicBezTo>
                  <a:cubicBezTo>
                    <a:pt x="100" y="3"/>
                    <a:pt x="100" y="3"/>
                    <a:pt x="100" y="3"/>
                  </a:cubicBezTo>
                  <a:cubicBezTo>
                    <a:pt x="90" y="5"/>
                    <a:pt x="90" y="5"/>
                    <a:pt x="90" y="5"/>
                  </a:cubicBezTo>
                  <a:cubicBezTo>
                    <a:pt x="90" y="5"/>
                    <a:pt x="92" y="12"/>
                    <a:pt x="87" y="18"/>
                  </a:cubicBezTo>
                  <a:cubicBezTo>
                    <a:pt x="83" y="23"/>
                    <a:pt x="82" y="35"/>
                    <a:pt x="82" y="35"/>
                  </a:cubicBezTo>
                  <a:cubicBezTo>
                    <a:pt x="82" y="35"/>
                    <a:pt x="62" y="25"/>
                    <a:pt x="57" y="27"/>
                  </a:cubicBezTo>
                  <a:cubicBezTo>
                    <a:pt x="54" y="27"/>
                    <a:pt x="46" y="27"/>
                    <a:pt x="36" y="27"/>
                  </a:cubicBezTo>
                  <a:cubicBezTo>
                    <a:pt x="35" y="34"/>
                    <a:pt x="34" y="42"/>
                    <a:pt x="34" y="45"/>
                  </a:cubicBezTo>
                  <a:cubicBezTo>
                    <a:pt x="34" y="49"/>
                    <a:pt x="46" y="40"/>
                    <a:pt x="52" y="45"/>
                  </a:cubicBezTo>
                  <a:cubicBezTo>
                    <a:pt x="57" y="49"/>
                    <a:pt x="56" y="56"/>
                    <a:pt x="50" y="59"/>
                  </a:cubicBezTo>
                  <a:cubicBezTo>
                    <a:pt x="43" y="62"/>
                    <a:pt x="47" y="70"/>
                    <a:pt x="53" y="73"/>
                  </a:cubicBezTo>
                  <a:cubicBezTo>
                    <a:pt x="58" y="76"/>
                    <a:pt x="57" y="83"/>
                    <a:pt x="57" y="92"/>
                  </a:cubicBezTo>
                  <a:cubicBezTo>
                    <a:pt x="57" y="100"/>
                    <a:pt x="57" y="111"/>
                    <a:pt x="52" y="112"/>
                  </a:cubicBezTo>
                  <a:cubicBezTo>
                    <a:pt x="46" y="113"/>
                    <a:pt x="43" y="109"/>
                    <a:pt x="39" y="110"/>
                  </a:cubicBezTo>
                  <a:cubicBezTo>
                    <a:pt x="34" y="111"/>
                    <a:pt x="33" y="99"/>
                    <a:pt x="29" y="99"/>
                  </a:cubicBezTo>
                  <a:cubicBezTo>
                    <a:pt x="24" y="99"/>
                    <a:pt x="27" y="109"/>
                    <a:pt x="21" y="109"/>
                  </a:cubicBezTo>
                  <a:cubicBezTo>
                    <a:pt x="16" y="109"/>
                    <a:pt x="7" y="108"/>
                    <a:pt x="10" y="117"/>
                  </a:cubicBezTo>
                  <a:cubicBezTo>
                    <a:pt x="14" y="125"/>
                    <a:pt x="17" y="131"/>
                    <a:pt x="8" y="131"/>
                  </a:cubicBezTo>
                  <a:cubicBezTo>
                    <a:pt x="4" y="131"/>
                    <a:pt x="1" y="133"/>
                    <a:pt x="0" y="136"/>
                  </a:cubicBezTo>
                  <a:cubicBezTo>
                    <a:pt x="0" y="136"/>
                    <a:pt x="1" y="137"/>
                    <a:pt x="2" y="137"/>
                  </a:cubicBezTo>
                  <a:cubicBezTo>
                    <a:pt x="9" y="143"/>
                    <a:pt x="14" y="149"/>
                    <a:pt x="17" y="156"/>
                  </a:cubicBezTo>
                  <a:cubicBezTo>
                    <a:pt x="24" y="151"/>
                    <a:pt x="31" y="147"/>
                    <a:pt x="33" y="14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7" name="Google Shape;187;p31"/>
            <p:cNvSpPr/>
            <p:nvPr/>
          </p:nvSpPr>
          <p:spPr>
            <a:xfrm>
              <a:off x="5273862" y="2997300"/>
              <a:ext cx="225433" cy="88903"/>
            </a:xfrm>
            <a:custGeom>
              <a:avLst/>
              <a:gdLst/>
              <a:ahLst/>
              <a:cxnLst/>
              <a:rect l="l" t="t" r="r" b="b"/>
              <a:pathLst>
                <a:path w="176" h="71" extrusionOk="0">
                  <a:moveTo>
                    <a:pt x="4" y="71"/>
                  </a:moveTo>
                  <a:cubicBezTo>
                    <a:pt x="0" y="69"/>
                    <a:pt x="0" y="69"/>
                    <a:pt x="0" y="69"/>
                  </a:cubicBezTo>
                  <a:cubicBezTo>
                    <a:pt x="0" y="69"/>
                    <a:pt x="0" y="69"/>
                    <a:pt x="0" y="69"/>
                  </a:cubicBezTo>
                  <a:cubicBezTo>
                    <a:pt x="4" y="71"/>
                    <a:pt x="4" y="71"/>
                    <a:pt x="4" y="71"/>
                  </a:cubicBezTo>
                  <a:close/>
                  <a:moveTo>
                    <a:pt x="6" y="67"/>
                  </a:moveTo>
                  <a:cubicBezTo>
                    <a:pt x="2" y="65"/>
                    <a:pt x="2" y="65"/>
                    <a:pt x="2" y="65"/>
                  </a:cubicBezTo>
                  <a:cubicBezTo>
                    <a:pt x="3" y="64"/>
                    <a:pt x="3" y="64"/>
                    <a:pt x="3" y="64"/>
                  </a:cubicBezTo>
                  <a:cubicBezTo>
                    <a:pt x="4" y="62"/>
                    <a:pt x="4" y="62"/>
                    <a:pt x="4" y="62"/>
                  </a:cubicBezTo>
                  <a:cubicBezTo>
                    <a:pt x="8" y="63"/>
                    <a:pt x="8" y="63"/>
                    <a:pt x="8" y="63"/>
                  </a:cubicBezTo>
                  <a:cubicBezTo>
                    <a:pt x="7" y="65"/>
                    <a:pt x="7" y="65"/>
                    <a:pt x="7" y="65"/>
                  </a:cubicBezTo>
                  <a:lnTo>
                    <a:pt x="6" y="67"/>
                  </a:lnTo>
                  <a:close/>
                  <a:moveTo>
                    <a:pt x="9" y="59"/>
                  </a:moveTo>
                  <a:cubicBezTo>
                    <a:pt x="5" y="58"/>
                    <a:pt x="5" y="58"/>
                    <a:pt x="5" y="58"/>
                  </a:cubicBezTo>
                  <a:cubicBezTo>
                    <a:pt x="6" y="55"/>
                    <a:pt x="6" y="55"/>
                    <a:pt x="6" y="55"/>
                  </a:cubicBezTo>
                  <a:cubicBezTo>
                    <a:pt x="6" y="55"/>
                    <a:pt x="6" y="55"/>
                    <a:pt x="6" y="55"/>
                  </a:cubicBezTo>
                  <a:cubicBezTo>
                    <a:pt x="7" y="54"/>
                    <a:pt x="7" y="54"/>
                    <a:pt x="7" y="54"/>
                  </a:cubicBezTo>
                  <a:cubicBezTo>
                    <a:pt x="10" y="56"/>
                    <a:pt x="10" y="56"/>
                    <a:pt x="10" y="56"/>
                  </a:cubicBezTo>
                  <a:cubicBezTo>
                    <a:pt x="10" y="57"/>
                    <a:pt x="9" y="57"/>
                    <a:pt x="9" y="57"/>
                  </a:cubicBezTo>
                  <a:lnTo>
                    <a:pt x="9" y="59"/>
                  </a:lnTo>
                  <a:close/>
                  <a:moveTo>
                    <a:pt x="174" y="57"/>
                  </a:moveTo>
                  <a:cubicBezTo>
                    <a:pt x="171" y="56"/>
                    <a:pt x="171" y="56"/>
                    <a:pt x="171" y="56"/>
                  </a:cubicBezTo>
                  <a:cubicBezTo>
                    <a:pt x="170" y="55"/>
                    <a:pt x="170" y="55"/>
                    <a:pt x="170" y="55"/>
                  </a:cubicBezTo>
                  <a:cubicBezTo>
                    <a:pt x="170" y="55"/>
                    <a:pt x="170" y="55"/>
                    <a:pt x="170" y="54"/>
                  </a:cubicBezTo>
                  <a:cubicBezTo>
                    <a:pt x="173" y="53"/>
                    <a:pt x="173" y="53"/>
                    <a:pt x="173" y="53"/>
                  </a:cubicBezTo>
                  <a:cubicBezTo>
                    <a:pt x="173" y="53"/>
                    <a:pt x="173" y="53"/>
                    <a:pt x="173" y="53"/>
                  </a:cubicBezTo>
                  <a:cubicBezTo>
                    <a:pt x="176" y="54"/>
                    <a:pt x="176" y="54"/>
                    <a:pt x="176" y="54"/>
                  </a:cubicBezTo>
                  <a:lnTo>
                    <a:pt x="174" y="57"/>
                  </a:lnTo>
                  <a:close/>
                  <a:moveTo>
                    <a:pt x="47" y="57"/>
                  </a:moveTo>
                  <a:cubicBezTo>
                    <a:pt x="47" y="53"/>
                    <a:pt x="47" y="53"/>
                    <a:pt x="47" y="53"/>
                  </a:cubicBezTo>
                  <a:cubicBezTo>
                    <a:pt x="48" y="53"/>
                    <a:pt x="49" y="53"/>
                    <a:pt x="50" y="52"/>
                  </a:cubicBezTo>
                  <a:cubicBezTo>
                    <a:pt x="52" y="56"/>
                    <a:pt x="52" y="56"/>
                    <a:pt x="52" y="56"/>
                  </a:cubicBezTo>
                  <a:cubicBezTo>
                    <a:pt x="50" y="57"/>
                    <a:pt x="49" y="57"/>
                    <a:pt x="47" y="57"/>
                  </a:cubicBezTo>
                  <a:close/>
                  <a:moveTo>
                    <a:pt x="43" y="57"/>
                  </a:moveTo>
                  <a:cubicBezTo>
                    <a:pt x="41" y="57"/>
                    <a:pt x="39" y="56"/>
                    <a:pt x="38" y="54"/>
                  </a:cubicBezTo>
                  <a:cubicBezTo>
                    <a:pt x="41" y="52"/>
                    <a:pt x="41" y="52"/>
                    <a:pt x="41" y="52"/>
                  </a:cubicBezTo>
                  <a:cubicBezTo>
                    <a:pt x="42" y="53"/>
                    <a:pt x="43" y="53"/>
                    <a:pt x="44" y="53"/>
                  </a:cubicBezTo>
                  <a:lnTo>
                    <a:pt x="43" y="57"/>
                  </a:lnTo>
                  <a:close/>
                  <a:moveTo>
                    <a:pt x="55" y="54"/>
                  </a:moveTo>
                  <a:cubicBezTo>
                    <a:pt x="54" y="50"/>
                    <a:pt x="54" y="50"/>
                    <a:pt x="54" y="50"/>
                  </a:cubicBezTo>
                  <a:cubicBezTo>
                    <a:pt x="55" y="50"/>
                    <a:pt x="57" y="50"/>
                    <a:pt x="58" y="50"/>
                  </a:cubicBezTo>
                  <a:cubicBezTo>
                    <a:pt x="58" y="54"/>
                    <a:pt x="58" y="54"/>
                    <a:pt x="58" y="54"/>
                  </a:cubicBezTo>
                  <a:cubicBezTo>
                    <a:pt x="57" y="54"/>
                    <a:pt x="56" y="54"/>
                    <a:pt x="55" y="54"/>
                  </a:cubicBezTo>
                  <a:close/>
                  <a:moveTo>
                    <a:pt x="66" y="54"/>
                  </a:moveTo>
                  <a:cubicBezTo>
                    <a:pt x="65" y="54"/>
                    <a:pt x="64" y="54"/>
                    <a:pt x="62" y="54"/>
                  </a:cubicBezTo>
                  <a:cubicBezTo>
                    <a:pt x="62" y="50"/>
                    <a:pt x="62" y="50"/>
                    <a:pt x="62" y="50"/>
                  </a:cubicBezTo>
                  <a:cubicBezTo>
                    <a:pt x="64" y="50"/>
                    <a:pt x="65" y="50"/>
                    <a:pt x="66" y="50"/>
                  </a:cubicBezTo>
                  <a:cubicBezTo>
                    <a:pt x="67" y="54"/>
                    <a:pt x="67" y="54"/>
                    <a:pt x="67" y="54"/>
                  </a:cubicBezTo>
                  <a:cubicBezTo>
                    <a:pt x="66" y="54"/>
                    <a:pt x="66" y="54"/>
                    <a:pt x="66" y="54"/>
                  </a:cubicBezTo>
                  <a:close/>
                  <a:moveTo>
                    <a:pt x="70" y="54"/>
                  </a:moveTo>
                  <a:cubicBezTo>
                    <a:pt x="70" y="50"/>
                    <a:pt x="70" y="50"/>
                    <a:pt x="70" y="50"/>
                  </a:cubicBezTo>
                  <a:cubicBezTo>
                    <a:pt x="74" y="49"/>
                    <a:pt x="74" y="49"/>
                    <a:pt x="74" y="49"/>
                  </a:cubicBezTo>
                  <a:cubicBezTo>
                    <a:pt x="74" y="53"/>
                    <a:pt x="74" y="53"/>
                    <a:pt x="74" y="53"/>
                  </a:cubicBezTo>
                  <a:lnTo>
                    <a:pt x="70" y="54"/>
                  </a:lnTo>
                  <a:close/>
                  <a:moveTo>
                    <a:pt x="12" y="53"/>
                  </a:moveTo>
                  <a:cubicBezTo>
                    <a:pt x="9" y="51"/>
                    <a:pt x="9" y="51"/>
                    <a:pt x="9" y="51"/>
                  </a:cubicBezTo>
                  <a:cubicBezTo>
                    <a:pt x="12" y="47"/>
                    <a:pt x="12" y="47"/>
                    <a:pt x="12" y="47"/>
                  </a:cubicBezTo>
                  <a:cubicBezTo>
                    <a:pt x="15" y="50"/>
                    <a:pt x="15" y="50"/>
                    <a:pt x="15" y="50"/>
                  </a:cubicBezTo>
                  <a:lnTo>
                    <a:pt x="12" y="53"/>
                  </a:lnTo>
                  <a:close/>
                  <a:moveTo>
                    <a:pt x="78" y="53"/>
                  </a:moveTo>
                  <a:cubicBezTo>
                    <a:pt x="78" y="49"/>
                    <a:pt x="78" y="49"/>
                    <a:pt x="78" y="49"/>
                  </a:cubicBezTo>
                  <a:cubicBezTo>
                    <a:pt x="82" y="49"/>
                    <a:pt x="82" y="49"/>
                    <a:pt x="82" y="49"/>
                  </a:cubicBezTo>
                  <a:cubicBezTo>
                    <a:pt x="82" y="53"/>
                    <a:pt x="82" y="53"/>
                    <a:pt x="82" y="53"/>
                  </a:cubicBezTo>
                  <a:lnTo>
                    <a:pt x="78" y="53"/>
                  </a:lnTo>
                  <a:close/>
                  <a:moveTo>
                    <a:pt x="87" y="52"/>
                  </a:moveTo>
                  <a:cubicBezTo>
                    <a:pt x="86" y="48"/>
                    <a:pt x="86" y="48"/>
                    <a:pt x="86" y="48"/>
                  </a:cubicBezTo>
                  <a:cubicBezTo>
                    <a:pt x="86" y="48"/>
                    <a:pt x="87" y="48"/>
                    <a:pt x="88" y="48"/>
                  </a:cubicBezTo>
                  <a:cubicBezTo>
                    <a:pt x="90" y="48"/>
                    <a:pt x="90" y="48"/>
                    <a:pt x="90" y="48"/>
                  </a:cubicBezTo>
                  <a:cubicBezTo>
                    <a:pt x="91" y="52"/>
                    <a:pt x="91" y="52"/>
                    <a:pt x="91" y="52"/>
                  </a:cubicBezTo>
                  <a:cubicBezTo>
                    <a:pt x="89" y="52"/>
                    <a:pt x="89" y="52"/>
                    <a:pt x="89" y="52"/>
                  </a:cubicBezTo>
                  <a:cubicBezTo>
                    <a:pt x="88" y="52"/>
                    <a:pt x="87" y="52"/>
                    <a:pt x="87" y="52"/>
                  </a:cubicBezTo>
                  <a:close/>
                  <a:moveTo>
                    <a:pt x="122" y="51"/>
                  </a:moveTo>
                  <a:cubicBezTo>
                    <a:pt x="122" y="47"/>
                    <a:pt x="122" y="47"/>
                    <a:pt x="122" y="47"/>
                  </a:cubicBezTo>
                  <a:cubicBezTo>
                    <a:pt x="124" y="47"/>
                    <a:pt x="124" y="47"/>
                    <a:pt x="124" y="47"/>
                  </a:cubicBezTo>
                  <a:cubicBezTo>
                    <a:pt x="124" y="47"/>
                    <a:pt x="124" y="47"/>
                    <a:pt x="125" y="47"/>
                  </a:cubicBezTo>
                  <a:cubicBezTo>
                    <a:pt x="127" y="50"/>
                    <a:pt x="127" y="50"/>
                    <a:pt x="127" y="50"/>
                  </a:cubicBezTo>
                  <a:cubicBezTo>
                    <a:pt x="127" y="50"/>
                    <a:pt x="127" y="50"/>
                    <a:pt x="127" y="50"/>
                  </a:cubicBezTo>
                  <a:cubicBezTo>
                    <a:pt x="126" y="51"/>
                    <a:pt x="124" y="51"/>
                    <a:pt x="122" y="51"/>
                  </a:cubicBezTo>
                  <a:close/>
                  <a:moveTo>
                    <a:pt x="95" y="51"/>
                  </a:moveTo>
                  <a:cubicBezTo>
                    <a:pt x="94" y="49"/>
                    <a:pt x="94" y="49"/>
                    <a:pt x="94" y="49"/>
                  </a:cubicBezTo>
                  <a:cubicBezTo>
                    <a:pt x="93" y="48"/>
                    <a:pt x="93" y="48"/>
                    <a:pt x="93" y="48"/>
                  </a:cubicBezTo>
                  <a:cubicBezTo>
                    <a:pt x="93" y="48"/>
                    <a:pt x="93" y="47"/>
                    <a:pt x="93" y="46"/>
                  </a:cubicBezTo>
                  <a:cubicBezTo>
                    <a:pt x="96" y="46"/>
                    <a:pt x="96" y="46"/>
                    <a:pt x="96" y="46"/>
                  </a:cubicBezTo>
                  <a:cubicBezTo>
                    <a:pt x="97" y="46"/>
                    <a:pt x="97" y="46"/>
                    <a:pt x="97" y="46"/>
                  </a:cubicBezTo>
                  <a:cubicBezTo>
                    <a:pt x="97" y="48"/>
                    <a:pt x="97" y="49"/>
                    <a:pt x="97" y="49"/>
                  </a:cubicBezTo>
                  <a:cubicBezTo>
                    <a:pt x="97" y="51"/>
                    <a:pt x="95" y="51"/>
                    <a:pt x="95" y="51"/>
                  </a:cubicBezTo>
                  <a:close/>
                  <a:moveTo>
                    <a:pt x="118" y="51"/>
                  </a:moveTo>
                  <a:cubicBezTo>
                    <a:pt x="117" y="51"/>
                    <a:pt x="117" y="51"/>
                    <a:pt x="117" y="51"/>
                  </a:cubicBezTo>
                  <a:cubicBezTo>
                    <a:pt x="117" y="51"/>
                    <a:pt x="117" y="51"/>
                    <a:pt x="117" y="51"/>
                  </a:cubicBezTo>
                  <a:cubicBezTo>
                    <a:pt x="117" y="51"/>
                    <a:pt x="115" y="49"/>
                    <a:pt x="114" y="48"/>
                  </a:cubicBezTo>
                  <a:cubicBezTo>
                    <a:pt x="117" y="45"/>
                    <a:pt x="117" y="45"/>
                    <a:pt x="117" y="45"/>
                  </a:cubicBezTo>
                  <a:cubicBezTo>
                    <a:pt x="118" y="46"/>
                    <a:pt x="120" y="48"/>
                    <a:pt x="120" y="48"/>
                  </a:cubicBezTo>
                  <a:cubicBezTo>
                    <a:pt x="118" y="49"/>
                    <a:pt x="118" y="49"/>
                    <a:pt x="118" y="49"/>
                  </a:cubicBezTo>
                  <a:lnTo>
                    <a:pt x="118" y="51"/>
                  </a:lnTo>
                  <a:close/>
                  <a:moveTo>
                    <a:pt x="175" y="51"/>
                  </a:moveTo>
                  <a:cubicBezTo>
                    <a:pt x="171" y="49"/>
                    <a:pt x="171" y="49"/>
                    <a:pt x="171" y="49"/>
                  </a:cubicBezTo>
                  <a:cubicBezTo>
                    <a:pt x="172" y="48"/>
                    <a:pt x="172" y="47"/>
                    <a:pt x="172" y="46"/>
                  </a:cubicBezTo>
                  <a:cubicBezTo>
                    <a:pt x="176" y="46"/>
                    <a:pt x="176" y="46"/>
                    <a:pt x="176" y="46"/>
                  </a:cubicBezTo>
                  <a:cubicBezTo>
                    <a:pt x="176" y="48"/>
                    <a:pt x="175" y="49"/>
                    <a:pt x="175" y="51"/>
                  </a:cubicBezTo>
                  <a:close/>
                  <a:moveTo>
                    <a:pt x="36" y="50"/>
                  </a:moveTo>
                  <a:cubicBezTo>
                    <a:pt x="36" y="50"/>
                    <a:pt x="36" y="49"/>
                    <a:pt x="36" y="49"/>
                  </a:cubicBezTo>
                  <a:cubicBezTo>
                    <a:pt x="35" y="48"/>
                    <a:pt x="35" y="47"/>
                    <a:pt x="35" y="47"/>
                  </a:cubicBezTo>
                  <a:cubicBezTo>
                    <a:pt x="39" y="45"/>
                    <a:pt x="39" y="45"/>
                    <a:pt x="39" y="45"/>
                  </a:cubicBezTo>
                  <a:cubicBezTo>
                    <a:pt x="39" y="45"/>
                    <a:pt x="39" y="46"/>
                    <a:pt x="40" y="48"/>
                  </a:cubicBezTo>
                  <a:cubicBezTo>
                    <a:pt x="40" y="48"/>
                    <a:pt x="40" y="49"/>
                    <a:pt x="40" y="49"/>
                  </a:cubicBezTo>
                  <a:lnTo>
                    <a:pt x="36" y="50"/>
                  </a:lnTo>
                  <a:close/>
                  <a:moveTo>
                    <a:pt x="17" y="47"/>
                  </a:moveTo>
                  <a:cubicBezTo>
                    <a:pt x="14" y="44"/>
                    <a:pt x="14" y="44"/>
                    <a:pt x="14" y="44"/>
                  </a:cubicBezTo>
                  <a:cubicBezTo>
                    <a:pt x="14" y="44"/>
                    <a:pt x="14" y="44"/>
                    <a:pt x="14" y="44"/>
                  </a:cubicBezTo>
                  <a:cubicBezTo>
                    <a:pt x="14" y="44"/>
                    <a:pt x="14" y="43"/>
                    <a:pt x="14" y="43"/>
                  </a:cubicBezTo>
                  <a:cubicBezTo>
                    <a:pt x="15" y="41"/>
                    <a:pt x="15" y="41"/>
                    <a:pt x="15" y="41"/>
                  </a:cubicBezTo>
                  <a:cubicBezTo>
                    <a:pt x="19" y="42"/>
                    <a:pt x="19" y="42"/>
                    <a:pt x="19" y="42"/>
                  </a:cubicBezTo>
                  <a:cubicBezTo>
                    <a:pt x="18" y="43"/>
                    <a:pt x="18" y="43"/>
                    <a:pt x="18" y="43"/>
                  </a:cubicBezTo>
                  <a:cubicBezTo>
                    <a:pt x="18" y="44"/>
                    <a:pt x="18" y="46"/>
                    <a:pt x="17" y="47"/>
                  </a:cubicBezTo>
                  <a:close/>
                  <a:moveTo>
                    <a:pt x="15" y="44"/>
                  </a:moveTo>
                  <a:cubicBezTo>
                    <a:pt x="15" y="44"/>
                    <a:pt x="15" y="44"/>
                    <a:pt x="14" y="44"/>
                  </a:cubicBezTo>
                  <a:lnTo>
                    <a:pt x="15" y="44"/>
                  </a:lnTo>
                  <a:close/>
                  <a:moveTo>
                    <a:pt x="130" y="46"/>
                  </a:moveTo>
                  <a:cubicBezTo>
                    <a:pt x="127" y="44"/>
                    <a:pt x="127" y="44"/>
                    <a:pt x="127" y="44"/>
                  </a:cubicBezTo>
                  <a:cubicBezTo>
                    <a:pt x="128" y="43"/>
                    <a:pt x="128" y="42"/>
                    <a:pt x="129" y="42"/>
                  </a:cubicBezTo>
                  <a:cubicBezTo>
                    <a:pt x="129" y="41"/>
                    <a:pt x="129" y="41"/>
                    <a:pt x="130" y="41"/>
                  </a:cubicBezTo>
                  <a:cubicBezTo>
                    <a:pt x="133" y="43"/>
                    <a:pt x="133" y="43"/>
                    <a:pt x="133" y="43"/>
                  </a:cubicBezTo>
                  <a:cubicBezTo>
                    <a:pt x="132" y="44"/>
                    <a:pt x="132" y="44"/>
                    <a:pt x="132" y="44"/>
                  </a:cubicBezTo>
                  <a:cubicBezTo>
                    <a:pt x="131" y="45"/>
                    <a:pt x="131" y="46"/>
                    <a:pt x="130" y="46"/>
                  </a:cubicBezTo>
                  <a:close/>
                  <a:moveTo>
                    <a:pt x="111" y="46"/>
                  </a:moveTo>
                  <a:cubicBezTo>
                    <a:pt x="110" y="45"/>
                    <a:pt x="110" y="45"/>
                    <a:pt x="110" y="45"/>
                  </a:cubicBezTo>
                  <a:cubicBezTo>
                    <a:pt x="110" y="45"/>
                    <a:pt x="110" y="44"/>
                    <a:pt x="109" y="44"/>
                  </a:cubicBezTo>
                  <a:cubicBezTo>
                    <a:pt x="109" y="44"/>
                    <a:pt x="109" y="44"/>
                    <a:pt x="108" y="43"/>
                  </a:cubicBezTo>
                  <a:cubicBezTo>
                    <a:pt x="110" y="40"/>
                    <a:pt x="110" y="40"/>
                    <a:pt x="110" y="40"/>
                  </a:cubicBezTo>
                  <a:cubicBezTo>
                    <a:pt x="111" y="40"/>
                    <a:pt x="111" y="41"/>
                    <a:pt x="111" y="41"/>
                  </a:cubicBezTo>
                  <a:cubicBezTo>
                    <a:pt x="112" y="41"/>
                    <a:pt x="113" y="42"/>
                    <a:pt x="113" y="42"/>
                  </a:cubicBezTo>
                  <a:lnTo>
                    <a:pt x="111" y="46"/>
                  </a:lnTo>
                  <a:close/>
                  <a:moveTo>
                    <a:pt x="32" y="45"/>
                  </a:moveTo>
                  <a:cubicBezTo>
                    <a:pt x="31" y="44"/>
                    <a:pt x="30" y="42"/>
                    <a:pt x="30" y="41"/>
                  </a:cubicBezTo>
                  <a:cubicBezTo>
                    <a:pt x="30" y="41"/>
                    <a:pt x="30" y="40"/>
                    <a:pt x="30" y="40"/>
                  </a:cubicBezTo>
                  <a:cubicBezTo>
                    <a:pt x="34" y="40"/>
                    <a:pt x="34" y="40"/>
                    <a:pt x="34" y="40"/>
                  </a:cubicBezTo>
                  <a:cubicBezTo>
                    <a:pt x="34" y="40"/>
                    <a:pt x="34" y="41"/>
                    <a:pt x="34" y="41"/>
                  </a:cubicBezTo>
                  <a:cubicBezTo>
                    <a:pt x="34" y="41"/>
                    <a:pt x="34" y="41"/>
                    <a:pt x="35" y="42"/>
                  </a:cubicBezTo>
                  <a:lnTo>
                    <a:pt x="32" y="45"/>
                  </a:lnTo>
                  <a:close/>
                  <a:moveTo>
                    <a:pt x="172" y="43"/>
                  </a:moveTo>
                  <a:cubicBezTo>
                    <a:pt x="172" y="43"/>
                    <a:pt x="171" y="42"/>
                    <a:pt x="170" y="42"/>
                  </a:cubicBezTo>
                  <a:cubicBezTo>
                    <a:pt x="169" y="41"/>
                    <a:pt x="169" y="41"/>
                    <a:pt x="169" y="41"/>
                  </a:cubicBezTo>
                  <a:cubicBezTo>
                    <a:pt x="172" y="38"/>
                    <a:pt x="172" y="38"/>
                    <a:pt x="172" y="38"/>
                  </a:cubicBezTo>
                  <a:cubicBezTo>
                    <a:pt x="172" y="38"/>
                    <a:pt x="172" y="38"/>
                    <a:pt x="172" y="38"/>
                  </a:cubicBezTo>
                  <a:cubicBezTo>
                    <a:pt x="173" y="39"/>
                    <a:pt x="174" y="40"/>
                    <a:pt x="175" y="41"/>
                  </a:cubicBezTo>
                  <a:lnTo>
                    <a:pt x="172" y="43"/>
                  </a:lnTo>
                  <a:close/>
                  <a:moveTo>
                    <a:pt x="97" y="43"/>
                  </a:moveTo>
                  <a:cubicBezTo>
                    <a:pt x="97" y="42"/>
                    <a:pt x="97" y="42"/>
                    <a:pt x="97" y="42"/>
                  </a:cubicBezTo>
                  <a:cubicBezTo>
                    <a:pt x="94" y="42"/>
                    <a:pt x="94" y="42"/>
                    <a:pt x="94" y="42"/>
                  </a:cubicBezTo>
                  <a:cubicBezTo>
                    <a:pt x="94" y="41"/>
                    <a:pt x="94" y="40"/>
                    <a:pt x="95" y="39"/>
                  </a:cubicBezTo>
                  <a:cubicBezTo>
                    <a:pt x="95" y="39"/>
                    <a:pt x="96" y="38"/>
                    <a:pt x="98" y="38"/>
                  </a:cubicBezTo>
                  <a:cubicBezTo>
                    <a:pt x="99" y="42"/>
                    <a:pt x="99" y="42"/>
                    <a:pt x="99" y="42"/>
                  </a:cubicBezTo>
                  <a:cubicBezTo>
                    <a:pt x="99" y="42"/>
                    <a:pt x="98" y="42"/>
                    <a:pt x="98" y="42"/>
                  </a:cubicBezTo>
                  <a:cubicBezTo>
                    <a:pt x="98" y="42"/>
                    <a:pt x="98" y="42"/>
                    <a:pt x="98" y="42"/>
                  </a:cubicBezTo>
                  <a:cubicBezTo>
                    <a:pt x="97" y="42"/>
                    <a:pt x="97" y="42"/>
                    <a:pt x="97" y="42"/>
                  </a:cubicBezTo>
                  <a:cubicBezTo>
                    <a:pt x="97" y="42"/>
                    <a:pt x="97" y="43"/>
                    <a:pt x="97" y="43"/>
                  </a:cubicBezTo>
                  <a:close/>
                  <a:moveTo>
                    <a:pt x="105" y="41"/>
                  </a:moveTo>
                  <a:cubicBezTo>
                    <a:pt x="104" y="41"/>
                    <a:pt x="103" y="40"/>
                    <a:pt x="103" y="40"/>
                  </a:cubicBezTo>
                  <a:cubicBezTo>
                    <a:pt x="103" y="40"/>
                    <a:pt x="103" y="40"/>
                    <a:pt x="103" y="40"/>
                  </a:cubicBezTo>
                  <a:cubicBezTo>
                    <a:pt x="101" y="36"/>
                    <a:pt x="101" y="36"/>
                    <a:pt x="101" y="36"/>
                  </a:cubicBezTo>
                  <a:cubicBezTo>
                    <a:pt x="102" y="36"/>
                    <a:pt x="103" y="36"/>
                    <a:pt x="103" y="36"/>
                  </a:cubicBezTo>
                  <a:cubicBezTo>
                    <a:pt x="104" y="36"/>
                    <a:pt x="105" y="36"/>
                    <a:pt x="107" y="38"/>
                  </a:cubicBezTo>
                  <a:lnTo>
                    <a:pt x="105" y="41"/>
                  </a:lnTo>
                  <a:close/>
                  <a:moveTo>
                    <a:pt x="19" y="41"/>
                  </a:moveTo>
                  <a:cubicBezTo>
                    <a:pt x="19" y="37"/>
                    <a:pt x="19" y="37"/>
                    <a:pt x="19" y="37"/>
                  </a:cubicBezTo>
                  <a:cubicBezTo>
                    <a:pt x="20" y="37"/>
                    <a:pt x="21" y="37"/>
                    <a:pt x="23" y="37"/>
                  </a:cubicBezTo>
                  <a:cubicBezTo>
                    <a:pt x="23" y="41"/>
                    <a:pt x="23" y="41"/>
                    <a:pt x="23" y="41"/>
                  </a:cubicBezTo>
                  <a:cubicBezTo>
                    <a:pt x="22" y="41"/>
                    <a:pt x="20" y="41"/>
                    <a:pt x="19" y="41"/>
                  </a:cubicBezTo>
                  <a:close/>
                  <a:moveTo>
                    <a:pt x="135" y="40"/>
                  </a:moveTo>
                  <a:cubicBezTo>
                    <a:pt x="132" y="38"/>
                    <a:pt x="132" y="38"/>
                    <a:pt x="132" y="38"/>
                  </a:cubicBezTo>
                  <a:cubicBezTo>
                    <a:pt x="133" y="37"/>
                    <a:pt x="133" y="36"/>
                    <a:pt x="134" y="35"/>
                  </a:cubicBezTo>
                  <a:cubicBezTo>
                    <a:pt x="138" y="37"/>
                    <a:pt x="138" y="37"/>
                    <a:pt x="138" y="37"/>
                  </a:cubicBezTo>
                  <a:cubicBezTo>
                    <a:pt x="137" y="38"/>
                    <a:pt x="136" y="39"/>
                    <a:pt x="135" y="40"/>
                  </a:cubicBezTo>
                  <a:close/>
                  <a:moveTo>
                    <a:pt x="28" y="40"/>
                  </a:moveTo>
                  <a:cubicBezTo>
                    <a:pt x="27" y="38"/>
                    <a:pt x="27" y="38"/>
                    <a:pt x="27" y="38"/>
                  </a:cubicBezTo>
                  <a:cubicBezTo>
                    <a:pt x="26" y="36"/>
                    <a:pt x="26" y="36"/>
                    <a:pt x="26" y="36"/>
                  </a:cubicBezTo>
                  <a:cubicBezTo>
                    <a:pt x="27" y="35"/>
                    <a:pt x="29" y="35"/>
                    <a:pt x="30" y="35"/>
                  </a:cubicBezTo>
                  <a:cubicBezTo>
                    <a:pt x="30" y="35"/>
                    <a:pt x="30" y="35"/>
                    <a:pt x="31" y="35"/>
                  </a:cubicBezTo>
                  <a:cubicBezTo>
                    <a:pt x="31" y="39"/>
                    <a:pt x="31" y="39"/>
                    <a:pt x="31" y="39"/>
                  </a:cubicBezTo>
                  <a:cubicBezTo>
                    <a:pt x="31" y="39"/>
                    <a:pt x="30" y="39"/>
                    <a:pt x="30" y="39"/>
                  </a:cubicBezTo>
                  <a:cubicBezTo>
                    <a:pt x="29" y="39"/>
                    <a:pt x="28" y="39"/>
                    <a:pt x="28" y="40"/>
                  </a:cubicBezTo>
                  <a:close/>
                  <a:moveTo>
                    <a:pt x="166" y="38"/>
                  </a:moveTo>
                  <a:cubicBezTo>
                    <a:pt x="166" y="38"/>
                    <a:pt x="166" y="38"/>
                    <a:pt x="166" y="38"/>
                  </a:cubicBezTo>
                  <a:cubicBezTo>
                    <a:pt x="165" y="37"/>
                    <a:pt x="165" y="37"/>
                    <a:pt x="164" y="36"/>
                  </a:cubicBezTo>
                  <a:cubicBezTo>
                    <a:pt x="163" y="35"/>
                    <a:pt x="163" y="35"/>
                    <a:pt x="163" y="35"/>
                  </a:cubicBezTo>
                  <a:cubicBezTo>
                    <a:pt x="167" y="32"/>
                    <a:pt x="167" y="32"/>
                    <a:pt x="167" y="32"/>
                  </a:cubicBezTo>
                  <a:cubicBezTo>
                    <a:pt x="169" y="35"/>
                    <a:pt x="169" y="35"/>
                    <a:pt x="169" y="35"/>
                  </a:cubicBezTo>
                  <a:lnTo>
                    <a:pt x="166" y="38"/>
                  </a:lnTo>
                  <a:close/>
                  <a:moveTo>
                    <a:pt x="139" y="33"/>
                  </a:moveTo>
                  <a:cubicBezTo>
                    <a:pt x="136" y="31"/>
                    <a:pt x="136" y="31"/>
                    <a:pt x="136" y="31"/>
                  </a:cubicBezTo>
                  <a:cubicBezTo>
                    <a:pt x="137" y="30"/>
                    <a:pt x="138" y="28"/>
                    <a:pt x="139" y="27"/>
                  </a:cubicBezTo>
                  <a:cubicBezTo>
                    <a:pt x="141" y="30"/>
                    <a:pt x="141" y="30"/>
                    <a:pt x="141" y="30"/>
                  </a:cubicBezTo>
                  <a:cubicBezTo>
                    <a:pt x="141" y="31"/>
                    <a:pt x="140" y="32"/>
                    <a:pt x="139" y="33"/>
                  </a:cubicBezTo>
                  <a:close/>
                  <a:moveTo>
                    <a:pt x="161" y="33"/>
                  </a:moveTo>
                  <a:cubicBezTo>
                    <a:pt x="161" y="32"/>
                    <a:pt x="160" y="32"/>
                    <a:pt x="159" y="32"/>
                  </a:cubicBezTo>
                  <a:cubicBezTo>
                    <a:pt x="158" y="31"/>
                    <a:pt x="158" y="30"/>
                    <a:pt x="158" y="29"/>
                  </a:cubicBezTo>
                  <a:cubicBezTo>
                    <a:pt x="160" y="28"/>
                    <a:pt x="160" y="28"/>
                    <a:pt x="160" y="28"/>
                  </a:cubicBezTo>
                  <a:cubicBezTo>
                    <a:pt x="160" y="28"/>
                    <a:pt x="160" y="28"/>
                    <a:pt x="160" y="28"/>
                  </a:cubicBezTo>
                  <a:cubicBezTo>
                    <a:pt x="161" y="28"/>
                    <a:pt x="161" y="28"/>
                    <a:pt x="162" y="28"/>
                  </a:cubicBezTo>
                  <a:cubicBezTo>
                    <a:pt x="162" y="28"/>
                    <a:pt x="162" y="28"/>
                    <a:pt x="162" y="28"/>
                  </a:cubicBezTo>
                  <a:cubicBezTo>
                    <a:pt x="162" y="28"/>
                    <a:pt x="162" y="28"/>
                    <a:pt x="162" y="28"/>
                  </a:cubicBezTo>
                  <a:cubicBezTo>
                    <a:pt x="162" y="29"/>
                    <a:pt x="163" y="29"/>
                    <a:pt x="163" y="29"/>
                  </a:cubicBezTo>
                  <a:lnTo>
                    <a:pt x="161" y="33"/>
                  </a:lnTo>
                  <a:close/>
                  <a:moveTo>
                    <a:pt x="145" y="28"/>
                  </a:moveTo>
                  <a:cubicBezTo>
                    <a:pt x="142" y="25"/>
                    <a:pt x="142" y="25"/>
                    <a:pt x="142" y="25"/>
                  </a:cubicBezTo>
                  <a:cubicBezTo>
                    <a:pt x="143" y="25"/>
                    <a:pt x="143" y="25"/>
                    <a:pt x="143" y="25"/>
                  </a:cubicBezTo>
                  <a:cubicBezTo>
                    <a:pt x="143" y="24"/>
                    <a:pt x="144" y="23"/>
                    <a:pt x="145" y="23"/>
                  </a:cubicBezTo>
                  <a:cubicBezTo>
                    <a:pt x="148" y="25"/>
                    <a:pt x="148" y="25"/>
                    <a:pt x="148" y="25"/>
                  </a:cubicBezTo>
                  <a:cubicBezTo>
                    <a:pt x="147" y="26"/>
                    <a:pt x="146" y="27"/>
                    <a:pt x="145" y="28"/>
                  </a:cubicBezTo>
                  <a:close/>
                  <a:moveTo>
                    <a:pt x="157" y="25"/>
                  </a:moveTo>
                  <a:cubicBezTo>
                    <a:pt x="159" y="25"/>
                    <a:pt x="159" y="25"/>
                    <a:pt x="159" y="25"/>
                  </a:cubicBezTo>
                  <a:cubicBezTo>
                    <a:pt x="157" y="25"/>
                    <a:pt x="157" y="25"/>
                    <a:pt x="157" y="25"/>
                  </a:cubicBezTo>
                  <a:cubicBezTo>
                    <a:pt x="157" y="23"/>
                    <a:pt x="157" y="23"/>
                    <a:pt x="157" y="23"/>
                  </a:cubicBezTo>
                  <a:cubicBezTo>
                    <a:pt x="157" y="22"/>
                    <a:pt x="157" y="21"/>
                    <a:pt x="158" y="20"/>
                  </a:cubicBezTo>
                  <a:cubicBezTo>
                    <a:pt x="162" y="21"/>
                    <a:pt x="162" y="21"/>
                    <a:pt x="162" y="21"/>
                  </a:cubicBezTo>
                  <a:cubicBezTo>
                    <a:pt x="161" y="21"/>
                    <a:pt x="161" y="22"/>
                    <a:pt x="161" y="23"/>
                  </a:cubicBezTo>
                  <a:cubicBezTo>
                    <a:pt x="161" y="24"/>
                    <a:pt x="161" y="24"/>
                    <a:pt x="161" y="24"/>
                  </a:cubicBezTo>
                  <a:lnTo>
                    <a:pt x="157" y="25"/>
                  </a:lnTo>
                  <a:close/>
                  <a:moveTo>
                    <a:pt x="144" y="21"/>
                  </a:moveTo>
                  <a:cubicBezTo>
                    <a:pt x="144" y="20"/>
                    <a:pt x="144" y="19"/>
                    <a:pt x="144" y="18"/>
                  </a:cubicBezTo>
                  <a:cubicBezTo>
                    <a:pt x="144" y="17"/>
                    <a:pt x="144" y="17"/>
                    <a:pt x="144" y="16"/>
                  </a:cubicBezTo>
                  <a:cubicBezTo>
                    <a:pt x="148" y="17"/>
                    <a:pt x="148" y="17"/>
                    <a:pt x="148" y="17"/>
                  </a:cubicBezTo>
                  <a:cubicBezTo>
                    <a:pt x="148" y="17"/>
                    <a:pt x="148" y="17"/>
                    <a:pt x="148" y="18"/>
                  </a:cubicBezTo>
                  <a:cubicBezTo>
                    <a:pt x="148" y="18"/>
                    <a:pt x="148" y="19"/>
                    <a:pt x="148" y="20"/>
                  </a:cubicBezTo>
                  <a:lnTo>
                    <a:pt x="144" y="21"/>
                  </a:lnTo>
                  <a:close/>
                  <a:moveTo>
                    <a:pt x="157" y="17"/>
                  </a:moveTo>
                  <a:cubicBezTo>
                    <a:pt x="157" y="16"/>
                    <a:pt x="157" y="15"/>
                    <a:pt x="157" y="15"/>
                  </a:cubicBezTo>
                  <a:cubicBezTo>
                    <a:pt x="157" y="14"/>
                    <a:pt x="157" y="14"/>
                    <a:pt x="157" y="14"/>
                  </a:cubicBezTo>
                  <a:cubicBezTo>
                    <a:pt x="157" y="13"/>
                    <a:pt x="157" y="13"/>
                    <a:pt x="157" y="12"/>
                  </a:cubicBezTo>
                  <a:cubicBezTo>
                    <a:pt x="161" y="13"/>
                    <a:pt x="161" y="13"/>
                    <a:pt x="161" y="13"/>
                  </a:cubicBezTo>
                  <a:cubicBezTo>
                    <a:pt x="161" y="14"/>
                    <a:pt x="161" y="14"/>
                    <a:pt x="161" y="15"/>
                  </a:cubicBezTo>
                  <a:cubicBezTo>
                    <a:pt x="161" y="15"/>
                    <a:pt x="161" y="16"/>
                    <a:pt x="161" y="16"/>
                  </a:cubicBezTo>
                  <a:lnTo>
                    <a:pt x="157" y="17"/>
                  </a:lnTo>
                  <a:close/>
                  <a:moveTo>
                    <a:pt x="144" y="13"/>
                  </a:moveTo>
                  <a:cubicBezTo>
                    <a:pt x="144" y="12"/>
                    <a:pt x="144" y="12"/>
                    <a:pt x="144" y="12"/>
                  </a:cubicBezTo>
                  <a:cubicBezTo>
                    <a:pt x="144" y="11"/>
                    <a:pt x="143" y="11"/>
                    <a:pt x="143" y="10"/>
                  </a:cubicBezTo>
                  <a:cubicBezTo>
                    <a:pt x="145" y="9"/>
                    <a:pt x="145" y="9"/>
                    <a:pt x="145" y="9"/>
                  </a:cubicBezTo>
                  <a:cubicBezTo>
                    <a:pt x="144" y="9"/>
                    <a:pt x="144" y="9"/>
                    <a:pt x="144" y="9"/>
                  </a:cubicBezTo>
                  <a:cubicBezTo>
                    <a:pt x="144" y="5"/>
                    <a:pt x="144" y="5"/>
                    <a:pt x="144" y="5"/>
                  </a:cubicBezTo>
                  <a:cubicBezTo>
                    <a:pt x="148" y="5"/>
                    <a:pt x="148" y="5"/>
                    <a:pt x="148" y="5"/>
                  </a:cubicBezTo>
                  <a:cubicBezTo>
                    <a:pt x="148" y="9"/>
                    <a:pt x="148" y="9"/>
                    <a:pt x="148" y="9"/>
                  </a:cubicBezTo>
                  <a:cubicBezTo>
                    <a:pt x="147" y="9"/>
                    <a:pt x="147" y="9"/>
                    <a:pt x="147" y="9"/>
                  </a:cubicBezTo>
                  <a:cubicBezTo>
                    <a:pt x="148" y="9"/>
                    <a:pt x="148" y="10"/>
                    <a:pt x="148" y="12"/>
                  </a:cubicBezTo>
                  <a:lnTo>
                    <a:pt x="144" y="13"/>
                  </a:lnTo>
                  <a:close/>
                  <a:moveTo>
                    <a:pt x="157" y="9"/>
                  </a:moveTo>
                  <a:cubicBezTo>
                    <a:pt x="157" y="9"/>
                    <a:pt x="157" y="8"/>
                    <a:pt x="157" y="8"/>
                  </a:cubicBezTo>
                  <a:cubicBezTo>
                    <a:pt x="157" y="7"/>
                    <a:pt x="157" y="7"/>
                    <a:pt x="157" y="7"/>
                  </a:cubicBezTo>
                  <a:cubicBezTo>
                    <a:pt x="158" y="4"/>
                    <a:pt x="158" y="4"/>
                    <a:pt x="158" y="4"/>
                  </a:cubicBezTo>
                  <a:cubicBezTo>
                    <a:pt x="162" y="5"/>
                    <a:pt x="162" y="5"/>
                    <a:pt x="162" y="5"/>
                  </a:cubicBezTo>
                  <a:cubicBezTo>
                    <a:pt x="161" y="8"/>
                    <a:pt x="161" y="8"/>
                    <a:pt x="161" y="8"/>
                  </a:cubicBezTo>
                  <a:cubicBezTo>
                    <a:pt x="161" y="8"/>
                    <a:pt x="161" y="8"/>
                    <a:pt x="161" y="8"/>
                  </a:cubicBezTo>
                  <a:lnTo>
                    <a:pt x="157" y="9"/>
                  </a:lnTo>
                  <a:close/>
                  <a:moveTo>
                    <a:pt x="155" y="9"/>
                  </a:moveTo>
                  <a:cubicBezTo>
                    <a:pt x="152" y="9"/>
                    <a:pt x="152" y="9"/>
                    <a:pt x="152" y="9"/>
                  </a:cubicBezTo>
                  <a:cubicBezTo>
                    <a:pt x="152" y="6"/>
                    <a:pt x="152" y="6"/>
                    <a:pt x="152" y="6"/>
                  </a:cubicBezTo>
                  <a:cubicBezTo>
                    <a:pt x="151" y="6"/>
                    <a:pt x="151" y="6"/>
                    <a:pt x="151" y="6"/>
                  </a:cubicBezTo>
                  <a:cubicBezTo>
                    <a:pt x="151" y="3"/>
                    <a:pt x="151" y="3"/>
                    <a:pt x="151" y="3"/>
                  </a:cubicBezTo>
                  <a:cubicBezTo>
                    <a:pt x="155" y="4"/>
                    <a:pt x="155" y="4"/>
                    <a:pt x="155" y="4"/>
                  </a:cubicBezTo>
                  <a:lnTo>
                    <a:pt x="155" y="9"/>
                  </a:lnTo>
                  <a:close/>
                  <a:moveTo>
                    <a:pt x="159" y="4"/>
                  </a:moveTo>
                  <a:cubicBezTo>
                    <a:pt x="155" y="4"/>
                    <a:pt x="155" y="4"/>
                    <a:pt x="155" y="4"/>
                  </a:cubicBezTo>
                  <a:cubicBezTo>
                    <a:pt x="155" y="0"/>
                    <a:pt x="155" y="0"/>
                    <a:pt x="155" y="0"/>
                  </a:cubicBezTo>
                  <a:cubicBezTo>
                    <a:pt x="159" y="0"/>
                    <a:pt x="159" y="0"/>
                    <a:pt x="159" y="0"/>
                  </a:cubicBezTo>
                  <a:lnTo>
                    <a:pt x="159"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8" name="Google Shape;188;p31"/>
            <p:cNvSpPr/>
            <p:nvPr/>
          </p:nvSpPr>
          <p:spPr>
            <a:xfrm>
              <a:off x="5670751" y="3003650"/>
              <a:ext cx="46039" cy="42864"/>
            </a:xfrm>
            <a:custGeom>
              <a:avLst/>
              <a:gdLst/>
              <a:ahLst/>
              <a:cxnLst/>
              <a:rect l="l" t="t" r="r" b="b"/>
              <a:pathLst>
                <a:path w="35" h="34" extrusionOk="0">
                  <a:moveTo>
                    <a:pt x="13" y="4"/>
                  </a:moveTo>
                  <a:cubicBezTo>
                    <a:pt x="12" y="6"/>
                    <a:pt x="7" y="13"/>
                    <a:pt x="4" y="16"/>
                  </a:cubicBezTo>
                  <a:cubicBezTo>
                    <a:pt x="0" y="21"/>
                    <a:pt x="2" y="29"/>
                    <a:pt x="3" y="31"/>
                  </a:cubicBezTo>
                  <a:cubicBezTo>
                    <a:pt x="5" y="34"/>
                    <a:pt x="10" y="33"/>
                    <a:pt x="13" y="31"/>
                  </a:cubicBezTo>
                  <a:cubicBezTo>
                    <a:pt x="16" y="29"/>
                    <a:pt x="18" y="30"/>
                    <a:pt x="22" y="34"/>
                  </a:cubicBezTo>
                  <a:cubicBezTo>
                    <a:pt x="24" y="31"/>
                    <a:pt x="26" y="28"/>
                    <a:pt x="29" y="25"/>
                  </a:cubicBezTo>
                  <a:cubicBezTo>
                    <a:pt x="25" y="22"/>
                    <a:pt x="21" y="22"/>
                    <a:pt x="19" y="21"/>
                  </a:cubicBezTo>
                  <a:cubicBezTo>
                    <a:pt x="18" y="19"/>
                    <a:pt x="25" y="14"/>
                    <a:pt x="30" y="13"/>
                  </a:cubicBezTo>
                  <a:cubicBezTo>
                    <a:pt x="35" y="12"/>
                    <a:pt x="32" y="6"/>
                    <a:pt x="28" y="2"/>
                  </a:cubicBezTo>
                  <a:cubicBezTo>
                    <a:pt x="27" y="2"/>
                    <a:pt x="27" y="1"/>
                    <a:pt x="26" y="0"/>
                  </a:cubicBezTo>
                  <a:cubicBezTo>
                    <a:pt x="23" y="2"/>
                    <a:pt x="22" y="3"/>
                    <a:pt x="21" y="4"/>
                  </a:cubicBezTo>
                  <a:cubicBezTo>
                    <a:pt x="20" y="5"/>
                    <a:pt x="17" y="5"/>
                    <a:pt x="13" y="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89" name="Google Shape;189;p31"/>
            <p:cNvSpPr/>
            <p:nvPr/>
          </p:nvSpPr>
          <p:spPr>
            <a:xfrm>
              <a:off x="5550096" y="2882996"/>
              <a:ext cx="153993" cy="127004"/>
            </a:xfrm>
            <a:custGeom>
              <a:avLst/>
              <a:gdLst/>
              <a:ahLst/>
              <a:cxnLst/>
              <a:rect l="l" t="t" r="r" b="b"/>
              <a:pathLst>
                <a:path w="120" h="102" extrusionOk="0">
                  <a:moveTo>
                    <a:pt x="22" y="16"/>
                  </a:moveTo>
                  <a:cubicBezTo>
                    <a:pt x="19" y="19"/>
                    <a:pt x="11" y="20"/>
                    <a:pt x="12" y="26"/>
                  </a:cubicBezTo>
                  <a:cubicBezTo>
                    <a:pt x="13" y="31"/>
                    <a:pt x="11" y="37"/>
                    <a:pt x="6" y="43"/>
                  </a:cubicBezTo>
                  <a:cubicBezTo>
                    <a:pt x="0" y="50"/>
                    <a:pt x="4" y="59"/>
                    <a:pt x="5" y="67"/>
                  </a:cubicBezTo>
                  <a:cubicBezTo>
                    <a:pt x="11" y="67"/>
                    <a:pt x="18" y="67"/>
                    <a:pt x="19" y="68"/>
                  </a:cubicBezTo>
                  <a:cubicBezTo>
                    <a:pt x="22" y="71"/>
                    <a:pt x="23" y="68"/>
                    <a:pt x="25" y="62"/>
                  </a:cubicBezTo>
                  <a:cubicBezTo>
                    <a:pt x="27" y="57"/>
                    <a:pt x="30" y="57"/>
                    <a:pt x="33" y="60"/>
                  </a:cubicBezTo>
                  <a:cubicBezTo>
                    <a:pt x="36" y="63"/>
                    <a:pt x="39" y="67"/>
                    <a:pt x="44" y="65"/>
                  </a:cubicBezTo>
                  <a:cubicBezTo>
                    <a:pt x="50" y="62"/>
                    <a:pt x="49" y="63"/>
                    <a:pt x="52" y="65"/>
                  </a:cubicBezTo>
                  <a:cubicBezTo>
                    <a:pt x="55" y="66"/>
                    <a:pt x="66" y="64"/>
                    <a:pt x="69" y="65"/>
                  </a:cubicBezTo>
                  <a:cubicBezTo>
                    <a:pt x="73" y="65"/>
                    <a:pt x="107" y="101"/>
                    <a:pt x="107" y="101"/>
                  </a:cubicBezTo>
                  <a:cubicBezTo>
                    <a:pt x="107" y="101"/>
                    <a:pt x="107" y="101"/>
                    <a:pt x="107" y="101"/>
                  </a:cubicBezTo>
                  <a:cubicBezTo>
                    <a:pt x="111" y="102"/>
                    <a:pt x="114" y="102"/>
                    <a:pt x="115" y="101"/>
                  </a:cubicBezTo>
                  <a:cubicBezTo>
                    <a:pt x="116" y="100"/>
                    <a:pt x="117" y="99"/>
                    <a:pt x="120" y="97"/>
                  </a:cubicBezTo>
                  <a:cubicBezTo>
                    <a:pt x="115" y="93"/>
                    <a:pt x="109" y="87"/>
                    <a:pt x="101" y="76"/>
                  </a:cubicBezTo>
                  <a:cubicBezTo>
                    <a:pt x="91" y="64"/>
                    <a:pt x="79" y="57"/>
                    <a:pt x="73" y="57"/>
                  </a:cubicBezTo>
                  <a:cubicBezTo>
                    <a:pt x="67" y="57"/>
                    <a:pt x="66" y="46"/>
                    <a:pt x="62" y="46"/>
                  </a:cubicBezTo>
                  <a:cubicBezTo>
                    <a:pt x="58" y="45"/>
                    <a:pt x="49" y="30"/>
                    <a:pt x="49" y="20"/>
                  </a:cubicBezTo>
                  <a:cubicBezTo>
                    <a:pt x="49" y="14"/>
                    <a:pt x="44" y="7"/>
                    <a:pt x="39" y="0"/>
                  </a:cubicBezTo>
                  <a:cubicBezTo>
                    <a:pt x="33" y="10"/>
                    <a:pt x="24" y="14"/>
                    <a:pt x="22" y="1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0" name="Google Shape;190;p31"/>
            <p:cNvSpPr/>
            <p:nvPr/>
          </p:nvSpPr>
          <p:spPr>
            <a:xfrm>
              <a:off x="5472306" y="2954436"/>
              <a:ext cx="341325" cy="258771"/>
            </a:xfrm>
            <a:custGeom>
              <a:avLst/>
              <a:gdLst/>
              <a:ahLst/>
              <a:cxnLst/>
              <a:rect l="l" t="t" r="r" b="b"/>
              <a:pathLst>
                <a:path w="266" h="207" extrusionOk="0">
                  <a:moveTo>
                    <a:pt x="19" y="136"/>
                  </a:moveTo>
                  <a:cubicBezTo>
                    <a:pt x="21" y="141"/>
                    <a:pt x="31" y="147"/>
                    <a:pt x="34" y="155"/>
                  </a:cubicBezTo>
                  <a:cubicBezTo>
                    <a:pt x="37" y="164"/>
                    <a:pt x="46" y="168"/>
                    <a:pt x="50" y="168"/>
                  </a:cubicBezTo>
                  <a:cubicBezTo>
                    <a:pt x="54" y="168"/>
                    <a:pt x="51" y="174"/>
                    <a:pt x="50" y="184"/>
                  </a:cubicBezTo>
                  <a:cubicBezTo>
                    <a:pt x="52" y="185"/>
                    <a:pt x="54" y="185"/>
                    <a:pt x="56" y="186"/>
                  </a:cubicBezTo>
                  <a:cubicBezTo>
                    <a:pt x="59" y="188"/>
                    <a:pt x="70" y="186"/>
                    <a:pt x="74" y="190"/>
                  </a:cubicBezTo>
                  <a:cubicBezTo>
                    <a:pt x="78" y="193"/>
                    <a:pt x="90" y="202"/>
                    <a:pt x="94" y="202"/>
                  </a:cubicBezTo>
                  <a:cubicBezTo>
                    <a:pt x="98" y="202"/>
                    <a:pt x="112" y="203"/>
                    <a:pt x="115" y="205"/>
                  </a:cubicBezTo>
                  <a:cubicBezTo>
                    <a:pt x="117" y="207"/>
                    <a:pt x="120" y="199"/>
                    <a:pt x="126" y="196"/>
                  </a:cubicBezTo>
                  <a:cubicBezTo>
                    <a:pt x="133" y="192"/>
                    <a:pt x="140" y="190"/>
                    <a:pt x="142" y="193"/>
                  </a:cubicBezTo>
                  <a:cubicBezTo>
                    <a:pt x="143" y="195"/>
                    <a:pt x="147" y="198"/>
                    <a:pt x="150" y="196"/>
                  </a:cubicBezTo>
                  <a:cubicBezTo>
                    <a:pt x="151" y="195"/>
                    <a:pt x="155" y="194"/>
                    <a:pt x="159" y="194"/>
                  </a:cubicBezTo>
                  <a:cubicBezTo>
                    <a:pt x="165" y="192"/>
                    <a:pt x="171" y="191"/>
                    <a:pt x="173" y="191"/>
                  </a:cubicBezTo>
                  <a:cubicBezTo>
                    <a:pt x="176" y="192"/>
                    <a:pt x="185" y="179"/>
                    <a:pt x="196" y="179"/>
                  </a:cubicBezTo>
                  <a:cubicBezTo>
                    <a:pt x="208" y="179"/>
                    <a:pt x="211" y="181"/>
                    <a:pt x="216" y="176"/>
                  </a:cubicBezTo>
                  <a:cubicBezTo>
                    <a:pt x="221" y="170"/>
                    <a:pt x="259" y="131"/>
                    <a:pt x="263" y="129"/>
                  </a:cubicBezTo>
                  <a:cubicBezTo>
                    <a:pt x="266" y="126"/>
                    <a:pt x="260" y="125"/>
                    <a:pt x="256" y="125"/>
                  </a:cubicBezTo>
                  <a:cubicBezTo>
                    <a:pt x="253" y="125"/>
                    <a:pt x="245" y="124"/>
                    <a:pt x="232" y="119"/>
                  </a:cubicBezTo>
                  <a:cubicBezTo>
                    <a:pt x="220" y="114"/>
                    <a:pt x="200" y="108"/>
                    <a:pt x="197" y="107"/>
                  </a:cubicBezTo>
                  <a:cubicBezTo>
                    <a:pt x="193" y="106"/>
                    <a:pt x="188" y="98"/>
                    <a:pt x="185" y="96"/>
                  </a:cubicBezTo>
                  <a:cubicBezTo>
                    <a:pt x="182" y="95"/>
                    <a:pt x="176" y="84"/>
                    <a:pt x="174" y="80"/>
                  </a:cubicBezTo>
                  <a:cubicBezTo>
                    <a:pt x="173" y="79"/>
                    <a:pt x="175" y="77"/>
                    <a:pt x="177" y="74"/>
                  </a:cubicBezTo>
                  <a:cubicBezTo>
                    <a:pt x="173" y="70"/>
                    <a:pt x="171" y="69"/>
                    <a:pt x="168" y="71"/>
                  </a:cubicBezTo>
                  <a:cubicBezTo>
                    <a:pt x="165" y="73"/>
                    <a:pt x="160" y="74"/>
                    <a:pt x="158" y="71"/>
                  </a:cubicBezTo>
                  <a:cubicBezTo>
                    <a:pt x="157" y="69"/>
                    <a:pt x="155" y="61"/>
                    <a:pt x="159" y="56"/>
                  </a:cubicBezTo>
                  <a:cubicBezTo>
                    <a:pt x="163" y="52"/>
                    <a:pt x="168" y="44"/>
                    <a:pt x="168" y="44"/>
                  </a:cubicBezTo>
                  <a:cubicBezTo>
                    <a:pt x="168" y="44"/>
                    <a:pt x="134" y="8"/>
                    <a:pt x="130" y="8"/>
                  </a:cubicBezTo>
                  <a:cubicBezTo>
                    <a:pt x="127" y="7"/>
                    <a:pt x="116" y="9"/>
                    <a:pt x="113" y="8"/>
                  </a:cubicBezTo>
                  <a:cubicBezTo>
                    <a:pt x="110" y="6"/>
                    <a:pt x="111" y="5"/>
                    <a:pt x="105" y="8"/>
                  </a:cubicBezTo>
                  <a:cubicBezTo>
                    <a:pt x="100" y="10"/>
                    <a:pt x="97" y="6"/>
                    <a:pt x="94" y="3"/>
                  </a:cubicBezTo>
                  <a:cubicBezTo>
                    <a:pt x="91" y="0"/>
                    <a:pt x="88" y="0"/>
                    <a:pt x="86" y="5"/>
                  </a:cubicBezTo>
                  <a:cubicBezTo>
                    <a:pt x="84" y="11"/>
                    <a:pt x="83" y="14"/>
                    <a:pt x="80" y="11"/>
                  </a:cubicBezTo>
                  <a:cubicBezTo>
                    <a:pt x="79" y="10"/>
                    <a:pt x="72" y="10"/>
                    <a:pt x="66" y="10"/>
                  </a:cubicBezTo>
                  <a:cubicBezTo>
                    <a:pt x="66" y="10"/>
                    <a:pt x="66" y="10"/>
                    <a:pt x="66" y="10"/>
                  </a:cubicBezTo>
                  <a:cubicBezTo>
                    <a:pt x="67" y="18"/>
                    <a:pt x="59" y="27"/>
                    <a:pt x="59" y="31"/>
                  </a:cubicBezTo>
                  <a:cubicBezTo>
                    <a:pt x="59" y="35"/>
                    <a:pt x="55" y="40"/>
                    <a:pt x="51" y="40"/>
                  </a:cubicBezTo>
                  <a:cubicBezTo>
                    <a:pt x="48" y="40"/>
                    <a:pt x="45" y="48"/>
                    <a:pt x="41" y="53"/>
                  </a:cubicBezTo>
                  <a:cubicBezTo>
                    <a:pt x="36" y="57"/>
                    <a:pt x="39" y="67"/>
                    <a:pt x="35" y="70"/>
                  </a:cubicBezTo>
                  <a:cubicBezTo>
                    <a:pt x="31" y="73"/>
                    <a:pt x="24" y="75"/>
                    <a:pt x="27" y="78"/>
                  </a:cubicBezTo>
                  <a:cubicBezTo>
                    <a:pt x="31" y="81"/>
                    <a:pt x="22" y="88"/>
                    <a:pt x="22" y="94"/>
                  </a:cubicBezTo>
                  <a:cubicBezTo>
                    <a:pt x="22" y="101"/>
                    <a:pt x="21" y="113"/>
                    <a:pt x="20" y="114"/>
                  </a:cubicBezTo>
                  <a:cubicBezTo>
                    <a:pt x="19" y="115"/>
                    <a:pt x="6" y="112"/>
                    <a:pt x="6" y="117"/>
                  </a:cubicBezTo>
                  <a:cubicBezTo>
                    <a:pt x="6" y="123"/>
                    <a:pt x="0" y="123"/>
                    <a:pt x="2" y="127"/>
                  </a:cubicBezTo>
                  <a:cubicBezTo>
                    <a:pt x="5" y="131"/>
                    <a:pt x="17" y="130"/>
                    <a:pt x="19" y="13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1" name="Google Shape;191;p31"/>
            <p:cNvSpPr/>
            <p:nvPr/>
          </p:nvSpPr>
          <p:spPr>
            <a:xfrm>
              <a:off x="5788230" y="2595649"/>
              <a:ext cx="42864" cy="41276"/>
            </a:xfrm>
            <a:custGeom>
              <a:avLst/>
              <a:gdLst/>
              <a:ahLst/>
              <a:cxnLst/>
              <a:rect l="l" t="t" r="r" b="b"/>
              <a:pathLst>
                <a:path w="34" h="33" extrusionOk="0">
                  <a:moveTo>
                    <a:pt x="11" y="24"/>
                  </a:moveTo>
                  <a:cubicBezTo>
                    <a:pt x="20" y="32"/>
                    <a:pt x="20" y="32"/>
                    <a:pt x="20" y="32"/>
                  </a:cubicBezTo>
                  <a:cubicBezTo>
                    <a:pt x="34" y="33"/>
                    <a:pt x="34" y="33"/>
                    <a:pt x="34" y="33"/>
                  </a:cubicBezTo>
                  <a:cubicBezTo>
                    <a:pt x="31" y="24"/>
                    <a:pt x="25" y="13"/>
                    <a:pt x="25" y="10"/>
                  </a:cubicBezTo>
                  <a:cubicBezTo>
                    <a:pt x="25" y="9"/>
                    <a:pt x="26" y="8"/>
                    <a:pt x="27" y="7"/>
                  </a:cubicBezTo>
                  <a:cubicBezTo>
                    <a:pt x="22" y="3"/>
                    <a:pt x="19" y="0"/>
                    <a:pt x="15" y="1"/>
                  </a:cubicBezTo>
                  <a:cubicBezTo>
                    <a:pt x="10" y="2"/>
                    <a:pt x="9" y="5"/>
                    <a:pt x="7" y="7"/>
                  </a:cubicBezTo>
                  <a:cubicBezTo>
                    <a:pt x="6" y="9"/>
                    <a:pt x="2" y="17"/>
                    <a:pt x="0" y="23"/>
                  </a:cubicBezTo>
                  <a:cubicBezTo>
                    <a:pt x="6" y="24"/>
                    <a:pt x="11" y="24"/>
                    <a:pt x="11" y="2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2" name="Google Shape;192;p31"/>
            <p:cNvSpPr/>
            <p:nvPr/>
          </p:nvSpPr>
          <p:spPr>
            <a:xfrm>
              <a:off x="5494532" y="3178281"/>
              <a:ext cx="180981" cy="215907"/>
            </a:xfrm>
            <a:custGeom>
              <a:avLst/>
              <a:gdLst/>
              <a:ahLst/>
              <a:cxnLst/>
              <a:rect l="l" t="t" r="r" b="b"/>
              <a:pathLst>
                <a:path w="142" h="172" extrusionOk="0">
                  <a:moveTo>
                    <a:pt x="125" y="40"/>
                  </a:moveTo>
                  <a:cubicBezTo>
                    <a:pt x="133" y="27"/>
                    <a:pt x="133" y="27"/>
                    <a:pt x="133" y="27"/>
                  </a:cubicBezTo>
                  <a:cubicBezTo>
                    <a:pt x="142" y="15"/>
                    <a:pt x="142" y="15"/>
                    <a:pt x="142" y="15"/>
                  </a:cubicBezTo>
                  <a:cubicBezTo>
                    <a:pt x="138" y="15"/>
                    <a:pt x="134" y="16"/>
                    <a:pt x="133" y="17"/>
                  </a:cubicBezTo>
                  <a:cubicBezTo>
                    <a:pt x="130" y="19"/>
                    <a:pt x="126" y="16"/>
                    <a:pt x="125" y="14"/>
                  </a:cubicBezTo>
                  <a:cubicBezTo>
                    <a:pt x="123" y="11"/>
                    <a:pt x="116" y="13"/>
                    <a:pt x="109" y="17"/>
                  </a:cubicBezTo>
                  <a:cubicBezTo>
                    <a:pt x="103" y="20"/>
                    <a:pt x="100" y="28"/>
                    <a:pt x="98" y="26"/>
                  </a:cubicBezTo>
                  <a:cubicBezTo>
                    <a:pt x="95" y="24"/>
                    <a:pt x="81" y="23"/>
                    <a:pt x="77" y="23"/>
                  </a:cubicBezTo>
                  <a:cubicBezTo>
                    <a:pt x="73" y="23"/>
                    <a:pt x="61" y="14"/>
                    <a:pt x="57" y="11"/>
                  </a:cubicBezTo>
                  <a:cubicBezTo>
                    <a:pt x="53" y="7"/>
                    <a:pt x="42" y="9"/>
                    <a:pt x="39" y="7"/>
                  </a:cubicBezTo>
                  <a:cubicBezTo>
                    <a:pt x="36" y="6"/>
                    <a:pt x="31" y="5"/>
                    <a:pt x="29" y="2"/>
                  </a:cubicBezTo>
                  <a:cubicBezTo>
                    <a:pt x="27" y="0"/>
                    <a:pt x="22" y="0"/>
                    <a:pt x="18" y="1"/>
                  </a:cubicBezTo>
                  <a:cubicBezTo>
                    <a:pt x="14" y="2"/>
                    <a:pt x="5" y="7"/>
                    <a:pt x="4" y="10"/>
                  </a:cubicBezTo>
                  <a:cubicBezTo>
                    <a:pt x="4" y="11"/>
                    <a:pt x="3" y="12"/>
                    <a:pt x="2" y="13"/>
                  </a:cubicBezTo>
                  <a:cubicBezTo>
                    <a:pt x="10" y="21"/>
                    <a:pt x="10" y="21"/>
                    <a:pt x="10" y="21"/>
                  </a:cubicBezTo>
                  <a:cubicBezTo>
                    <a:pt x="12" y="33"/>
                    <a:pt x="12" y="33"/>
                    <a:pt x="12" y="33"/>
                  </a:cubicBezTo>
                  <a:cubicBezTo>
                    <a:pt x="19" y="40"/>
                    <a:pt x="19" y="40"/>
                    <a:pt x="19" y="40"/>
                  </a:cubicBezTo>
                  <a:cubicBezTo>
                    <a:pt x="19" y="40"/>
                    <a:pt x="19" y="47"/>
                    <a:pt x="18" y="54"/>
                  </a:cubicBezTo>
                  <a:cubicBezTo>
                    <a:pt x="17" y="61"/>
                    <a:pt x="11" y="70"/>
                    <a:pt x="6" y="75"/>
                  </a:cubicBezTo>
                  <a:cubicBezTo>
                    <a:pt x="5" y="76"/>
                    <a:pt x="3" y="80"/>
                    <a:pt x="1" y="86"/>
                  </a:cubicBezTo>
                  <a:cubicBezTo>
                    <a:pt x="8" y="87"/>
                    <a:pt x="13" y="90"/>
                    <a:pt x="13" y="92"/>
                  </a:cubicBezTo>
                  <a:cubicBezTo>
                    <a:pt x="12" y="96"/>
                    <a:pt x="0" y="94"/>
                    <a:pt x="0" y="103"/>
                  </a:cubicBezTo>
                  <a:cubicBezTo>
                    <a:pt x="0" y="104"/>
                    <a:pt x="0" y="105"/>
                    <a:pt x="0" y="105"/>
                  </a:cubicBezTo>
                  <a:cubicBezTo>
                    <a:pt x="67" y="141"/>
                    <a:pt x="67" y="141"/>
                    <a:pt x="67" y="141"/>
                  </a:cubicBezTo>
                  <a:cubicBezTo>
                    <a:pt x="66" y="151"/>
                    <a:pt x="66" y="151"/>
                    <a:pt x="66" y="151"/>
                  </a:cubicBezTo>
                  <a:cubicBezTo>
                    <a:pt x="66" y="151"/>
                    <a:pt x="81" y="162"/>
                    <a:pt x="95" y="172"/>
                  </a:cubicBezTo>
                  <a:cubicBezTo>
                    <a:pt x="102" y="156"/>
                    <a:pt x="110" y="138"/>
                    <a:pt x="113" y="134"/>
                  </a:cubicBezTo>
                  <a:cubicBezTo>
                    <a:pt x="117" y="128"/>
                    <a:pt x="120" y="129"/>
                    <a:pt x="124" y="125"/>
                  </a:cubicBezTo>
                  <a:cubicBezTo>
                    <a:pt x="127" y="121"/>
                    <a:pt x="128" y="127"/>
                    <a:pt x="134" y="119"/>
                  </a:cubicBezTo>
                  <a:cubicBezTo>
                    <a:pt x="134" y="118"/>
                    <a:pt x="134" y="117"/>
                    <a:pt x="135" y="117"/>
                  </a:cubicBezTo>
                  <a:cubicBezTo>
                    <a:pt x="126" y="103"/>
                    <a:pt x="126" y="103"/>
                    <a:pt x="126" y="103"/>
                  </a:cubicBezTo>
                  <a:lnTo>
                    <a:pt x="125" y="40"/>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3" name="Google Shape;193;p31"/>
            <p:cNvSpPr/>
            <p:nvPr/>
          </p:nvSpPr>
          <p:spPr>
            <a:xfrm>
              <a:off x="5394516" y="3194157"/>
              <a:ext cx="123829" cy="125417"/>
            </a:xfrm>
            <a:custGeom>
              <a:avLst/>
              <a:gdLst/>
              <a:ahLst/>
              <a:cxnLst/>
              <a:rect l="l" t="t" r="r" b="b"/>
              <a:pathLst>
                <a:path w="97" h="100" extrusionOk="0">
                  <a:moveTo>
                    <a:pt x="90" y="20"/>
                  </a:moveTo>
                  <a:cubicBezTo>
                    <a:pt x="88" y="8"/>
                    <a:pt x="88" y="8"/>
                    <a:pt x="88" y="8"/>
                  </a:cubicBezTo>
                  <a:cubicBezTo>
                    <a:pt x="80" y="0"/>
                    <a:pt x="80" y="0"/>
                    <a:pt x="80" y="0"/>
                  </a:cubicBezTo>
                  <a:cubicBezTo>
                    <a:pt x="77" y="2"/>
                    <a:pt x="74" y="4"/>
                    <a:pt x="74" y="6"/>
                  </a:cubicBezTo>
                  <a:cubicBezTo>
                    <a:pt x="73" y="9"/>
                    <a:pt x="66" y="8"/>
                    <a:pt x="63" y="7"/>
                  </a:cubicBezTo>
                  <a:cubicBezTo>
                    <a:pt x="60" y="5"/>
                    <a:pt x="52" y="9"/>
                    <a:pt x="50" y="11"/>
                  </a:cubicBezTo>
                  <a:cubicBezTo>
                    <a:pt x="48" y="13"/>
                    <a:pt x="43" y="7"/>
                    <a:pt x="39" y="7"/>
                  </a:cubicBezTo>
                  <a:cubicBezTo>
                    <a:pt x="35" y="8"/>
                    <a:pt x="26" y="11"/>
                    <a:pt x="26" y="11"/>
                  </a:cubicBezTo>
                  <a:cubicBezTo>
                    <a:pt x="26" y="11"/>
                    <a:pt x="24" y="22"/>
                    <a:pt x="24" y="26"/>
                  </a:cubicBezTo>
                  <a:cubicBezTo>
                    <a:pt x="24" y="31"/>
                    <a:pt x="30" y="31"/>
                    <a:pt x="30" y="35"/>
                  </a:cubicBezTo>
                  <a:cubicBezTo>
                    <a:pt x="30" y="38"/>
                    <a:pt x="25" y="42"/>
                    <a:pt x="25" y="44"/>
                  </a:cubicBezTo>
                  <a:cubicBezTo>
                    <a:pt x="25" y="46"/>
                    <a:pt x="21" y="48"/>
                    <a:pt x="18" y="49"/>
                  </a:cubicBezTo>
                  <a:cubicBezTo>
                    <a:pt x="14" y="50"/>
                    <a:pt x="14" y="56"/>
                    <a:pt x="11" y="59"/>
                  </a:cubicBezTo>
                  <a:cubicBezTo>
                    <a:pt x="8" y="61"/>
                    <a:pt x="9" y="67"/>
                    <a:pt x="7" y="71"/>
                  </a:cubicBezTo>
                  <a:cubicBezTo>
                    <a:pt x="5" y="76"/>
                    <a:pt x="3" y="81"/>
                    <a:pt x="3" y="87"/>
                  </a:cubicBezTo>
                  <a:cubicBezTo>
                    <a:pt x="3" y="91"/>
                    <a:pt x="3" y="96"/>
                    <a:pt x="0" y="99"/>
                  </a:cubicBezTo>
                  <a:cubicBezTo>
                    <a:pt x="5" y="100"/>
                    <a:pt x="7" y="99"/>
                    <a:pt x="9" y="98"/>
                  </a:cubicBezTo>
                  <a:cubicBezTo>
                    <a:pt x="13" y="96"/>
                    <a:pt x="27" y="92"/>
                    <a:pt x="27" y="92"/>
                  </a:cubicBezTo>
                  <a:cubicBezTo>
                    <a:pt x="42" y="91"/>
                    <a:pt x="42" y="91"/>
                    <a:pt x="42" y="91"/>
                  </a:cubicBezTo>
                  <a:cubicBezTo>
                    <a:pt x="45" y="82"/>
                    <a:pt x="50" y="74"/>
                    <a:pt x="55" y="72"/>
                  </a:cubicBezTo>
                  <a:cubicBezTo>
                    <a:pt x="62" y="70"/>
                    <a:pt x="72" y="71"/>
                    <a:pt x="79" y="73"/>
                  </a:cubicBezTo>
                  <a:cubicBezTo>
                    <a:pt x="81" y="67"/>
                    <a:pt x="83" y="63"/>
                    <a:pt x="84" y="62"/>
                  </a:cubicBezTo>
                  <a:cubicBezTo>
                    <a:pt x="89" y="57"/>
                    <a:pt x="95" y="48"/>
                    <a:pt x="96" y="41"/>
                  </a:cubicBezTo>
                  <a:cubicBezTo>
                    <a:pt x="97" y="34"/>
                    <a:pt x="97" y="27"/>
                    <a:pt x="97" y="27"/>
                  </a:cubicBezTo>
                  <a:lnTo>
                    <a:pt x="90" y="20"/>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4" name="Google Shape;194;p31"/>
            <p:cNvSpPr/>
            <p:nvPr/>
          </p:nvSpPr>
          <p:spPr>
            <a:xfrm>
              <a:off x="5702502" y="3548181"/>
              <a:ext cx="166693" cy="325448"/>
            </a:xfrm>
            <a:custGeom>
              <a:avLst/>
              <a:gdLst/>
              <a:ahLst/>
              <a:cxnLst/>
              <a:rect l="l" t="t" r="r" b="b"/>
              <a:pathLst>
                <a:path w="131" h="259" extrusionOk="0">
                  <a:moveTo>
                    <a:pt x="110" y="8"/>
                  </a:moveTo>
                  <a:cubicBezTo>
                    <a:pt x="108" y="0"/>
                    <a:pt x="106" y="12"/>
                    <a:pt x="104" y="14"/>
                  </a:cubicBezTo>
                  <a:cubicBezTo>
                    <a:pt x="102" y="16"/>
                    <a:pt x="101" y="22"/>
                    <a:pt x="101" y="26"/>
                  </a:cubicBezTo>
                  <a:cubicBezTo>
                    <a:pt x="102" y="30"/>
                    <a:pt x="95" y="34"/>
                    <a:pt x="91" y="34"/>
                  </a:cubicBezTo>
                  <a:cubicBezTo>
                    <a:pt x="87" y="33"/>
                    <a:pt x="80" y="36"/>
                    <a:pt x="82" y="42"/>
                  </a:cubicBezTo>
                  <a:cubicBezTo>
                    <a:pt x="84" y="48"/>
                    <a:pt x="79" y="46"/>
                    <a:pt x="82" y="51"/>
                  </a:cubicBezTo>
                  <a:cubicBezTo>
                    <a:pt x="84" y="56"/>
                    <a:pt x="76" y="62"/>
                    <a:pt x="68" y="62"/>
                  </a:cubicBezTo>
                  <a:cubicBezTo>
                    <a:pt x="61" y="63"/>
                    <a:pt x="52" y="76"/>
                    <a:pt x="44" y="75"/>
                  </a:cubicBezTo>
                  <a:cubicBezTo>
                    <a:pt x="36" y="74"/>
                    <a:pt x="28" y="80"/>
                    <a:pt x="22" y="79"/>
                  </a:cubicBezTo>
                  <a:cubicBezTo>
                    <a:pt x="15" y="78"/>
                    <a:pt x="19" y="93"/>
                    <a:pt x="14" y="102"/>
                  </a:cubicBezTo>
                  <a:cubicBezTo>
                    <a:pt x="9" y="112"/>
                    <a:pt x="12" y="123"/>
                    <a:pt x="16" y="134"/>
                  </a:cubicBezTo>
                  <a:cubicBezTo>
                    <a:pt x="21" y="146"/>
                    <a:pt x="25" y="155"/>
                    <a:pt x="12" y="170"/>
                  </a:cubicBezTo>
                  <a:cubicBezTo>
                    <a:pt x="0" y="185"/>
                    <a:pt x="1" y="202"/>
                    <a:pt x="5" y="212"/>
                  </a:cubicBezTo>
                  <a:cubicBezTo>
                    <a:pt x="10" y="223"/>
                    <a:pt x="10" y="238"/>
                    <a:pt x="17" y="246"/>
                  </a:cubicBezTo>
                  <a:cubicBezTo>
                    <a:pt x="24" y="253"/>
                    <a:pt x="42" y="259"/>
                    <a:pt x="48" y="254"/>
                  </a:cubicBezTo>
                  <a:cubicBezTo>
                    <a:pt x="54" y="248"/>
                    <a:pt x="60" y="254"/>
                    <a:pt x="66" y="247"/>
                  </a:cubicBezTo>
                  <a:cubicBezTo>
                    <a:pt x="73" y="239"/>
                    <a:pt x="83" y="199"/>
                    <a:pt x="92" y="173"/>
                  </a:cubicBezTo>
                  <a:cubicBezTo>
                    <a:pt x="101" y="146"/>
                    <a:pt x="112" y="111"/>
                    <a:pt x="111" y="104"/>
                  </a:cubicBezTo>
                  <a:cubicBezTo>
                    <a:pt x="110" y="97"/>
                    <a:pt x="118" y="92"/>
                    <a:pt x="114" y="84"/>
                  </a:cubicBezTo>
                  <a:cubicBezTo>
                    <a:pt x="111" y="76"/>
                    <a:pt x="115" y="67"/>
                    <a:pt x="119" y="73"/>
                  </a:cubicBezTo>
                  <a:cubicBezTo>
                    <a:pt x="123" y="79"/>
                    <a:pt x="128" y="79"/>
                    <a:pt x="130" y="71"/>
                  </a:cubicBezTo>
                  <a:cubicBezTo>
                    <a:pt x="131" y="63"/>
                    <a:pt x="123" y="50"/>
                    <a:pt x="123" y="38"/>
                  </a:cubicBezTo>
                  <a:cubicBezTo>
                    <a:pt x="122" y="26"/>
                    <a:pt x="112" y="14"/>
                    <a:pt x="110" y="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5" name="Google Shape;195;p31"/>
            <p:cNvSpPr/>
            <p:nvPr/>
          </p:nvSpPr>
          <p:spPr>
            <a:xfrm>
              <a:off x="5018265" y="3163993"/>
              <a:ext cx="414352" cy="425464"/>
            </a:xfrm>
            <a:custGeom>
              <a:avLst/>
              <a:gdLst/>
              <a:ahLst/>
              <a:cxnLst/>
              <a:rect l="l" t="t" r="r" b="b"/>
              <a:pathLst>
                <a:path w="323" h="339" extrusionOk="0">
                  <a:moveTo>
                    <a:pt x="296" y="224"/>
                  </a:moveTo>
                  <a:cubicBezTo>
                    <a:pt x="287" y="219"/>
                    <a:pt x="284" y="160"/>
                    <a:pt x="288" y="159"/>
                  </a:cubicBezTo>
                  <a:cubicBezTo>
                    <a:pt x="288" y="158"/>
                    <a:pt x="289" y="159"/>
                    <a:pt x="289" y="160"/>
                  </a:cubicBezTo>
                  <a:cubicBezTo>
                    <a:pt x="289" y="147"/>
                    <a:pt x="289" y="147"/>
                    <a:pt x="289" y="147"/>
                  </a:cubicBezTo>
                  <a:cubicBezTo>
                    <a:pt x="289" y="147"/>
                    <a:pt x="288" y="147"/>
                    <a:pt x="287" y="147"/>
                  </a:cubicBezTo>
                  <a:cubicBezTo>
                    <a:pt x="286" y="146"/>
                    <a:pt x="284" y="145"/>
                    <a:pt x="284" y="141"/>
                  </a:cubicBezTo>
                  <a:cubicBezTo>
                    <a:pt x="284" y="137"/>
                    <a:pt x="288" y="136"/>
                    <a:pt x="288" y="136"/>
                  </a:cubicBezTo>
                  <a:cubicBezTo>
                    <a:pt x="288" y="136"/>
                    <a:pt x="287" y="127"/>
                    <a:pt x="291" y="125"/>
                  </a:cubicBezTo>
                  <a:cubicBezTo>
                    <a:pt x="292" y="125"/>
                    <a:pt x="293" y="124"/>
                    <a:pt x="293" y="123"/>
                  </a:cubicBezTo>
                  <a:cubicBezTo>
                    <a:pt x="296" y="120"/>
                    <a:pt x="296" y="115"/>
                    <a:pt x="296" y="111"/>
                  </a:cubicBezTo>
                  <a:cubicBezTo>
                    <a:pt x="296" y="105"/>
                    <a:pt x="298" y="100"/>
                    <a:pt x="300" y="95"/>
                  </a:cubicBezTo>
                  <a:cubicBezTo>
                    <a:pt x="302" y="91"/>
                    <a:pt x="301" y="85"/>
                    <a:pt x="304" y="83"/>
                  </a:cubicBezTo>
                  <a:cubicBezTo>
                    <a:pt x="307" y="80"/>
                    <a:pt x="307" y="74"/>
                    <a:pt x="311" y="73"/>
                  </a:cubicBezTo>
                  <a:cubicBezTo>
                    <a:pt x="314" y="72"/>
                    <a:pt x="318" y="70"/>
                    <a:pt x="318" y="68"/>
                  </a:cubicBezTo>
                  <a:cubicBezTo>
                    <a:pt x="318" y="66"/>
                    <a:pt x="323" y="62"/>
                    <a:pt x="323" y="59"/>
                  </a:cubicBezTo>
                  <a:cubicBezTo>
                    <a:pt x="323" y="55"/>
                    <a:pt x="317" y="55"/>
                    <a:pt x="317" y="50"/>
                  </a:cubicBezTo>
                  <a:cubicBezTo>
                    <a:pt x="317" y="46"/>
                    <a:pt x="319" y="35"/>
                    <a:pt x="319" y="35"/>
                  </a:cubicBezTo>
                  <a:cubicBezTo>
                    <a:pt x="319" y="35"/>
                    <a:pt x="319" y="35"/>
                    <a:pt x="319" y="35"/>
                  </a:cubicBezTo>
                  <a:cubicBezTo>
                    <a:pt x="311" y="27"/>
                    <a:pt x="301" y="19"/>
                    <a:pt x="299" y="18"/>
                  </a:cubicBezTo>
                  <a:cubicBezTo>
                    <a:pt x="295" y="16"/>
                    <a:pt x="290" y="20"/>
                    <a:pt x="290" y="20"/>
                  </a:cubicBezTo>
                  <a:cubicBezTo>
                    <a:pt x="290" y="20"/>
                    <a:pt x="284" y="15"/>
                    <a:pt x="280" y="19"/>
                  </a:cubicBezTo>
                  <a:cubicBezTo>
                    <a:pt x="276" y="23"/>
                    <a:pt x="269" y="19"/>
                    <a:pt x="269" y="19"/>
                  </a:cubicBezTo>
                  <a:cubicBezTo>
                    <a:pt x="269" y="19"/>
                    <a:pt x="264" y="16"/>
                    <a:pt x="262" y="10"/>
                  </a:cubicBezTo>
                  <a:cubicBezTo>
                    <a:pt x="261" y="8"/>
                    <a:pt x="259" y="7"/>
                    <a:pt x="257" y="6"/>
                  </a:cubicBezTo>
                  <a:cubicBezTo>
                    <a:pt x="257" y="6"/>
                    <a:pt x="257" y="6"/>
                    <a:pt x="257" y="6"/>
                  </a:cubicBezTo>
                  <a:cubicBezTo>
                    <a:pt x="244" y="8"/>
                    <a:pt x="244" y="8"/>
                    <a:pt x="244" y="8"/>
                  </a:cubicBezTo>
                  <a:cubicBezTo>
                    <a:pt x="244" y="8"/>
                    <a:pt x="228" y="0"/>
                    <a:pt x="225" y="6"/>
                  </a:cubicBezTo>
                  <a:cubicBezTo>
                    <a:pt x="221" y="13"/>
                    <a:pt x="218" y="8"/>
                    <a:pt x="210" y="8"/>
                  </a:cubicBezTo>
                  <a:cubicBezTo>
                    <a:pt x="203" y="8"/>
                    <a:pt x="196" y="12"/>
                    <a:pt x="192" y="14"/>
                  </a:cubicBezTo>
                  <a:cubicBezTo>
                    <a:pt x="188" y="16"/>
                    <a:pt x="181" y="12"/>
                    <a:pt x="178" y="14"/>
                  </a:cubicBezTo>
                  <a:cubicBezTo>
                    <a:pt x="175" y="16"/>
                    <a:pt x="172" y="26"/>
                    <a:pt x="172" y="26"/>
                  </a:cubicBezTo>
                  <a:cubicBezTo>
                    <a:pt x="139" y="19"/>
                    <a:pt x="139" y="19"/>
                    <a:pt x="139" y="19"/>
                  </a:cubicBezTo>
                  <a:cubicBezTo>
                    <a:pt x="139" y="19"/>
                    <a:pt x="132" y="10"/>
                    <a:pt x="125" y="10"/>
                  </a:cubicBezTo>
                  <a:cubicBezTo>
                    <a:pt x="117" y="10"/>
                    <a:pt x="106" y="24"/>
                    <a:pt x="106" y="24"/>
                  </a:cubicBezTo>
                  <a:cubicBezTo>
                    <a:pt x="106" y="35"/>
                    <a:pt x="106" y="35"/>
                    <a:pt x="106" y="35"/>
                  </a:cubicBezTo>
                  <a:cubicBezTo>
                    <a:pt x="107" y="43"/>
                    <a:pt x="106" y="50"/>
                    <a:pt x="103" y="54"/>
                  </a:cubicBezTo>
                  <a:cubicBezTo>
                    <a:pt x="100" y="59"/>
                    <a:pt x="97" y="61"/>
                    <a:pt x="97" y="72"/>
                  </a:cubicBezTo>
                  <a:cubicBezTo>
                    <a:pt x="97" y="83"/>
                    <a:pt x="84" y="101"/>
                    <a:pt x="84" y="109"/>
                  </a:cubicBezTo>
                  <a:cubicBezTo>
                    <a:pt x="84" y="118"/>
                    <a:pt x="69" y="124"/>
                    <a:pt x="69" y="129"/>
                  </a:cubicBezTo>
                  <a:cubicBezTo>
                    <a:pt x="69" y="134"/>
                    <a:pt x="67" y="146"/>
                    <a:pt x="67" y="158"/>
                  </a:cubicBezTo>
                  <a:cubicBezTo>
                    <a:pt x="67" y="170"/>
                    <a:pt x="61" y="161"/>
                    <a:pt x="61" y="172"/>
                  </a:cubicBezTo>
                  <a:cubicBezTo>
                    <a:pt x="61" y="182"/>
                    <a:pt x="55" y="176"/>
                    <a:pt x="50" y="181"/>
                  </a:cubicBezTo>
                  <a:cubicBezTo>
                    <a:pt x="45" y="187"/>
                    <a:pt x="42" y="188"/>
                    <a:pt x="42" y="182"/>
                  </a:cubicBezTo>
                  <a:cubicBezTo>
                    <a:pt x="42" y="177"/>
                    <a:pt x="35" y="176"/>
                    <a:pt x="28" y="181"/>
                  </a:cubicBezTo>
                  <a:cubicBezTo>
                    <a:pt x="22" y="187"/>
                    <a:pt x="19" y="181"/>
                    <a:pt x="16" y="180"/>
                  </a:cubicBezTo>
                  <a:cubicBezTo>
                    <a:pt x="14" y="180"/>
                    <a:pt x="7" y="184"/>
                    <a:pt x="0" y="189"/>
                  </a:cubicBezTo>
                  <a:cubicBezTo>
                    <a:pt x="3" y="196"/>
                    <a:pt x="5" y="203"/>
                    <a:pt x="6" y="208"/>
                  </a:cubicBezTo>
                  <a:cubicBezTo>
                    <a:pt x="6" y="209"/>
                    <a:pt x="6" y="210"/>
                    <a:pt x="6" y="210"/>
                  </a:cubicBezTo>
                  <a:cubicBezTo>
                    <a:pt x="10" y="208"/>
                    <a:pt x="14" y="205"/>
                    <a:pt x="16" y="205"/>
                  </a:cubicBezTo>
                  <a:cubicBezTo>
                    <a:pt x="22" y="204"/>
                    <a:pt x="73" y="205"/>
                    <a:pt x="73" y="205"/>
                  </a:cubicBezTo>
                  <a:cubicBezTo>
                    <a:pt x="73" y="205"/>
                    <a:pt x="78" y="213"/>
                    <a:pt x="77" y="220"/>
                  </a:cubicBezTo>
                  <a:cubicBezTo>
                    <a:pt x="75" y="227"/>
                    <a:pt x="80" y="224"/>
                    <a:pt x="84" y="233"/>
                  </a:cubicBezTo>
                  <a:cubicBezTo>
                    <a:pt x="88" y="242"/>
                    <a:pt x="91" y="246"/>
                    <a:pt x="99" y="244"/>
                  </a:cubicBezTo>
                  <a:cubicBezTo>
                    <a:pt x="106" y="242"/>
                    <a:pt x="116" y="240"/>
                    <a:pt x="119" y="241"/>
                  </a:cubicBezTo>
                  <a:cubicBezTo>
                    <a:pt x="122" y="242"/>
                    <a:pt x="121" y="228"/>
                    <a:pt x="126" y="225"/>
                  </a:cubicBezTo>
                  <a:cubicBezTo>
                    <a:pt x="131" y="223"/>
                    <a:pt x="140" y="225"/>
                    <a:pt x="140" y="225"/>
                  </a:cubicBezTo>
                  <a:cubicBezTo>
                    <a:pt x="140" y="225"/>
                    <a:pt x="141" y="229"/>
                    <a:pt x="149" y="229"/>
                  </a:cubicBezTo>
                  <a:cubicBezTo>
                    <a:pt x="156" y="229"/>
                    <a:pt x="160" y="226"/>
                    <a:pt x="160" y="231"/>
                  </a:cubicBezTo>
                  <a:cubicBezTo>
                    <a:pt x="160" y="237"/>
                    <a:pt x="161" y="243"/>
                    <a:pt x="163" y="246"/>
                  </a:cubicBezTo>
                  <a:cubicBezTo>
                    <a:pt x="166" y="248"/>
                    <a:pt x="157" y="267"/>
                    <a:pt x="161" y="271"/>
                  </a:cubicBezTo>
                  <a:cubicBezTo>
                    <a:pt x="165" y="274"/>
                    <a:pt x="170" y="281"/>
                    <a:pt x="170" y="285"/>
                  </a:cubicBezTo>
                  <a:cubicBezTo>
                    <a:pt x="169" y="289"/>
                    <a:pt x="167" y="298"/>
                    <a:pt x="170" y="299"/>
                  </a:cubicBezTo>
                  <a:cubicBezTo>
                    <a:pt x="173" y="299"/>
                    <a:pt x="174" y="294"/>
                    <a:pt x="179" y="294"/>
                  </a:cubicBezTo>
                  <a:cubicBezTo>
                    <a:pt x="185" y="294"/>
                    <a:pt x="189" y="295"/>
                    <a:pt x="195" y="292"/>
                  </a:cubicBezTo>
                  <a:cubicBezTo>
                    <a:pt x="197" y="292"/>
                    <a:pt x="198" y="292"/>
                    <a:pt x="199" y="293"/>
                  </a:cubicBezTo>
                  <a:cubicBezTo>
                    <a:pt x="202" y="294"/>
                    <a:pt x="204" y="297"/>
                    <a:pt x="204" y="297"/>
                  </a:cubicBezTo>
                  <a:cubicBezTo>
                    <a:pt x="204" y="297"/>
                    <a:pt x="206" y="303"/>
                    <a:pt x="209" y="301"/>
                  </a:cubicBezTo>
                  <a:cubicBezTo>
                    <a:pt x="212" y="299"/>
                    <a:pt x="221" y="297"/>
                    <a:pt x="220" y="300"/>
                  </a:cubicBezTo>
                  <a:cubicBezTo>
                    <a:pt x="219" y="303"/>
                    <a:pt x="222" y="310"/>
                    <a:pt x="225" y="309"/>
                  </a:cubicBezTo>
                  <a:cubicBezTo>
                    <a:pt x="228" y="307"/>
                    <a:pt x="236" y="314"/>
                    <a:pt x="240" y="314"/>
                  </a:cubicBezTo>
                  <a:cubicBezTo>
                    <a:pt x="244" y="314"/>
                    <a:pt x="248" y="314"/>
                    <a:pt x="248" y="311"/>
                  </a:cubicBezTo>
                  <a:cubicBezTo>
                    <a:pt x="248" y="309"/>
                    <a:pt x="253" y="305"/>
                    <a:pt x="254" y="308"/>
                  </a:cubicBezTo>
                  <a:cubicBezTo>
                    <a:pt x="256" y="311"/>
                    <a:pt x="260" y="318"/>
                    <a:pt x="264" y="318"/>
                  </a:cubicBezTo>
                  <a:cubicBezTo>
                    <a:pt x="267" y="318"/>
                    <a:pt x="277" y="318"/>
                    <a:pt x="277" y="321"/>
                  </a:cubicBezTo>
                  <a:cubicBezTo>
                    <a:pt x="277" y="325"/>
                    <a:pt x="280" y="333"/>
                    <a:pt x="284" y="336"/>
                  </a:cubicBezTo>
                  <a:cubicBezTo>
                    <a:pt x="288" y="339"/>
                    <a:pt x="296" y="336"/>
                    <a:pt x="296" y="336"/>
                  </a:cubicBezTo>
                  <a:cubicBezTo>
                    <a:pt x="296" y="336"/>
                    <a:pt x="300" y="334"/>
                    <a:pt x="300" y="328"/>
                  </a:cubicBezTo>
                  <a:cubicBezTo>
                    <a:pt x="300" y="323"/>
                    <a:pt x="300" y="316"/>
                    <a:pt x="297" y="316"/>
                  </a:cubicBezTo>
                  <a:cubicBezTo>
                    <a:pt x="295" y="316"/>
                    <a:pt x="291" y="321"/>
                    <a:pt x="285" y="320"/>
                  </a:cubicBezTo>
                  <a:cubicBezTo>
                    <a:pt x="280" y="318"/>
                    <a:pt x="276" y="307"/>
                    <a:pt x="274" y="306"/>
                  </a:cubicBezTo>
                  <a:cubicBezTo>
                    <a:pt x="271" y="304"/>
                    <a:pt x="278" y="294"/>
                    <a:pt x="278" y="289"/>
                  </a:cubicBezTo>
                  <a:cubicBezTo>
                    <a:pt x="278" y="285"/>
                    <a:pt x="282" y="271"/>
                    <a:pt x="278" y="270"/>
                  </a:cubicBezTo>
                  <a:cubicBezTo>
                    <a:pt x="275" y="268"/>
                    <a:pt x="277" y="263"/>
                    <a:pt x="281" y="260"/>
                  </a:cubicBezTo>
                  <a:cubicBezTo>
                    <a:pt x="285" y="257"/>
                    <a:pt x="279" y="249"/>
                    <a:pt x="285" y="249"/>
                  </a:cubicBezTo>
                  <a:cubicBezTo>
                    <a:pt x="291" y="249"/>
                    <a:pt x="303" y="249"/>
                    <a:pt x="307" y="245"/>
                  </a:cubicBezTo>
                  <a:cubicBezTo>
                    <a:pt x="307" y="245"/>
                    <a:pt x="307" y="245"/>
                    <a:pt x="307" y="245"/>
                  </a:cubicBezTo>
                  <a:cubicBezTo>
                    <a:pt x="308" y="244"/>
                    <a:pt x="308" y="243"/>
                    <a:pt x="309" y="242"/>
                  </a:cubicBezTo>
                  <a:cubicBezTo>
                    <a:pt x="304" y="235"/>
                    <a:pt x="300" y="227"/>
                    <a:pt x="296" y="22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6" name="Google Shape;196;p31"/>
            <p:cNvSpPr/>
            <p:nvPr/>
          </p:nvSpPr>
          <p:spPr>
            <a:xfrm>
              <a:off x="5386578" y="3340211"/>
              <a:ext cx="36514" cy="47627"/>
            </a:xfrm>
            <a:custGeom>
              <a:avLst/>
              <a:gdLst/>
              <a:ahLst/>
              <a:cxnLst/>
              <a:rect l="l" t="t" r="r" b="b"/>
              <a:pathLst>
                <a:path w="29" h="38" extrusionOk="0">
                  <a:moveTo>
                    <a:pt x="2" y="19"/>
                  </a:moveTo>
                  <a:cubicBezTo>
                    <a:pt x="4" y="22"/>
                    <a:pt x="5" y="30"/>
                    <a:pt x="7" y="38"/>
                  </a:cubicBezTo>
                  <a:cubicBezTo>
                    <a:pt x="10" y="35"/>
                    <a:pt x="13" y="34"/>
                    <a:pt x="14" y="33"/>
                  </a:cubicBezTo>
                  <a:cubicBezTo>
                    <a:pt x="19" y="31"/>
                    <a:pt x="29" y="12"/>
                    <a:pt x="29" y="12"/>
                  </a:cubicBezTo>
                  <a:cubicBezTo>
                    <a:pt x="24" y="10"/>
                    <a:pt x="24" y="10"/>
                    <a:pt x="24" y="10"/>
                  </a:cubicBezTo>
                  <a:cubicBezTo>
                    <a:pt x="24" y="10"/>
                    <a:pt x="25" y="6"/>
                    <a:pt x="24" y="0"/>
                  </a:cubicBezTo>
                  <a:cubicBezTo>
                    <a:pt x="20" y="1"/>
                    <a:pt x="15" y="1"/>
                    <a:pt x="15" y="1"/>
                  </a:cubicBezTo>
                  <a:cubicBezTo>
                    <a:pt x="15" y="1"/>
                    <a:pt x="16" y="8"/>
                    <a:pt x="6" y="6"/>
                  </a:cubicBezTo>
                  <a:cubicBezTo>
                    <a:pt x="5" y="6"/>
                    <a:pt x="3" y="6"/>
                    <a:pt x="0" y="6"/>
                  </a:cubicBezTo>
                  <a:cubicBezTo>
                    <a:pt x="1" y="6"/>
                    <a:pt x="2" y="6"/>
                    <a:pt x="2" y="6"/>
                  </a:cubicBezTo>
                  <a:lnTo>
                    <a:pt x="2" y="19"/>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7" name="Google Shape;197;p31"/>
            <p:cNvSpPr/>
            <p:nvPr/>
          </p:nvSpPr>
          <p:spPr>
            <a:xfrm>
              <a:off x="5408804" y="3524368"/>
              <a:ext cx="242896" cy="377838"/>
            </a:xfrm>
            <a:custGeom>
              <a:avLst/>
              <a:gdLst/>
              <a:ahLst/>
              <a:cxnLst/>
              <a:rect l="l" t="t" r="r" b="b"/>
              <a:pathLst>
                <a:path w="189" h="302" extrusionOk="0">
                  <a:moveTo>
                    <a:pt x="187" y="77"/>
                  </a:moveTo>
                  <a:cubicBezTo>
                    <a:pt x="185" y="73"/>
                    <a:pt x="181" y="52"/>
                    <a:pt x="182" y="43"/>
                  </a:cubicBezTo>
                  <a:cubicBezTo>
                    <a:pt x="183" y="34"/>
                    <a:pt x="181" y="12"/>
                    <a:pt x="181" y="1"/>
                  </a:cubicBezTo>
                  <a:cubicBezTo>
                    <a:pt x="181" y="1"/>
                    <a:pt x="181" y="0"/>
                    <a:pt x="181" y="0"/>
                  </a:cubicBezTo>
                  <a:cubicBezTo>
                    <a:pt x="172" y="4"/>
                    <a:pt x="163" y="8"/>
                    <a:pt x="162" y="10"/>
                  </a:cubicBezTo>
                  <a:cubicBezTo>
                    <a:pt x="160" y="13"/>
                    <a:pt x="154" y="10"/>
                    <a:pt x="149" y="13"/>
                  </a:cubicBezTo>
                  <a:cubicBezTo>
                    <a:pt x="145" y="17"/>
                    <a:pt x="143" y="14"/>
                    <a:pt x="139" y="13"/>
                  </a:cubicBezTo>
                  <a:cubicBezTo>
                    <a:pt x="135" y="12"/>
                    <a:pt x="134" y="16"/>
                    <a:pt x="133" y="20"/>
                  </a:cubicBezTo>
                  <a:cubicBezTo>
                    <a:pt x="133" y="23"/>
                    <a:pt x="125" y="21"/>
                    <a:pt x="123" y="21"/>
                  </a:cubicBezTo>
                  <a:cubicBezTo>
                    <a:pt x="120" y="20"/>
                    <a:pt x="112" y="23"/>
                    <a:pt x="108" y="23"/>
                  </a:cubicBezTo>
                  <a:cubicBezTo>
                    <a:pt x="104" y="23"/>
                    <a:pt x="107" y="19"/>
                    <a:pt x="102" y="17"/>
                  </a:cubicBezTo>
                  <a:cubicBezTo>
                    <a:pt x="97" y="16"/>
                    <a:pt x="94" y="20"/>
                    <a:pt x="92" y="20"/>
                  </a:cubicBezTo>
                  <a:cubicBezTo>
                    <a:pt x="90" y="20"/>
                    <a:pt x="85" y="19"/>
                    <a:pt x="82" y="18"/>
                  </a:cubicBezTo>
                  <a:cubicBezTo>
                    <a:pt x="81" y="21"/>
                    <a:pt x="81" y="23"/>
                    <a:pt x="81" y="25"/>
                  </a:cubicBezTo>
                  <a:cubicBezTo>
                    <a:pt x="77" y="33"/>
                    <a:pt x="88" y="53"/>
                    <a:pt x="88" y="62"/>
                  </a:cubicBezTo>
                  <a:cubicBezTo>
                    <a:pt x="92" y="65"/>
                    <a:pt x="96" y="69"/>
                    <a:pt x="99" y="72"/>
                  </a:cubicBezTo>
                  <a:cubicBezTo>
                    <a:pt x="104" y="78"/>
                    <a:pt x="99" y="77"/>
                    <a:pt x="99" y="90"/>
                  </a:cubicBezTo>
                  <a:cubicBezTo>
                    <a:pt x="100" y="102"/>
                    <a:pt x="94" y="97"/>
                    <a:pt x="89" y="101"/>
                  </a:cubicBezTo>
                  <a:cubicBezTo>
                    <a:pt x="85" y="106"/>
                    <a:pt x="89" y="115"/>
                    <a:pt x="88" y="118"/>
                  </a:cubicBezTo>
                  <a:cubicBezTo>
                    <a:pt x="87" y="120"/>
                    <a:pt x="73" y="99"/>
                    <a:pt x="72" y="96"/>
                  </a:cubicBezTo>
                  <a:cubicBezTo>
                    <a:pt x="71" y="93"/>
                    <a:pt x="77" y="81"/>
                    <a:pt x="75" y="73"/>
                  </a:cubicBezTo>
                  <a:cubicBezTo>
                    <a:pt x="74" y="66"/>
                    <a:pt x="64" y="71"/>
                    <a:pt x="61" y="71"/>
                  </a:cubicBezTo>
                  <a:cubicBezTo>
                    <a:pt x="58" y="72"/>
                    <a:pt x="51" y="63"/>
                    <a:pt x="49" y="63"/>
                  </a:cubicBezTo>
                  <a:cubicBezTo>
                    <a:pt x="48" y="63"/>
                    <a:pt x="0" y="81"/>
                    <a:pt x="0" y="81"/>
                  </a:cubicBezTo>
                  <a:cubicBezTo>
                    <a:pt x="4" y="94"/>
                    <a:pt x="4" y="94"/>
                    <a:pt x="4" y="94"/>
                  </a:cubicBezTo>
                  <a:cubicBezTo>
                    <a:pt x="3" y="94"/>
                    <a:pt x="3" y="94"/>
                    <a:pt x="3" y="94"/>
                  </a:cubicBezTo>
                  <a:cubicBezTo>
                    <a:pt x="6" y="99"/>
                    <a:pt x="6" y="99"/>
                    <a:pt x="6" y="99"/>
                  </a:cubicBezTo>
                  <a:cubicBezTo>
                    <a:pt x="6" y="99"/>
                    <a:pt x="21" y="100"/>
                    <a:pt x="28" y="105"/>
                  </a:cubicBezTo>
                  <a:cubicBezTo>
                    <a:pt x="35" y="109"/>
                    <a:pt x="46" y="110"/>
                    <a:pt x="49" y="112"/>
                  </a:cubicBezTo>
                  <a:cubicBezTo>
                    <a:pt x="51" y="113"/>
                    <a:pt x="49" y="131"/>
                    <a:pt x="49" y="139"/>
                  </a:cubicBezTo>
                  <a:cubicBezTo>
                    <a:pt x="50" y="148"/>
                    <a:pt x="40" y="150"/>
                    <a:pt x="45" y="155"/>
                  </a:cubicBezTo>
                  <a:cubicBezTo>
                    <a:pt x="49" y="160"/>
                    <a:pt x="47" y="167"/>
                    <a:pt x="50" y="168"/>
                  </a:cubicBezTo>
                  <a:cubicBezTo>
                    <a:pt x="53" y="169"/>
                    <a:pt x="45" y="179"/>
                    <a:pt x="41" y="181"/>
                  </a:cubicBezTo>
                  <a:cubicBezTo>
                    <a:pt x="37" y="184"/>
                    <a:pt x="41" y="192"/>
                    <a:pt x="36" y="199"/>
                  </a:cubicBezTo>
                  <a:cubicBezTo>
                    <a:pt x="33" y="203"/>
                    <a:pt x="24" y="210"/>
                    <a:pt x="18" y="216"/>
                  </a:cubicBezTo>
                  <a:cubicBezTo>
                    <a:pt x="18" y="217"/>
                    <a:pt x="19" y="217"/>
                    <a:pt x="19" y="217"/>
                  </a:cubicBezTo>
                  <a:cubicBezTo>
                    <a:pt x="20" y="220"/>
                    <a:pt x="25" y="247"/>
                    <a:pt x="30" y="250"/>
                  </a:cubicBezTo>
                  <a:cubicBezTo>
                    <a:pt x="34" y="253"/>
                    <a:pt x="32" y="280"/>
                    <a:pt x="31" y="282"/>
                  </a:cubicBezTo>
                  <a:cubicBezTo>
                    <a:pt x="31" y="284"/>
                    <a:pt x="33" y="302"/>
                    <a:pt x="33" y="302"/>
                  </a:cubicBezTo>
                  <a:cubicBezTo>
                    <a:pt x="33" y="302"/>
                    <a:pt x="40" y="301"/>
                    <a:pt x="46" y="301"/>
                  </a:cubicBezTo>
                  <a:cubicBezTo>
                    <a:pt x="47" y="298"/>
                    <a:pt x="47" y="295"/>
                    <a:pt x="47" y="293"/>
                  </a:cubicBezTo>
                  <a:cubicBezTo>
                    <a:pt x="48" y="284"/>
                    <a:pt x="42" y="291"/>
                    <a:pt x="40" y="286"/>
                  </a:cubicBezTo>
                  <a:cubicBezTo>
                    <a:pt x="38" y="281"/>
                    <a:pt x="53" y="271"/>
                    <a:pt x="68" y="265"/>
                  </a:cubicBezTo>
                  <a:cubicBezTo>
                    <a:pt x="83" y="260"/>
                    <a:pt x="88" y="257"/>
                    <a:pt x="90" y="252"/>
                  </a:cubicBezTo>
                  <a:cubicBezTo>
                    <a:pt x="92" y="246"/>
                    <a:pt x="90" y="232"/>
                    <a:pt x="92" y="226"/>
                  </a:cubicBezTo>
                  <a:cubicBezTo>
                    <a:pt x="94" y="220"/>
                    <a:pt x="91" y="217"/>
                    <a:pt x="89" y="204"/>
                  </a:cubicBezTo>
                  <a:cubicBezTo>
                    <a:pt x="87" y="191"/>
                    <a:pt x="82" y="189"/>
                    <a:pt x="80" y="181"/>
                  </a:cubicBezTo>
                  <a:cubicBezTo>
                    <a:pt x="78" y="174"/>
                    <a:pt x="79" y="168"/>
                    <a:pt x="83" y="168"/>
                  </a:cubicBezTo>
                  <a:cubicBezTo>
                    <a:pt x="87" y="168"/>
                    <a:pt x="87" y="166"/>
                    <a:pt x="91" y="159"/>
                  </a:cubicBezTo>
                  <a:cubicBezTo>
                    <a:pt x="95" y="152"/>
                    <a:pt x="99" y="155"/>
                    <a:pt x="106" y="149"/>
                  </a:cubicBezTo>
                  <a:cubicBezTo>
                    <a:pt x="113" y="144"/>
                    <a:pt x="113" y="138"/>
                    <a:pt x="124" y="129"/>
                  </a:cubicBezTo>
                  <a:cubicBezTo>
                    <a:pt x="136" y="120"/>
                    <a:pt x="148" y="121"/>
                    <a:pt x="159" y="114"/>
                  </a:cubicBezTo>
                  <a:cubicBezTo>
                    <a:pt x="170" y="108"/>
                    <a:pt x="189" y="82"/>
                    <a:pt x="187" y="7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8" name="Google Shape;198;p31"/>
            <p:cNvSpPr/>
            <p:nvPr/>
          </p:nvSpPr>
          <p:spPr>
            <a:xfrm>
              <a:off x="5396103" y="3308460"/>
              <a:ext cx="246071" cy="244483"/>
            </a:xfrm>
            <a:custGeom>
              <a:avLst/>
              <a:gdLst/>
              <a:ahLst/>
              <a:cxnLst/>
              <a:rect l="l" t="t" r="r" b="b"/>
              <a:pathLst>
                <a:path w="192" h="195" extrusionOk="0">
                  <a:moveTo>
                    <a:pt x="179" y="156"/>
                  </a:moveTo>
                  <a:cubicBezTo>
                    <a:pt x="179" y="145"/>
                    <a:pt x="172" y="145"/>
                    <a:pt x="173" y="138"/>
                  </a:cubicBezTo>
                  <a:cubicBezTo>
                    <a:pt x="173" y="131"/>
                    <a:pt x="173" y="124"/>
                    <a:pt x="171" y="123"/>
                  </a:cubicBezTo>
                  <a:cubicBezTo>
                    <a:pt x="168" y="123"/>
                    <a:pt x="170" y="116"/>
                    <a:pt x="174" y="110"/>
                  </a:cubicBezTo>
                  <a:cubicBezTo>
                    <a:pt x="178" y="104"/>
                    <a:pt x="166" y="103"/>
                    <a:pt x="165" y="95"/>
                  </a:cubicBezTo>
                  <a:cubicBezTo>
                    <a:pt x="164" y="92"/>
                    <a:pt x="168" y="81"/>
                    <a:pt x="172" y="68"/>
                  </a:cubicBezTo>
                  <a:cubicBezTo>
                    <a:pt x="158" y="58"/>
                    <a:pt x="143" y="47"/>
                    <a:pt x="143" y="47"/>
                  </a:cubicBezTo>
                  <a:cubicBezTo>
                    <a:pt x="144" y="37"/>
                    <a:pt x="144" y="37"/>
                    <a:pt x="144" y="37"/>
                  </a:cubicBezTo>
                  <a:cubicBezTo>
                    <a:pt x="77" y="1"/>
                    <a:pt x="77" y="1"/>
                    <a:pt x="77" y="1"/>
                  </a:cubicBezTo>
                  <a:cubicBezTo>
                    <a:pt x="77" y="9"/>
                    <a:pt x="73" y="16"/>
                    <a:pt x="69" y="18"/>
                  </a:cubicBezTo>
                  <a:cubicBezTo>
                    <a:pt x="63" y="20"/>
                    <a:pt x="76" y="28"/>
                    <a:pt x="70" y="29"/>
                  </a:cubicBezTo>
                  <a:cubicBezTo>
                    <a:pt x="64" y="30"/>
                    <a:pt x="51" y="23"/>
                    <a:pt x="41" y="27"/>
                  </a:cubicBezTo>
                  <a:cubicBezTo>
                    <a:pt x="35" y="30"/>
                    <a:pt x="36" y="14"/>
                    <a:pt x="41" y="0"/>
                  </a:cubicBezTo>
                  <a:cubicBezTo>
                    <a:pt x="26" y="1"/>
                    <a:pt x="26" y="1"/>
                    <a:pt x="26" y="1"/>
                  </a:cubicBezTo>
                  <a:cubicBezTo>
                    <a:pt x="26" y="1"/>
                    <a:pt x="22" y="2"/>
                    <a:pt x="18" y="4"/>
                  </a:cubicBezTo>
                  <a:cubicBezTo>
                    <a:pt x="21" y="11"/>
                    <a:pt x="21" y="11"/>
                    <a:pt x="21" y="11"/>
                  </a:cubicBezTo>
                  <a:cubicBezTo>
                    <a:pt x="21" y="11"/>
                    <a:pt x="25" y="19"/>
                    <a:pt x="24" y="23"/>
                  </a:cubicBezTo>
                  <a:cubicBezTo>
                    <a:pt x="23" y="25"/>
                    <a:pt x="20" y="26"/>
                    <a:pt x="17" y="26"/>
                  </a:cubicBezTo>
                  <a:cubicBezTo>
                    <a:pt x="18" y="32"/>
                    <a:pt x="17" y="36"/>
                    <a:pt x="17" y="36"/>
                  </a:cubicBezTo>
                  <a:cubicBezTo>
                    <a:pt x="22" y="38"/>
                    <a:pt x="22" y="38"/>
                    <a:pt x="22" y="38"/>
                  </a:cubicBezTo>
                  <a:cubicBezTo>
                    <a:pt x="22" y="38"/>
                    <a:pt x="12" y="57"/>
                    <a:pt x="7" y="59"/>
                  </a:cubicBezTo>
                  <a:cubicBezTo>
                    <a:pt x="6" y="60"/>
                    <a:pt x="3" y="61"/>
                    <a:pt x="0" y="64"/>
                  </a:cubicBezTo>
                  <a:cubicBezTo>
                    <a:pt x="2" y="77"/>
                    <a:pt x="6" y="93"/>
                    <a:pt x="11" y="97"/>
                  </a:cubicBezTo>
                  <a:cubicBezTo>
                    <a:pt x="20" y="105"/>
                    <a:pt x="18" y="115"/>
                    <a:pt x="20" y="120"/>
                  </a:cubicBezTo>
                  <a:cubicBezTo>
                    <a:pt x="22" y="126"/>
                    <a:pt x="30" y="132"/>
                    <a:pt x="24" y="134"/>
                  </a:cubicBezTo>
                  <a:cubicBezTo>
                    <a:pt x="21" y="136"/>
                    <a:pt x="18" y="132"/>
                    <a:pt x="15" y="127"/>
                  </a:cubicBezTo>
                  <a:cubicBezTo>
                    <a:pt x="14" y="128"/>
                    <a:pt x="14" y="129"/>
                    <a:pt x="13" y="130"/>
                  </a:cubicBezTo>
                  <a:cubicBezTo>
                    <a:pt x="13" y="130"/>
                    <a:pt x="13" y="130"/>
                    <a:pt x="13" y="130"/>
                  </a:cubicBezTo>
                  <a:cubicBezTo>
                    <a:pt x="17" y="134"/>
                    <a:pt x="23" y="138"/>
                    <a:pt x="25" y="138"/>
                  </a:cubicBezTo>
                  <a:cubicBezTo>
                    <a:pt x="30" y="138"/>
                    <a:pt x="37" y="143"/>
                    <a:pt x="42" y="144"/>
                  </a:cubicBezTo>
                  <a:cubicBezTo>
                    <a:pt x="46" y="145"/>
                    <a:pt x="62" y="151"/>
                    <a:pt x="64" y="154"/>
                  </a:cubicBezTo>
                  <a:cubicBezTo>
                    <a:pt x="65" y="154"/>
                    <a:pt x="65" y="155"/>
                    <a:pt x="65" y="156"/>
                  </a:cubicBezTo>
                  <a:cubicBezTo>
                    <a:pt x="69" y="156"/>
                    <a:pt x="74" y="155"/>
                    <a:pt x="77" y="156"/>
                  </a:cubicBezTo>
                  <a:cubicBezTo>
                    <a:pt x="78" y="155"/>
                    <a:pt x="79" y="155"/>
                    <a:pt x="80" y="155"/>
                  </a:cubicBezTo>
                  <a:cubicBezTo>
                    <a:pt x="86" y="155"/>
                    <a:pt x="93" y="177"/>
                    <a:pt x="93" y="190"/>
                  </a:cubicBezTo>
                  <a:cubicBezTo>
                    <a:pt x="96" y="191"/>
                    <a:pt x="101" y="192"/>
                    <a:pt x="103" y="192"/>
                  </a:cubicBezTo>
                  <a:cubicBezTo>
                    <a:pt x="105" y="192"/>
                    <a:pt x="108" y="188"/>
                    <a:pt x="113" y="189"/>
                  </a:cubicBezTo>
                  <a:cubicBezTo>
                    <a:pt x="118" y="191"/>
                    <a:pt x="115" y="195"/>
                    <a:pt x="119" y="195"/>
                  </a:cubicBezTo>
                  <a:cubicBezTo>
                    <a:pt x="123" y="195"/>
                    <a:pt x="131" y="192"/>
                    <a:pt x="134" y="193"/>
                  </a:cubicBezTo>
                  <a:cubicBezTo>
                    <a:pt x="136" y="193"/>
                    <a:pt x="144" y="195"/>
                    <a:pt x="144" y="192"/>
                  </a:cubicBezTo>
                  <a:cubicBezTo>
                    <a:pt x="145" y="188"/>
                    <a:pt x="146" y="184"/>
                    <a:pt x="150" y="185"/>
                  </a:cubicBezTo>
                  <a:cubicBezTo>
                    <a:pt x="154" y="186"/>
                    <a:pt x="156" y="189"/>
                    <a:pt x="160" y="185"/>
                  </a:cubicBezTo>
                  <a:cubicBezTo>
                    <a:pt x="165" y="182"/>
                    <a:pt x="171" y="185"/>
                    <a:pt x="173" y="182"/>
                  </a:cubicBezTo>
                  <a:cubicBezTo>
                    <a:pt x="174" y="180"/>
                    <a:pt x="183" y="176"/>
                    <a:pt x="192" y="172"/>
                  </a:cubicBezTo>
                  <a:cubicBezTo>
                    <a:pt x="191" y="162"/>
                    <a:pt x="180" y="167"/>
                    <a:pt x="179" y="15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199" name="Google Shape;199;p31"/>
            <p:cNvSpPr/>
            <p:nvPr/>
          </p:nvSpPr>
          <p:spPr>
            <a:xfrm>
              <a:off x="5467543" y="3502142"/>
              <a:ext cx="74615" cy="171456"/>
            </a:xfrm>
            <a:custGeom>
              <a:avLst/>
              <a:gdLst/>
              <a:ahLst/>
              <a:cxnLst/>
              <a:rect l="l" t="t" r="r" b="b"/>
              <a:pathLst>
                <a:path w="59" h="137" extrusionOk="0">
                  <a:moveTo>
                    <a:pt x="54" y="89"/>
                  </a:moveTo>
                  <a:cubicBezTo>
                    <a:pt x="51" y="86"/>
                    <a:pt x="47" y="82"/>
                    <a:pt x="43" y="79"/>
                  </a:cubicBezTo>
                  <a:cubicBezTo>
                    <a:pt x="43" y="80"/>
                    <a:pt x="43" y="81"/>
                    <a:pt x="43" y="82"/>
                  </a:cubicBezTo>
                  <a:cubicBezTo>
                    <a:pt x="38" y="89"/>
                    <a:pt x="25" y="68"/>
                    <a:pt x="23" y="55"/>
                  </a:cubicBezTo>
                  <a:cubicBezTo>
                    <a:pt x="22" y="42"/>
                    <a:pt x="31" y="36"/>
                    <a:pt x="25" y="24"/>
                  </a:cubicBezTo>
                  <a:cubicBezTo>
                    <a:pt x="21" y="13"/>
                    <a:pt x="18" y="4"/>
                    <a:pt x="21" y="1"/>
                  </a:cubicBezTo>
                  <a:cubicBezTo>
                    <a:pt x="18" y="0"/>
                    <a:pt x="13" y="1"/>
                    <a:pt x="9" y="1"/>
                  </a:cubicBezTo>
                  <a:cubicBezTo>
                    <a:pt x="12" y="5"/>
                    <a:pt x="16" y="15"/>
                    <a:pt x="16" y="18"/>
                  </a:cubicBezTo>
                  <a:cubicBezTo>
                    <a:pt x="16" y="22"/>
                    <a:pt x="12" y="17"/>
                    <a:pt x="10" y="22"/>
                  </a:cubicBezTo>
                  <a:cubicBezTo>
                    <a:pt x="8" y="26"/>
                    <a:pt x="7" y="47"/>
                    <a:pt x="11" y="50"/>
                  </a:cubicBezTo>
                  <a:cubicBezTo>
                    <a:pt x="15" y="54"/>
                    <a:pt x="4" y="51"/>
                    <a:pt x="4" y="55"/>
                  </a:cubicBezTo>
                  <a:cubicBezTo>
                    <a:pt x="4" y="59"/>
                    <a:pt x="3" y="71"/>
                    <a:pt x="1" y="72"/>
                  </a:cubicBezTo>
                  <a:cubicBezTo>
                    <a:pt x="0" y="73"/>
                    <a:pt x="2" y="76"/>
                    <a:pt x="4" y="80"/>
                  </a:cubicBezTo>
                  <a:cubicBezTo>
                    <a:pt x="4" y="80"/>
                    <a:pt x="4" y="80"/>
                    <a:pt x="4" y="80"/>
                  </a:cubicBezTo>
                  <a:cubicBezTo>
                    <a:pt x="6" y="80"/>
                    <a:pt x="13" y="89"/>
                    <a:pt x="16" y="88"/>
                  </a:cubicBezTo>
                  <a:cubicBezTo>
                    <a:pt x="19" y="88"/>
                    <a:pt x="29" y="83"/>
                    <a:pt x="30" y="90"/>
                  </a:cubicBezTo>
                  <a:cubicBezTo>
                    <a:pt x="32" y="98"/>
                    <a:pt x="26" y="110"/>
                    <a:pt x="27" y="113"/>
                  </a:cubicBezTo>
                  <a:cubicBezTo>
                    <a:pt x="28" y="116"/>
                    <a:pt x="42" y="137"/>
                    <a:pt x="43" y="135"/>
                  </a:cubicBezTo>
                  <a:cubicBezTo>
                    <a:pt x="44" y="132"/>
                    <a:pt x="40" y="123"/>
                    <a:pt x="44" y="118"/>
                  </a:cubicBezTo>
                  <a:cubicBezTo>
                    <a:pt x="49" y="114"/>
                    <a:pt x="55" y="119"/>
                    <a:pt x="54" y="107"/>
                  </a:cubicBezTo>
                  <a:cubicBezTo>
                    <a:pt x="54" y="94"/>
                    <a:pt x="59" y="95"/>
                    <a:pt x="54" y="8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0" name="Google Shape;200;p31"/>
            <p:cNvSpPr/>
            <p:nvPr/>
          </p:nvSpPr>
          <p:spPr>
            <a:xfrm>
              <a:off x="2689319" y="2967136"/>
              <a:ext cx="52389" cy="28576"/>
            </a:xfrm>
            <a:custGeom>
              <a:avLst/>
              <a:gdLst/>
              <a:ahLst/>
              <a:cxnLst/>
              <a:rect l="l" t="t" r="r" b="b"/>
              <a:pathLst>
                <a:path w="41" h="23" extrusionOk="0">
                  <a:moveTo>
                    <a:pt x="40" y="9"/>
                  </a:moveTo>
                  <a:cubicBezTo>
                    <a:pt x="37" y="5"/>
                    <a:pt x="29" y="10"/>
                    <a:pt x="21" y="4"/>
                  </a:cubicBezTo>
                  <a:cubicBezTo>
                    <a:pt x="19" y="3"/>
                    <a:pt x="16" y="1"/>
                    <a:pt x="13" y="0"/>
                  </a:cubicBezTo>
                  <a:cubicBezTo>
                    <a:pt x="13" y="1"/>
                    <a:pt x="13" y="1"/>
                    <a:pt x="13" y="1"/>
                  </a:cubicBezTo>
                  <a:cubicBezTo>
                    <a:pt x="11" y="1"/>
                    <a:pt x="5" y="6"/>
                    <a:pt x="0" y="11"/>
                  </a:cubicBezTo>
                  <a:cubicBezTo>
                    <a:pt x="6" y="16"/>
                    <a:pt x="28" y="23"/>
                    <a:pt x="34" y="23"/>
                  </a:cubicBezTo>
                  <a:cubicBezTo>
                    <a:pt x="37" y="23"/>
                    <a:pt x="39" y="22"/>
                    <a:pt x="40" y="21"/>
                  </a:cubicBezTo>
                  <a:cubicBezTo>
                    <a:pt x="41" y="15"/>
                    <a:pt x="41" y="10"/>
                    <a:pt x="40" y="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1" name="Google Shape;201;p31"/>
            <p:cNvSpPr/>
            <p:nvPr/>
          </p:nvSpPr>
          <p:spPr>
            <a:xfrm>
              <a:off x="2705195" y="2925860"/>
              <a:ext cx="138117" cy="74615"/>
            </a:xfrm>
            <a:custGeom>
              <a:avLst/>
              <a:gdLst/>
              <a:ahLst/>
              <a:cxnLst/>
              <a:rect l="l" t="t" r="r" b="b"/>
              <a:pathLst>
                <a:path w="108" h="60" extrusionOk="0">
                  <a:moveTo>
                    <a:pt x="46" y="54"/>
                  </a:moveTo>
                  <a:cubicBezTo>
                    <a:pt x="46" y="52"/>
                    <a:pt x="41" y="44"/>
                    <a:pt x="51" y="43"/>
                  </a:cubicBezTo>
                  <a:cubicBezTo>
                    <a:pt x="62" y="42"/>
                    <a:pt x="69" y="41"/>
                    <a:pt x="71" y="35"/>
                  </a:cubicBezTo>
                  <a:cubicBezTo>
                    <a:pt x="72" y="28"/>
                    <a:pt x="84" y="31"/>
                    <a:pt x="88" y="31"/>
                  </a:cubicBezTo>
                  <a:cubicBezTo>
                    <a:pt x="90" y="30"/>
                    <a:pt x="99" y="22"/>
                    <a:pt x="108" y="22"/>
                  </a:cubicBezTo>
                  <a:cubicBezTo>
                    <a:pt x="108" y="14"/>
                    <a:pt x="97" y="17"/>
                    <a:pt x="89" y="9"/>
                  </a:cubicBezTo>
                  <a:cubicBezTo>
                    <a:pt x="80" y="0"/>
                    <a:pt x="61" y="4"/>
                    <a:pt x="51" y="8"/>
                  </a:cubicBezTo>
                  <a:cubicBezTo>
                    <a:pt x="41" y="12"/>
                    <a:pt x="29" y="4"/>
                    <a:pt x="18" y="10"/>
                  </a:cubicBezTo>
                  <a:cubicBezTo>
                    <a:pt x="18" y="10"/>
                    <a:pt x="18" y="10"/>
                    <a:pt x="18" y="10"/>
                  </a:cubicBezTo>
                  <a:cubicBezTo>
                    <a:pt x="15" y="13"/>
                    <a:pt x="12" y="17"/>
                    <a:pt x="8" y="20"/>
                  </a:cubicBezTo>
                  <a:cubicBezTo>
                    <a:pt x="1" y="26"/>
                    <a:pt x="3" y="32"/>
                    <a:pt x="0" y="33"/>
                  </a:cubicBezTo>
                  <a:cubicBezTo>
                    <a:pt x="3" y="34"/>
                    <a:pt x="6" y="36"/>
                    <a:pt x="8" y="37"/>
                  </a:cubicBezTo>
                  <a:cubicBezTo>
                    <a:pt x="16" y="43"/>
                    <a:pt x="24" y="38"/>
                    <a:pt x="27" y="42"/>
                  </a:cubicBezTo>
                  <a:cubicBezTo>
                    <a:pt x="28" y="43"/>
                    <a:pt x="28" y="48"/>
                    <a:pt x="27" y="54"/>
                  </a:cubicBezTo>
                  <a:cubicBezTo>
                    <a:pt x="29" y="52"/>
                    <a:pt x="30" y="51"/>
                    <a:pt x="32" y="54"/>
                  </a:cubicBezTo>
                  <a:cubicBezTo>
                    <a:pt x="35" y="55"/>
                    <a:pt x="34" y="58"/>
                    <a:pt x="34" y="60"/>
                  </a:cubicBezTo>
                  <a:cubicBezTo>
                    <a:pt x="40" y="59"/>
                    <a:pt x="40" y="59"/>
                    <a:pt x="40" y="59"/>
                  </a:cubicBezTo>
                  <a:cubicBezTo>
                    <a:pt x="40" y="59"/>
                    <a:pt x="45" y="55"/>
                    <a:pt x="46" y="5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2" name="Google Shape;202;p31"/>
            <p:cNvSpPr/>
            <p:nvPr/>
          </p:nvSpPr>
          <p:spPr>
            <a:xfrm>
              <a:off x="2076522" y="2535322"/>
              <a:ext cx="689001" cy="419114"/>
            </a:xfrm>
            <a:custGeom>
              <a:avLst/>
              <a:gdLst/>
              <a:ahLst/>
              <a:cxnLst/>
              <a:rect l="l" t="t" r="r" b="b"/>
              <a:pathLst>
                <a:path w="537" h="334" extrusionOk="0">
                  <a:moveTo>
                    <a:pt x="447" y="315"/>
                  </a:moveTo>
                  <a:cubicBezTo>
                    <a:pt x="449" y="315"/>
                    <a:pt x="469" y="317"/>
                    <a:pt x="470" y="312"/>
                  </a:cubicBezTo>
                  <a:cubicBezTo>
                    <a:pt x="472" y="307"/>
                    <a:pt x="456" y="296"/>
                    <a:pt x="458" y="295"/>
                  </a:cubicBezTo>
                  <a:cubicBezTo>
                    <a:pt x="459" y="294"/>
                    <a:pt x="460" y="282"/>
                    <a:pt x="463" y="282"/>
                  </a:cubicBezTo>
                  <a:cubicBezTo>
                    <a:pt x="466" y="282"/>
                    <a:pt x="494" y="283"/>
                    <a:pt x="495" y="282"/>
                  </a:cubicBezTo>
                  <a:cubicBezTo>
                    <a:pt x="497" y="281"/>
                    <a:pt x="502" y="272"/>
                    <a:pt x="507" y="271"/>
                  </a:cubicBezTo>
                  <a:cubicBezTo>
                    <a:pt x="509" y="271"/>
                    <a:pt x="512" y="273"/>
                    <a:pt x="515" y="276"/>
                  </a:cubicBezTo>
                  <a:cubicBezTo>
                    <a:pt x="520" y="272"/>
                    <a:pt x="522" y="261"/>
                    <a:pt x="523" y="252"/>
                  </a:cubicBezTo>
                  <a:cubicBezTo>
                    <a:pt x="524" y="242"/>
                    <a:pt x="520" y="238"/>
                    <a:pt x="526" y="232"/>
                  </a:cubicBezTo>
                  <a:cubicBezTo>
                    <a:pt x="531" y="227"/>
                    <a:pt x="537" y="226"/>
                    <a:pt x="536" y="218"/>
                  </a:cubicBezTo>
                  <a:cubicBezTo>
                    <a:pt x="534" y="210"/>
                    <a:pt x="527" y="218"/>
                    <a:pt x="520" y="214"/>
                  </a:cubicBezTo>
                  <a:cubicBezTo>
                    <a:pt x="514" y="210"/>
                    <a:pt x="509" y="213"/>
                    <a:pt x="493" y="215"/>
                  </a:cubicBezTo>
                  <a:cubicBezTo>
                    <a:pt x="477" y="218"/>
                    <a:pt x="469" y="224"/>
                    <a:pt x="470" y="236"/>
                  </a:cubicBezTo>
                  <a:cubicBezTo>
                    <a:pt x="471" y="247"/>
                    <a:pt x="464" y="242"/>
                    <a:pt x="465" y="252"/>
                  </a:cubicBezTo>
                  <a:cubicBezTo>
                    <a:pt x="465" y="261"/>
                    <a:pt x="452" y="262"/>
                    <a:pt x="453" y="268"/>
                  </a:cubicBezTo>
                  <a:cubicBezTo>
                    <a:pt x="454" y="273"/>
                    <a:pt x="443" y="268"/>
                    <a:pt x="440" y="266"/>
                  </a:cubicBezTo>
                  <a:cubicBezTo>
                    <a:pt x="437" y="264"/>
                    <a:pt x="403" y="274"/>
                    <a:pt x="398" y="275"/>
                  </a:cubicBezTo>
                  <a:cubicBezTo>
                    <a:pt x="394" y="275"/>
                    <a:pt x="385" y="265"/>
                    <a:pt x="378" y="265"/>
                  </a:cubicBezTo>
                  <a:cubicBezTo>
                    <a:pt x="372" y="266"/>
                    <a:pt x="369" y="255"/>
                    <a:pt x="368" y="247"/>
                  </a:cubicBezTo>
                  <a:cubicBezTo>
                    <a:pt x="367" y="239"/>
                    <a:pt x="355" y="232"/>
                    <a:pt x="349" y="224"/>
                  </a:cubicBezTo>
                  <a:cubicBezTo>
                    <a:pt x="344" y="217"/>
                    <a:pt x="343" y="200"/>
                    <a:pt x="343" y="190"/>
                  </a:cubicBezTo>
                  <a:cubicBezTo>
                    <a:pt x="342" y="179"/>
                    <a:pt x="341" y="161"/>
                    <a:pt x="349" y="140"/>
                  </a:cubicBezTo>
                  <a:cubicBezTo>
                    <a:pt x="350" y="138"/>
                    <a:pt x="350" y="135"/>
                    <a:pt x="350" y="133"/>
                  </a:cubicBezTo>
                  <a:cubicBezTo>
                    <a:pt x="348" y="131"/>
                    <a:pt x="345" y="130"/>
                    <a:pt x="343" y="130"/>
                  </a:cubicBezTo>
                  <a:cubicBezTo>
                    <a:pt x="336" y="131"/>
                    <a:pt x="321" y="122"/>
                    <a:pt x="318" y="122"/>
                  </a:cubicBezTo>
                  <a:cubicBezTo>
                    <a:pt x="315" y="122"/>
                    <a:pt x="316" y="114"/>
                    <a:pt x="313" y="111"/>
                  </a:cubicBezTo>
                  <a:cubicBezTo>
                    <a:pt x="311" y="107"/>
                    <a:pt x="312" y="100"/>
                    <a:pt x="309" y="97"/>
                  </a:cubicBezTo>
                  <a:cubicBezTo>
                    <a:pt x="306" y="95"/>
                    <a:pt x="296" y="85"/>
                    <a:pt x="292" y="74"/>
                  </a:cubicBezTo>
                  <a:cubicBezTo>
                    <a:pt x="289" y="62"/>
                    <a:pt x="269" y="56"/>
                    <a:pt x="261" y="56"/>
                  </a:cubicBezTo>
                  <a:cubicBezTo>
                    <a:pt x="253" y="55"/>
                    <a:pt x="249" y="71"/>
                    <a:pt x="247" y="72"/>
                  </a:cubicBezTo>
                  <a:cubicBezTo>
                    <a:pt x="245" y="73"/>
                    <a:pt x="231" y="64"/>
                    <a:pt x="227" y="61"/>
                  </a:cubicBezTo>
                  <a:cubicBezTo>
                    <a:pt x="223" y="59"/>
                    <a:pt x="220" y="55"/>
                    <a:pt x="220" y="50"/>
                  </a:cubicBezTo>
                  <a:cubicBezTo>
                    <a:pt x="220" y="45"/>
                    <a:pt x="212" y="37"/>
                    <a:pt x="209" y="36"/>
                  </a:cubicBezTo>
                  <a:cubicBezTo>
                    <a:pt x="207" y="36"/>
                    <a:pt x="189" y="18"/>
                    <a:pt x="189" y="18"/>
                  </a:cubicBezTo>
                  <a:cubicBezTo>
                    <a:pt x="162" y="18"/>
                    <a:pt x="162" y="18"/>
                    <a:pt x="162" y="18"/>
                  </a:cubicBezTo>
                  <a:cubicBezTo>
                    <a:pt x="156" y="26"/>
                    <a:pt x="156" y="26"/>
                    <a:pt x="156" y="26"/>
                  </a:cubicBezTo>
                  <a:cubicBezTo>
                    <a:pt x="106" y="26"/>
                    <a:pt x="106" y="26"/>
                    <a:pt x="106" y="26"/>
                  </a:cubicBezTo>
                  <a:cubicBezTo>
                    <a:pt x="106" y="26"/>
                    <a:pt x="67" y="12"/>
                    <a:pt x="60" y="10"/>
                  </a:cubicBezTo>
                  <a:cubicBezTo>
                    <a:pt x="53" y="9"/>
                    <a:pt x="40" y="0"/>
                    <a:pt x="40" y="0"/>
                  </a:cubicBezTo>
                  <a:cubicBezTo>
                    <a:pt x="0" y="5"/>
                    <a:pt x="0" y="5"/>
                    <a:pt x="0" y="5"/>
                  </a:cubicBezTo>
                  <a:cubicBezTo>
                    <a:pt x="2" y="10"/>
                    <a:pt x="5" y="15"/>
                    <a:pt x="9" y="20"/>
                  </a:cubicBezTo>
                  <a:cubicBezTo>
                    <a:pt x="17" y="30"/>
                    <a:pt x="23" y="48"/>
                    <a:pt x="24" y="54"/>
                  </a:cubicBezTo>
                  <a:cubicBezTo>
                    <a:pt x="25" y="61"/>
                    <a:pt x="36" y="66"/>
                    <a:pt x="46" y="72"/>
                  </a:cubicBezTo>
                  <a:cubicBezTo>
                    <a:pt x="56" y="78"/>
                    <a:pt x="56" y="92"/>
                    <a:pt x="55" y="95"/>
                  </a:cubicBezTo>
                  <a:cubicBezTo>
                    <a:pt x="53" y="99"/>
                    <a:pt x="41" y="93"/>
                    <a:pt x="40" y="97"/>
                  </a:cubicBezTo>
                  <a:cubicBezTo>
                    <a:pt x="40" y="100"/>
                    <a:pt x="56" y="114"/>
                    <a:pt x="62" y="113"/>
                  </a:cubicBezTo>
                  <a:cubicBezTo>
                    <a:pt x="69" y="112"/>
                    <a:pt x="72" y="116"/>
                    <a:pt x="81" y="125"/>
                  </a:cubicBezTo>
                  <a:cubicBezTo>
                    <a:pt x="91" y="133"/>
                    <a:pt x="90" y="144"/>
                    <a:pt x="87" y="147"/>
                  </a:cubicBezTo>
                  <a:cubicBezTo>
                    <a:pt x="83" y="150"/>
                    <a:pt x="94" y="156"/>
                    <a:pt x="107" y="165"/>
                  </a:cubicBezTo>
                  <a:cubicBezTo>
                    <a:pt x="119" y="173"/>
                    <a:pt x="125" y="183"/>
                    <a:pt x="126" y="187"/>
                  </a:cubicBezTo>
                  <a:cubicBezTo>
                    <a:pt x="127" y="192"/>
                    <a:pt x="132" y="188"/>
                    <a:pt x="134" y="182"/>
                  </a:cubicBezTo>
                  <a:cubicBezTo>
                    <a:pt x="136" y="176"/>
                    <a:pt x="130" y="174"/>
                    <a:pt x="130" y="168"/>
                  </a:cubicBezTo>
                  <a:cubicBezTo>
                    <a:pt x="130" y="161"/>
                    <a:pt x="120" y="162"/>
                    <a:pt x="116" y="162"/>
                  </a:cubicBezTo>
                  <a:cubicBezTo>
                    <a:pt x="111" y="161"/>
                    <a:pt x="116" y="151"/>
                    <a:pt x="111" y="146"/>
                  </a:cubicBezTo>
                  <a:cubicBezTo>
                    <a:pt x="107" y="141"/>
                    <a:pt x="102" y="130"/>
                    <a:pt x="100" y="121"/>
                  </a:cubicBezTo>
                  <a:cubicBezTo>
                    <a:pt x="98" y="112"/>
                    <a:pt x="85" y="104"/>
                    <a:pt x="80" y="94"/>
                  </a:cubicBezTo>
                  <a:cubicBezTo>
                    <a:pt x="75" y="85"/>
                    <a:pt x="70" y="77"/>
                    <a:pt x="66" y="75"/>
                  </a:cubicBezTo>
                  <a:cubicBezTo>
                    <a:pt x="63" y="73"/>
                    <a:pt x="71" y="69"/>
                    <a:pt x="68" y="66"/>
                  </a:cubicBezTo>
                  <a:cubicBezTo>
                    <a:pt x="65" y="62"/>
                    <a:pt x="60" y="63"/>
                    <a:pt x="55" y="60"/>
                  </a:cubicBezTo>
                  <a:cubicBezTo>
                    <a:pt x="49" y="57"/>
                    <a:pt x="45" y="52"/>
                    <a:pt x="45" y="46"/>
                  </a:cubicBezTo>
                  <a:cubicBezTo>
                    <a:pt x="45" y="40"/>
                    <a:pt x="41" y="25"/>
                    <a:pt x="39" y="20"/>
                  </a:cubicBezTo>
                  <a:cubicBezTo>
                    <a:pt x="37" y="15"/>
                    <a:pt x="43" y="16"/>
                    <a:pt x="45" y="18"/>
                  </a:cubicBezTo>
                  <a:cubicBezTo>
                    <a:pt x="47" y="20"/>
                    <a:pt x="49" y="23"/>
                    <a:pt x="51" y="21"/>
                  </a:cubicBezTo>
                  <a:cubicBezTo>
                    <a:pt x="54" y="20"/>
                    <a:pt x="59" y="21"/>
                    <a:pt x="61" y="25"/>
                  </a:cubicBezTo>
                  <a:cubicBezTo>
                    <a:pt x="63" y="29"/>
                    <a:pt x="69" y="25"/>
                    <a:pt x="73" y="27"/>
                  </a:cubicBezTo>
                  <a:cubicBezTo>
                    <a:pt x="76" y="29"/>
                    <a:pt x="65" y="32"/>
                    <a:pt x="76" y="50"/>
                  </a:cubicBezTo>
                  <a:cubicBezTo>
                    <a:pt x="86" y="68"/>
                    <a:pt x="79" y="58"/>
                    <a:pt x="79" y="70"/>
                  </a:cubicBezTo>
                  <a:cubicBezTo>
                    <a:pt x="79" y="82"/>
                    <a:pt x="85" y="76"/>
                    <a:pt x="87" y="74"/>
                  </a:cubicBezTo>
                  <a:cubicBezTo>
                    <a:pt x="89" y="72"/>
                    <a:pt x="94" y="78"/>
                    <a:pt x="99" y="85"/>
                  </a:cubicBezTo>
                  <a:cubicBezTo>
                    <a:pt x="105" y="91"/>
                    <a:pt x="114" y="91"/>
                    <a:pt x="114" y="95"/>
                  </a:cubicBezTo>
                  <a:cubicBezTo>
                    <a:pt x="114" y="98"/>
                    <a:pt x="116" y="105"/>
                    <a:pt x="123" y="106"/>
                  </a:cubicBezTo>
                  <a:cubicBezTo>
                    <a:pt x="130" y="108"/>
                    <a:pt x="131" y="115"/>
                    <a:pt x="135" y="116"/>
                  </a:cubicBezTo>
                  <a:cubicBezTo>
                    <a:pt x="139" y="117"/>
                    <a:pt x="140" y="121"/>
                    <a:pt x="138" y="126"/>
                  </a:cubicBezTo>
                  <a:cubicBezTo>
                    <a:pt x="135" y="131"/>
                    <a:pt x="138" y="136"/>
                    <a:pt x="149" y="140"/>
                  </a:cubicBezTo>
                  <a:cubicBezTo>
                    <a:pt x="160" y="144"/>
                    <a:pt x="155" y="145"/>
                    <a:pt x="163" y="153"/>
                  </a:cubicBezTo>
                  <a:cubicBezTo>
                    <a:pt x="172" y="162"/>
                    <a:pt x="196" y="188"/>
                    <a:pt x="201" y="196"/>
                  </a:cubicBezTo>
                  <a:cubicBezTo>
                    <a:pt x="206" y="203"/>
                    <a:pt x="208" y="209"/>
                    <a:pt x="210" y="215"/>
                  </a:cubicBezTo>
                  <a:cubicBezTo>
                    <a:pt x="212" y="220"/>
                    <a:pt x="206" y="223"/>
                    <a:pt x="209" y="228"/>
                  </a:cubicBezTo>
                  <a:cubicBezTo>
                    <a:pt x="212" y="232"/>
                    <a:pt x="203" y="230"/>
                    <a:pt x="204" y="234"/>
                  </a:cubicBezTo>
                  <a:cubicBezTo>
                    <a:pt x="204" y="237"/>
                    <a:pt x="209" y="255"/>
                    <a:pt x="218" y="256"/>
                  </a:cubicBezTo>
                  <a:cubicBezTo>
                    <a:pt x="226" y="257"/>
                    <a:pt x="236" y="267"/>
                    <a:pt x="243" y="273"/>
                  </a:cubicBezTo>
                  <a:cubicBezTo>
                    <a:pt x="250" y="279"/>
                    <a:pt x="261" y="278"/>
                    <a:pt x="271" y="282"/>
                  </a:cubicBezTo>
                  <a:cubicBezTo>
                    <a:pt x="282" y="286"/>
                    <a:pt x="291" y="295"/>
                    <a:pt x="306" y="299"/>
                  </a:cubicBezTo>
                  <a:cubicBezTo>
                    <a:pt x="321" y="304"/>
                    <a:pt x="336" y="310"/>
                    <a:pt x="346" y="316"/>
                  </a:cubicBezTo>
                  <a:cubicBezTo>
                    <a:pt x="356" y="323"/>
                    <a:pt x="368" y="320"/>
                    <a:pt x="381" y="315"/>
                  </a:cubicBezTo>
                  <a:cubicBezTo>
                    <a:pt x="395" y="309"/>
                    <a:pt x="406" y="316"/>
                    <a:pt x="414" y="319"/>
                  </a:cubicBezTo>
                  <a:cubicBezTo>
                    <a:pt x="417" y="321"/>
                    <a:pt x="425" y="327"/>
                    <a:pt x="433" y="334"/>
                  </a:cubicBezTo>
                  <a:cubicBezTo>
                    <a:pt x="439" y="324"/>
                    <a:pt x="446" y="315"/>
                    <a:pt x="447" y="31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3" name="Google Shape;203;p31"/>
            <p:cNvSpPr/>
            <p:nvPr/>
          </p:nvSpPr>
          <p:spPr>
            <a:xfrm>
              <a:off x="2632167" y="2889346"/>
              <a:ext cx="96841" cy="90491"/>
            </a:xfrm>
            <a:custGeom>
              <a:avLst/>
              <a:gdLst/>
              <a:ahLst/>
              <a:cxnLst/>
              <a:rect l="l" t="t" r="r" b="b"/>
              <a:pathLst>
                <a:path w="75" h="73" extrusionOk="0">
                  <a:moveTo>
                    <a:pt x="65" y="49"/>
                  </a:moveTo>
                  <a:cubicBezTo>
                    <a:pt x="69" y="46"/>
                    <a:pt x="72" y="42"/>
                    <a:pt x="75" y="39"/>
                  </a:cubicBezTo>
                  <a:cubicBezTo>
                    <a:pt x="69" y="42"/>
                    <a:pt x="67" y="39"/>
                    <a:pt x="68" y="35"/>
                  </a:cubicBezTo>
                  <a:cubicBezTo>
                    <a:pt x="59" y="36"/>
                    <a:pt x="59" y="36"/>
                    <a:pt x="59" y="36"/>
                  </a:cubicBezTo>
                  <a:cubicBezTo>
                    <a:pt x="60" y="0"/>
                    <a:pt x="60" y="0"/>
                    <a:pt x="60" y="0"/>
                  </a:cubicBezTo>
                  <a:cubicBezTo>
                    <a:pt x="53" y="1"/>
                    <a:pt x="33" y="0"/>
                    <a:pt x="30" y="0"/>
                  </a:cubicBezTo>
                  <a:cubicBezTo>
                    <a:pt x="27" y="0"/>
                    <a:pt x="26" y="12"/>
                    <a:pt x="25" y="13"/>
                  </a:cubicBezTo>
                  <a:cubicBezTo>
                    <a:pt x="23" y="14"/>
                    <a:pt x="39" y="25"/>
                    <a:pt x="37" y="30"/>
                  </a:cubicBezTo>
                  <a:cubicBezTo>
                    <a:pt x="36" y="35"/>
                    <a:pt x="16" y="33"/>
                    <a:pt x="14" y="33"/>
                  </a:cubicBezTo>
                  <a:cubicBezTo>
                    <a:pt x="13" y="33"/>
                    <a:pt x="6" y="42"/>
                    <a:pt x="0" y="52"/>
                  </a:cubicBezTo>
                  <a:cubicBezTo>
                    <a:pt x="7" y="59"/>
                    <a:pt x="15" y="66"/>
                    <a:pt x="19" y="69"/>
                  </a:cubicBezTo>
                  <a:cubicBezTo>
                    <a:pt x="26" y="73"/>
                    <a:pt x="38" y="68"/>
                    <a:pt x="44" y="73"/>
                  </a:cubicBezTo>
                  <a:cubicBezTo>
                    <a:pt x="44" y="73"/>
                    <a:pt x="44" y="73"/>
                    <a:pt x="44" y="73"/>
                  </a:cubicBezTo>
                  <a:cubicBezTo>
                    <a:pt x="49" y="68"/>
                    <a:pt x="55" y="63"/>
                    <a:pt x="57" y="63"/>
                  </a:cubicBezTo>
                  <a:cubicBezTo>
                    <a:pt x="60" y="62"/>
                    <a:pt x="57" y="55"/>
                    <a:pt x="65" y="4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4" name="Google Shape;204;p31"/>
            <p:cNvSpPr/>
            <p:nvPr/>
          </p:nvSpPr>
          <p:spPr>
            <a:xfrm>
              <a:off x="2708370" y="2875058"/>
              <a:ext cx="28576" cy="58739"/>
            </a:xfrm>
            <a:custGeom>
              <a:avLst/>
              <a:gdLst/>
              <a:ahLst/>
              <a:cxnLst/>
              <a:rect l="l" t="t" r="r" b="b"/>
              <a:pathLst>
                <a:path w="23" h="47" extrusionOk="0">
                  <a:moveTo>
                    <a:pt x="3" y="11"/>
                  </a:moveTo>
                  <a:cubicBezTo>
                    <a:pt x="3" y="11"/>
                    <a:pt x="2" y="11"/>
                    <a:pt x="1" y="11"/>
                  </a:cubicBezTo>
                  <a:cubicBezTo>
                    <a:pt x="0" y="47"/>
                    <a:pt x="0" y="47"/>
                    <a:pt x="0" y="47"/>
                  </a:cubicBezTo>
                  <a:cubicBezTo>
                    <a:pt x="9" y="46"/>
                    <a:pt x="9" y="46"/>
                    <a:pt x="9" y="46"/>
                  </a:cubicBezTo>
                  <a:cubicBezTo>
                    <a:pt x="9" y="43"/>
                    <a:pt x="11" y="39"/>
                    <a:pt x="14" y="37"/>
                  </a:cubicBezTo>
                  <a:cubicBezTo>
                    <a:pt x="21" y="31"/>
                    <a:pt x="11" y="9"/>
                    <a:pt x="19" y="8"/>
                  </a:cubicBezTo>
                  <a:cubicBezTo>
                    <a:pt x="20" y="7"/>
                    <a:pt x="22" y="6"/>
                    <a:pt x="23" y="5"/>
                  </a:cubicBezTo>
                  <a:cubicBezTo>
                    <a:pt x="20" y="2"/>
                    <a:pt x="17" y="0"/>
                    <a:pt x="15" y="0"/>
                  </a:cubicBezTo>
                  <a:cubicBezTo>
                    <a:pt x="10" y="1"/>
                    <a:pt x="5" y="10"/>
                    <a:pt x="3" y="1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5" name="Google Shape;205;p31"/>
            <p:cNvSpPr/>
            <p:nvPr/>
          </p:nvSpPr>
          <p:spPr>
            <a:xfrm>
              <a:off x="3040169" y="2832194"/>
              <a:ext cx="66677" cy="55564"/>
            </a:xfrm>
            <a:custGeom>
              <a:avLst/>
              <a:gdLst/>
              <a:ahLst/>
              <a:cxnLst/>
              <a:rect l="l" t="t" r="r" b="b"/>
              <a:pathLst>
                <a:path w="52" h="44" extrusionOk="0">
                  <a:moveTo>
                    <a:pt x="24" y="4"/>
                  </a:moveTo>
                  <a:cubicBezTo>
                    <a:pt x="17" y="10"/>
                    <a:pt x="36" y="22"/>
                    <a:pt x="36" y="29"/>
                  </a:cubicBezTo>
                  <a:cubicBezTo>
                    <a:pt x="36" y="36"/>
                    <a:pt x="5" y="27"/>
                    <a:pt x="2" y="35"/>
                  </a:cubicBezTo>
                  <a:cubicBezTo>
                    <a:pt x="0" y="39"/>
                    <a:pt x="13" y="44"/>
                    <a:pt x="24" y="40"/>
                  </a:cubicBezTo>
                  <a:cubicBezTo>
                    <a:pt x="35" y="37"/>
                    <a:pt x="43" y="41"/>
                    <a:pt x="49" y="44"/>
                  </a:cubicBezTo>
                  <a:cubicBezTo>
                    <a:pt x="50" y="32"/>
                    <a:pt x="51" y="18"/>
                    <a:pt x="52" y="9"/>
                  </a:cubicBezTo>
                  <a:cubicBezTo>
                    <a:pt x="42" y="7"/>
                    <a:pt x="30" y="0"/>
                    <a:pt x="24" y="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6" name="Google Shape;206;p31"/>
            <p:cNvSpPr/>
            <p:nvPr/>
          </p:nvSpPr>
          <p:spPr>
            <a:xfrm>
              <a:off x="3103672" y="2841720"/>
              <a:ext cx="76203" cy="49214"/>
            </a:xfrm>
            <a:custGeom>
              <a:avLst/>
              <a:gdLst/>
              <a:ahLst/>
              <a:cxnLst/>
              <a:rect l="l" t="t" r="r" b="b"/>
              <a:pathLst>
                <a:path w="60" h="40" extrusionOk="0">
                  <a:moveTo>
                    <a:pt x="23" y="29"/>
                  </a:moveTo>
                  <a:cubicBezTo>
                    <a:pt x="37" y="25"/>
                    <a:pt x="60" y="33"/>
                    <a:pt x="60" y="22"/>
                  </a:cubicBezTo>
                  <a:cubicBezTo>
                    <a:pt x="60" y="11"/>
                    <a:pt x="22" y="0"/>
                    <a:pt x="13" y="3"/>
                  </a:cubicBezTo>
                  <a:cubicBezTo>
                    <a:pt x="10" y="4"/>
                    <a:pt x="7" y="3"/>
                    <a:pt x="3" y="2"/>
                  </a:cubicBezTo>
                  <a:cubicBezTo>
                    <a:pt x="2" y="11"/>
                    <a:pt x="1" y="25"/>
                    <a:pt x="0" y="37"/>
                  </a:cubicBezTo>
                  <a:cubicBezTo>
                    <a:pt x="0" y="37"/>
                    <a:pt x="1" y="37"/>
                    <a:pt x="1" y="37"/>
                  </a:cubicBezTo>
                  <a:cubicBezTo>
                    <a:pt x="7" y="40"/>
                    <a:pt x="9" y="34"/>
                    <a:pt x="23" y="2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7" name="Google Shape;207;p31"/>
            <p:cNvSpPr/>
            <p:nvPr/>
          </p:nvSpPr>
          <p:spPr>
            <a:xfrm>
              <a:off x="2748059" y="2952848"/>
              <a:ext cx="96841" cy="96841"/>
            </a:xfrm>
            <a:custGeom>
              <a:avLst/>
              <a:gdLst/>
              <a:ahLst/>
              <a:cxnLst/>
              <a:rect l="l" t="t" r="r" b="b"/>
              <a:pathLst>
                <a:path w="76" h="78" extrusionOk="0">
                  <a:moveTo>
                    <a:pt x="41" y="73"/>
                  </a:moveTo>
                  <a:cubicBezTo>
                    <a:pt x="45" y="75"/>
                    <a:pt x="54" y="73"/>
                    <a:pt x="58" y="76"/>
                  </a:cubicBezTo>
                  <a:cubicBezTo>
                    <a:pt x="60" y="78"/>
                    <a:pt x="63" y="78"/>
                    <a:pt x="67" y="77"/>
                  </a:cubicBezTo>
                  <a:cubicBezTo>
                    <a:pt x="66" y="76"/>
                    <a:pt x="65" y="74"/>
                    <a:pt x="65" y="73"/>
                  </a:cubicBezTo>
                  <a:cubicBezTo>
                    <a:pt x="62" y="68"/>
                    <a:pt x="67" y="58"/>
                    <a:pt x="69" y="51"/>
                  </a:cubicBezTo>
                  <a:cubicBezTo>
                    <a:pt x="71" y="43"/>
                    <a:pt x="67" y="25"/>
                    <a:pt x="71" y="21"/>
                  </a:cubicBezTo>
                  <a:cubicBezTo>
                    <a:pt x="76" y="16"/>
                    <a:pt x="73" y="13"/>
                    <a:pt x="75" y="2"/>
                  </a:cubicBezTo>
                  <a:cubicBezTo>
                    <a:pt x="75" y="2"/>
                    <a:pt x="75" y="1"/>
                    <a:pt x="75" y="0"/>
                  </a:cubicBezTo>
                  <a:cubicBezTo>
                    <a:pt x="66" y="0"/>
                    <a:pt x="57" y="8"/>
                    <a:pt x="55" y="9"/>
                  </a:cubicBezTo>
                  <a:cubicBezTo>
                    <a:pt x="51" y="9"/>
                    <a:pt x="39" y="6"/>
                    <a:pt x="38" y="13"/>
                  </a:cubicBezTo>
                  <a:cubicBezTo>
                    <a:pt x="36" y="19"/>
                    <a:pt x="29" y="20"/>
                    <a:pt x="18" y="21"/>
                  </a:cubicBezTo>
                  <a:cubicBezTo>
                    <a:pt x="8" y="22"/>
                    <a:pt x="13" y="30"/>
                    <a:pt x="13" y="32"/>
                  </a:cubicBezTo>
                  <a:cubicBezTo>
                    <a:pt x="12" y="33"/>
                    <a:pt x="7" y="37"/>
                    <a:pt x="7" y="37"/>
                  </a:cubicBezTo>
                  <a:cubicBezTo>
                    <a:pt x="1" y="38"/>
                    <a:pt x="1" y="38"/>
                    <a:pt x="1" y="38"/>
                  </a:cubicBezTo>
                  <a:cubicBezTo>
                    <a:pt x="1" y="41"/>
                    <a:pt x="0" y="43"/>
                    <a:pt x="4" y="45"/>
                  </a:cubicBezTo>
                  <a:cubicBezTo>
                    <a:pt x="10" y="48"/>
                    <a:pt x="18" y="62"/>
                    <a:pt x="25" y="66"/>
                  </a:cubicBezTo>
                  <a:cubicBezTo>
                    <a:pt x="28" y="67"/>
                    <a:pt x="30" y="70"/>
                    <a:pt x="31" y="73"/>
                  </a:cubicBezTo>
                  <a:cubicBezTo>
                    <a:pt x="35" y="72"/>
                    <a:pt x="39" y="72"/>
                    <a:pt x="41" y="7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8" name="Google Shape;208;p31"/>
            <p:cNvSpPr/>
            <p:nvPr/>
          </p:nvSpPr>
          <p:spPr>
            <a:xfrm>
              <a:off x="2781398" y="3043339"/>
              <a:ext cx="74615" cy="60327"/>
            </a:xfrm>
            <a:custGeom>
              <a:avLst/>
              <a:gdLst/>
              <a:ahLst/>
              <a:cxnLst/>
              <a:rect l="l" t="t" r="r" b="b"/>
              <a:pathLst>
                <a:path w="59" h="48" extrusionOk="0">
                  <a:moveTo>
                    <a:pt x="56" y="38"/>
                  </a:moveTo>
                  <a:cubicBezTo>
                    <a:pt x="55" y="36"/>
                    <a:pt x="56" y="31"/>
                    <a:pt x="59" y="27"/>
                  </a:cubicBezTo>
                  <a:cubicBezTo>
                    <a:pt x="52" y="20"/>
                    <a:pt x="45" y="11"/>
                    <a:pt x="41" y="5"/>
                  </a:cubicBezTo>
                  <a:cubicBezTo>
                    <a:pt x="37" y="6"/>
                    <a:pt x="34" y="6"/>
                    <a:pt x="32" y="4"/>
                  </a:cubicBezTo>
                  <a:cubicBezTo>
                    <a:pt x="28" y="1"/>
                    <a:pt x="19" y="3"/>
                    <a:pt x="15" y="1"/>
                  </a:cubicBezTo>
                  <a:cubicBezTo>
                    <a:pt x="13" y="0"/>
                    <a:pt x="9" y="0"/>
                    <a:pt x="5" y="1"/>
                  </a:cubicBezTo>
                  <a:cubicBezTo>
                    <a:pt x="6" y="4"/>
                    <a:pt x="6" y="6"/>
                    <a:pt x="4" y="8"/>
                  </a:cubicBezTo>
                  <a:cubicBezTo>
                    <a:pt x="0" y="10"/>
                    <a:pt x="0" y="19"/>
                    <a:pt x="9" y="23"/>
                  </a:cubicBezTo>
                  <a:cubicBezTo>
                    <a:pt x="17" y="26"/>
                    <a:pt x="14" y="21"/>
                    <a:pt x="19" y="21"/>
                  </a:cubicBezTo>
                  <a:cubicBezTo>
                    <a:pt x="23" y="21"/>
                    <a:pt x="23" y="28"/>
                    <a:pt x="27" y="28"/>
                  </a:cubicBezTo>
                  <a:cubicBezTo>
                    <a:pt x="30" y="28"/>
                    <a:pt x="39" y="32"/>
                    <a:pt x="39" y="39"/>
                  </a:cubicBezTo>
                  <a:cubicBezTo>
                    <a:pt x="39" y="45"/>
                    <a:pt x="42" y="48"/>
                    <a:pt x="49" y="48"/>
                  </a:cubicBezTo>
                  <a:cubicBezTo>
                    <a:pt x="50" y="48"/>
                    <a:pt x="52" y="48"/>
                    <a:pt x="53" y="48"/>
                  </a:cubicBezTo>
                  <a:cubicBezTo>
                    <a:pt x="55" y="44"/>
                    <a:pt x="56" y="40"/>
                    <a:pt x="56" y="3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09" name="Google Shape;209;p31"/>
            <p:cNvSpPr/>
            <p:nvPr/>
          </p:nvSpPr>
          <p:spPr>
            <a:xfrm>
              <a:off x="2849663" y="3071915"/>
              <a:ext cx="131767" cy="61915"/>
            </a:xfrm>
            <a:custGeom>
              <a:avLst/>
              <a:gdLst/>
              <a:ahLst/>
              <a:cxnLst/>
              <a:rect l="l" t="t" r="r" b="b"/>
              <a:pathLst>
                <a:path w="103" h="50" extrusionOk="0">
                  <a:moveTo>
                    <a:pt x="92" y="15"/>
                  </a:moveTo>
                  <a:cubicBezTo>
                    <a:pt x="86" y="6"/>
                    <a:pt x="75" y="7"/>
                    <a:pt x="68" y="3"/>
                  </a:cubicBezTo>
                  <a:cubicBezTo>
                    <a:pt x="61" y="0"/>
                    <a:pt x="52" y="5"/>
                    <a:pt x="43" y="13"/>
                  </a:cubicBezTo>
                  <a:cubicBezTo>
                    <a:pt x="34" y="21"/>
                    <a:pt x="22" y="16"/>
                    <a:pt x="15" y="12"/>
                  </a:cubicBezTo>
                  <a:cubicBezTo>
                    <a:pt x="12" y="11"/>
                    <a:pt x="9" y="8"/>
                    <a:pt x="6" y="4"/>
                  </a:cubicBezTo>
                  <a:cubicBezTo>
                    <a:pt x="3" y="8"/>
                    <a:pt x="2" y="13"/>
                    <a:pt x="3" y="15"/>
                  </a:cubicBezTo>
                  <a:cubicBezTo>
                    <a:pt x="3" y="17"/>
                    <a:pt x="2" y="21"/>
                    <a:pt x="0" y="25"/>
                  </a:cubicBezTo>
                  <a:cubicBezTo>
                    <a:pt x="8" y="26"/>
                    <a:pt x="18" y="29"/>
                    <a:pt x="23" y="35"/>
                  </a:cubicBezTo>
                  <a:cubicBezTo>
                    <a:pt x="29" y="42"/>
                    <a:pt x="33" y="37"/>
                    <a:pt x="36" y="44"/>
                  </a:cubicBezTo>
                  <a:cubicBezTo>
                    <a:pt x="40" y="50"/>
                    <a:pt x="48" y="44"/>
                    <a:pt x="50" y="40"/>
                  </a:cubicBezTo>
                  <a:cubicBezTo>
                    <a:pt x="52" y="36"/>
                    <a:pt x="45" y="35"/>
                    <a:pt x="45" y="30"/>
                  </a:cubicBezTo>
                  <a:cubicBezTo>
                    <a:pt x="44" y="26"/>
                    <a:pt x="52" y="28"/>
                    <a:pt x="54" y="22"/>
                  </a:cubicBezTo>
                  <a:cubicBezTo>
                    <a:pt x="56" y="16"/>
                    <a:pt x="68" y="13"/>
                    <a:pt x="74" y="16"/>
                  </a:cubicBezTo>
                  <a:cubicBezTo>
                    <a:pt x="79" y="18"/>
                    <a:pt x="84" y="22"/>
                    <a:pt x="79" y="28"/>
                  </a:cubicBezTo>
                  <a:cubicBezTo>
                    <a:pt x="75" y="32"/>
                    <a:pt x="83" y="40"/>
                    <a:pt x="89" y="46"/>
                  </a:cubicBezTo>
                  <a:cubicBezTo>
                    <a:pt x="94" y="41"/>
                    <a:pt x="99" y="36"/>
                    <a:pt x="101" y="35"/>
                  </a:cubicBezTo>
                  <a:cubicBezTo>
                    <a:pt x="102" y="34"/>
                    <a:pt x="103" y="32"/>
                    <a:pt x="103" y="29"/>
                  </a:cubicBezTo>
                  <a:cubicBezTo>
                    <a:pt x="100" y="28"/>
                    <a:pt x="97" y="22"/>
                    <a:pt x="92" y="1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0" name="Google Shape;210;p31"/>
            <p:cNvSpPr/>
            <p:nvPr/>
          </p:nvSpPr>
          <p:spPr>
            <a:xfrm>
              <a:off x="2809974" y="2757579"/>
              <a:ext cx="241309" cy="84140"/>
            </a:xfrm>
            <a:custGeom>
              <a:avLst/>
              <a:gdLst/>
              <a:ahLst/>
              <a:cxnLst/>
              <a:rect l="l" t="t" r="r" b="b"/>
              <a:pathLst>
                <a:path w="187" h="67" extrusionOk="0">
                  <a:moveTo>
                    <a:pt x="151" y="42"/>
                  </a:moveTo>
                  <a:cubicBezTo>
                    <a:pt x="139" y="42"/>
                    <a:pt x="101" y="16"/>
                    <a:pt x="66" y="8"/>
                  </a:cubicBezTo>
                  <a:cubicBezTo>
                    <a:pt x="30" y="0"/>
                    <a:pt x="0" y="26"/>
                    <a:pt x="3" y="30"/>
                  </a:cubicBezTo>
                  <a:cubicBezTo>
                    <a:pt x="8" y="36"/>
                    <a:pt x="25" y="22"/>
                    <a:pt x="34" y="16"/>
                  </a:cubicBezTo>
                  <a:cubicBezTo>
                    <a:pt x="42" y="10"/>
                    <a:pt x="50" y="19"/>
                    <a:pt x="51" y="23"/>
                  </a:cubicBezTo>
                  <a:cubicBezTo>
                    <a:pt x="52" y="27"/>
                    <a:pt x="63" y="29"/>
                    <a:pt x="81" y="30"/>
                  </a:cubicBezTo>
                  <a:cubicBezTo>
                    <a:pt x="99" y="31"/>
                    <a:pt x="101" y="46"/>
                    <a:pt x="118" y="50"/>
                  </a:cubicBezTo>
                  <a:cubicBezTo>
                    <a:pt x="135" y="53"/>
                    <a:pt x="118" y="60"/>
                    <a:pt x="127" y="64"/>
                  </a:cubicBezTo>
                  <a:cubicBezTo>
                    <a:pt x="135" y="67"/>
                    <a:pt x="181" y="66"/>
                    <a:pt x="184" y="62"/>
                  </a:cubicBezTo>
                  <a:cubicBezTo>
                    <a:pt x="187" y="58"/>
                    <a:pt x="163" y="42"/>
                    <a:pt x="151" y="4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1" name="Google Shape;211;p31"/>
            <p:cNvSpPr/>
            <p:nvPr/>
          </p:nvSpPr>
          <p:spPr>
            <a:xfrm>
              <a:off x="2948091" y="2870296"/>
              <a:ext cx="55564" cy="25401"/>
            </a:xfrm>
            <a:custGeom>
              <a:avLst/>
              <a:gdLst/>
              <a:ahLst/>
              <a:cxnLst/>
              <a:rect l="l" t="t" r="r" b="b"/>
              <a:pathLst>
                <a:path w="43" h="20" extrusionOk="0">
                  <a:moveTo>
                    <a:pt x="4" y="6"/>
                  </a:moveTo>
                  <a:cubicBezTo>
                    <a:pt x="7" y="12"/>
                    <a:pt x="37" y="20"/>
                    <a:pt x="40" y="13"/>
                  </a:cubicBezTo>
                  <a:cubicBezTo>
                    <a:pt x="43" y="6"/>
                    <a:pt x="0" y="0"/>
                    <a:pt x="4" y="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2" name="Google Shape;212;p31"/>
            <p:cNvSpPr/>
            <p:nvPr/>
          </p:nvSpPr>
          <p:spPr>
            <a:xfrm>
              <a:off x="3202100" y="2865533"/>
              <a:ext cx="49214" cy="28576"/>
            </a:xfrm>
            <a:custGeom>
              <a:avLst/>
              <a:gdLst/>
              <a:ahLst/>
              <a:cxnLst/>
              <a:rect l="l" t="t" r="r" b="b"/>
              <a:pathLst>
                <a:path w="39" h="22" extrusionOk="0">
                  <a:moveTo>
                    <a:pt x="7" y="11"/>
                  </a:moveTo>
                  <a:cubicBezTo>
                    <a:pt x="14" y="22"/>
                    <a:pt x="34" y="15"/>
                    <a:pt x="36" y="11"/>
                  </a:cubicBezTo>
                  <a:cubicBezTo>
                    <a:pt x="39" y="3"/>
                    <a:pt x="0" y="0"/>
                    <a:pt x="7" y="1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3" name="Google Shape;213;p31"/>
            <p:cNvSpPr/>
            <p:nvPr/>
          </p:nvSpPr>
          <p:spPr>
            <a:xfrm>
              <a:off x="3084621" y="754087"/>
              <a:ext cx="1385937" cy="1011272"/>
            </a:xfrm>
            <a:custGeom>
              <a:avLst/>
              <a:gdLst/>
              <a:ahLst/>
              <a:cxnLst/>
              <a:rect l="l" t="t" r="r" b="b"/>
              <a:pathLst>
                <a:path w="1080" h="807" extrusionOk="0">
                  <a:moveTo>
                    <a:pt x="1019" y="74"/>
                  </a:moveTo>
                  <a:cubicBezTo>
                    <a:pt x="1000" y="74"/>
                    <a:pt x="984" y="77"/>
                    <a:pt x="983" y="91"/>
                  </a:cubicBezTo>
                  <a:cubicBezTo>
                    <a:pt x="982" y="104"/>
                    <a:pt x="958" y="88"/>
                    <a:pt x="947" y="93"/>
                  </a:cubicBezTo>
                  <a:cubicBezTo>
                    <a:pt x="937" y="98"/>
                    <a:pt x="942" y="82"/>
                    <a:pt x="931" y="87"/>
                  </a:cubicBezTo>
                  <a:cubicBezTo>
                    <a:pt x="921" y="92"/>
                    <a:pt x="910" y="105"/>
                    <a:pt x="897" y="110"/>
                  </a:cubicBezTo>
                  <a:cubicBezTo>
                    <a:pt x="885" y="115"/>
                    <a:pt x="875" y="128"/>
                    <a:pt x="867" y="129"/>
                  </a:cubicBezTo>
                  <a:cubicBezTo>
                    <a:pt x="860" y="130"/>
                    <a:pt x="884" y="105"/>
                    <a:pt x="897" y="93"/>
                  </a:cubicBezTo>
                  <a:cubicBezTo>
                    <a:pt x="909" y="80"/>
                    <a:pt x="902" y="66"/>
                    <a:pt x="886" y="67"/>
                  </a:cubicBezTo>
                  <a:cubicBezTo>
                    <a:pt x="869" y="69"/>
                    <a:pt x="873" y="79"/>
                    <a:pt x="863" y="81"/>
                  </a:cubicBezTo>
                  <a:cubicBezTo>
                    <a:pt x="854" y="83"/>
                    <a:pt x="809" y="106"/>
                    <a:pt x="807" y="99"/>
                  </a:cubicBezTo>
                  <a:cubicBezTo>
                    <a:pt x="805" y="92"/>
                    <a:pt x="844" y="81"/>
                    <a:pt x="843" y="76"/>
                  </a:cubicBezTo>
                  <a:cubicBezTo>
                    <a:pt x="843" y="71"/>
                    <a:pt x="794" y="71"/>
                    <a:pt x="772" y="74"/>
                  </a:cubicBezTo>
                  <a:cubicBezTo>
                    <a:pt x="750" y="77"/>
                    <a:pt x="711" y="90"/>
                    <a:pt x="711" y="83"/>
                  </a:cubicBezTo>
                  <a:cubicBezTo>
                    <a:pt x="710" y="77"/>
                    <a:pt x="756" y="68"/>
                    <a:pt x="779" y="66"/>
                  </a:cubicBezTo>
                  <a:cubicBezTo>
                    <a:pt x="802" y="63"/>
                    <a:pt x="844" y="67"/>
                    <a:pt x="862" y="60"/>
                  </a:cubicBezTo>
                  <a:cubicBezTo>
                    <a:pt x="879" y="53"/>
                    <a:pt x="906" y="52"/>
                    <a:pt x="911" y="46"/>
                  </a:cubicBezTo>
                  <a:cubicBezTo>
                    <a:pt x="915" y="41"/>
                    <a:pt x="890" y="33"/>
                    <a:pt x="878" y="33"/>
                  </a:cubicBezTo>
                  <a:cubicBezTo>
                    <a:pt x="865" y="34"/>
                    <a:pt x="853" y="32"/>
                    <a:pt x="854" y="26"/>
                  </a:cubicBezTo>
                  <a:cubicBezTo>
                    <a:pt x="855" y="20"/>
                    <a:pt x="834" y="18"/>
                    <a:pt x="832" y="14"/>
                  </a:cubicBezTo>
                  <a:cubicBezTo>
                    <a:pt x="830" y="9"/>
                    <a:pt x="791" y="13"/>
                    <a:pt x="783" y="7"/>
                  </a:cubicBezTo>
                  <a:cubicBezTo>
                    <a:pt x="774" y="2"/>
                    <a:pt x="750" y="0"/>
                    <a:pt x="729" y="1"/>
                  </a:cubicBezTo>
                  <a:cubicBezTo>
                    <a:pt x="708" y="3"/>
                    <a:pt x="666" y="2"/>
                    <a:pt x="656" y="3"/>
                  </a:cubicBezTo>
                  <a:cubicBezTo>
                    <a:pt x="646" y="4"/>
                    <a:pt x="639" y="8"/>
                    <a:pt x="631" y="7"/>
                  </a:cubicBezTo>
                  <a:cubicBezTo>
                    <a:pt x="622" y="7"/>
                    <a:pt x="608" y="10"/>
                    <a:pt x="613" y="16"/>
                  </a:cubicBezTo>
                  <a:cubicBezTo>
                    <a:pt x="623" y="26"/>
                    <a:pt x="599" y="30"/>
                    <a:pt x="601" y="22"/>
                  </a:cubicBezTo>
                  <a:cubicBezTo>
                    <a:pt x="602" y="15"/>
                    <a:pt x="580" y="11"/>
                    <a:pt x="574" y="17"/>
                  </a:cubicBezTo>
                  <a:cubicBezTo>
                    <a:pt x="566" y="23"/>
                    <a:pt x="531" y="10"/>
                    <a:pt x="526" y="17"/>
                  </a:cubicBezTo>
                  <a:cubicBezTo>
                    <a:pt x="521" y="24"/>
                    <a:pt x="479" y="21"/>
                    <a:pt x="467" y="24"/>
                  </a:cubicBezTo>
                  <a:cubicBezTo>
                    <a:pt x="455" y="26"/>
                    <a:pt x="486" y="34"/>
                    <a:pt x="485" y="40"/>
                  </a:cubicBezTo>
                  <a:cubicBezTo>
                    <a:pt x="484" y="45"/>
                    <a:pt x="446" y="40"/>
                    <a:pt x="454" y="49"/>
                  </a:cubicBezTo>
                  <a:cubicBezTo>
                    <a:pt x="462" y="58"/>
                    <a:pt x="487" y="65"/>
                    <a:pt x="499" y="77"/>
                  </a:cubicBezTo>
                  <a:cubicBezTo>
                    <a:pt x="511" y="89"/>
                    <a:pt x="489" y="82"/>
                    <a:pt x="476" y="73"/>
                  </a:cubicBezTo>
                  <a:cubicBezTo>
                    <a:pt x="462" y="64"/>
                    <a:pt x="445" y="67"/>
                    <a:pt x="437" y="58"/>
                  </a:cubicBezTo>
                  <a:cubicBezTo>
                    <a:pt x="428" y="50"/>
                    <a:pt x="397" y="43"/>
                    <a:pt x="389" y="48"/>
                  </a:cubicBezTo>
                  <a:cubicBezTo>
                    <a:pt x="380" y="54"/>
                    <a:pt x="410" y="66"/>
                    <a:pt x="410" y="73"/>
                  </a:cubicBezTo>
                  <a:cubicBezTo>
                    <a:pt x="410" y="79"/>
                    <a:pt x="390" y="71"/>
                    <a:pt x="386" y="74"/>
                  </a:cubicBezTo>
                  <a:cubicBezTo>
                    <a:pt x="382" y="76"/>
                    <a:pt x="364" y="56"/>
                    <a:pt x="354" y="56"/>
                  </a:cubicBezTo>
                  <a:cubicBezTo>
                    <a:pt x="343" y="56"/>
                    <a:pt x="352" y="65"/>
                    <a:pt x="352" y="78"/>
                  </a:cubicBezTo>
                  <a:cubicBezTo>
                    <a:pt x="352" y="91"/>
                    <a:pt x="332" y="99"/>
                    <a:pt x="337" y="90"/>
                  </a:cubicBezTo>
                  <a:cubicBezTo>
                    <a:pt x="343" y="81"/>
                    <a:pt x="339" y="58"/>
                    <a:pt x="328" y="54"/>
                  </a:cubicBezTo>
                  <a:cubicBezTo>
                    <a:pt x="317" y="50"/>
                    <a:pt x="289" y="63"/>
                    <a:pt x="274" y="63"/>
                  </a:cubicBezTo>
                  <a:cubicBezTo>
                    <a:pt x="260" y="62"/>
                    <a:pt x="240" y="67"/>
                    <a:pt x="253" y="74"/>
                  </a:cubicBezTo>
                  <a:cubicBezTo>
                    <a:pt x="265" y="81"/>
                    <a:pt x="252" y="86"/>
                    <a:pt x="242" y="78"/>
                  </a:cubicBezTo>
                  <a:cubicBezTo>
                    <a:pt x="231" y="70"/>
                    <a:pt x="195" y="78"/>
                    <a:pt x="202" y="83"/>
                  </a:cubicBezTo>
                  <a:cubicBezTo>
                    <a:pt x="209" y="88"/>
                    <a:pt x="212" y="103"/>
                    <a:pt x="207" y="110"/>
                  </a:cubicBezTo>
                  <a:cubicBezTo>
                    <a:pt x="202" y="116"/>
                    <a:pt x="187" y="103"/>
                    <a:pt x="173" y="104"/>
                  </a:cubicBezTo>
                  <a:cubicBezTo>
                    <a:pt x="159" y="105"/>
                    <a:pt x="89" y="139"/>
                    <a:pt x="93" y="148"/>
                  </a:cubicBezTo>
                  <a:cubicBezTo>
                    <a:pt x="98" y="156"/>
                    <a:pt x="127" y="149"/>
                    <a:pt x="137" y="154"/>
                  </a:cubicBezTo>
                  <a:cubicBezTo>
                    <a:pt x="146" y="160"/>
                    <a:pt x="134" y="179"/>
                    <a:pt x="122" y="187"/>
                  </a:cubicBezTo>
                  <a:cubicBezTo>
                    <a:pt x="111" y="195"/>
                    <a:pt x="68" y="187"/>
                    <a:pt x="67" y="197"/>
                  </a:cubicBezTo>
                  <a:cubicBezTo>
                    <a:pt x="66" y="206"/>
                    <a:pt x="0" y="208"/>
                    <a:pt x="0" y="223"/>
                  </a:cubicBezTo>
                  <a:cubicBezTo>
                    <a:pt x="0" y="228"/>
                    <a:pt x="3" y="234"/>
                    <a:pt x="10" y="236"/>
                  </a:cubicBezTo>
                  <a:cubicBezTo>
                    <a:pt x="19" y="238"/>
                    <a:pt x="31" y="235"/>
                    <a:pt x="39" y="244"/>
                  </a:cubicBezTo>
                  <a:cubicBezTo>
                    <a:pt x="48" y="253"/>
                    <a:pt x="71" y="254"/>
                    <a:pt x="87" y="248"/>
                  </a:cubicBezTo>
                  <a:cubicBezTo>
                    <a:pt x="103" y="241"/>
                    <a:pt x="115" y="249"/>
                    <a:pt x="115" y="258"/>
                  </a:cubicBezTo>
                  <a:cubicBezTo>
                    <a:pt x="114" y="268"/>
                    <a:pt x="78" y="255"/>
                    <a:pt x="67" y="261"/>
                  </a:cubicBezTo>
                  <a:cubicBezTo>
                    <a:pt x="56" y="268"/>
                    <a:pt x="22" y="262"/>
                    <a:pt x="24" y="270"/>
                  </a:cubicBezTo>
                  <a:cubicBezTo>
                    <a:pt x="26" y="277"/>
                    <a:pt x="42" y="275"/>
                    <a:pt x="56" y="278"/>
                  </a:cubicBezTo>
                  <a:cubicBezTo>
                    <a:pt x="69" y="281"/>
                    <a:pt x="57" y="286"/>
                    <a:pt x="56" y="292"/>
                  </a:cubicBezTo>
                  <a:cubicBezTo>
                    <a:pt x="56" y="298"/>
                    <a:pt x="64" y="297"/>
                    <a:pt x="77" y="304"/>
                  </a:cubicBezTo>
                  <a:cubicBezTo>
                    <a:pt x="91" y="310"/>
                    <a:pt x="113" y="315"/>
                    <a:pt x="106" y="307"/>
                  </a:cubicBezTo>
                  <a:cubicBezTo>
                    <a:pt x="99" y="299"/>
                    <a:pt x="120" y="300"/>
                    <a:pt x="124" y="305"/>
                  </a:cubicBezTo>
                  <a:cubicBezTo>
                    <a:pt x="127" y="309"/>
                    <a:pt x="137" y="298"/>
                    <a:pt x="147" y="300"/>
                  </a:cubicBezTo>
                  <a:cubicBezTo>
                    <a:pt x="157" y="303"/>
                    <a:pt x="161" y="291"/>
                    <a:pt x="169" y="296"/>
                  </a:cubicBezTo>
                  <a:cubicBezTo>
                    <a:pt x="176" y="301"/>
                    <a:pt x="213" y="305"/>
                    <a:pt x="225" y="311"/>
                  </a:cubicBezTo>
                  <a:cubicBezTo>
                    <a:pt x="238" y="318"/>
                    <a:pt x="255" y="320"/>
                    <a:pt x="254" y="330"/>
                  </a:cubicBezTo>
                  <a:cubicBezTo>
                    <a:pt x="252" y="340"/>
                    <a:pt x="264" y="347"/>
                    <a:pt x="278" y="353"/>
                  </a:cubicBezTo>
                  <a:cubicBezTo>
                    <a:pt x="292" y="359"/>
                    <a:pt x="295" y="373"/>
                    <a:pt x="294" y="382"/>
                  </a:cubicBezTo>
                  <a:cubicBezTo>
                    <a:pt x="294" y="391"/>
                    <a:pt x="309" y="397"/>
                    <a:pt x="307" y="401"/>
                  </a:cubicBezTo>
                  <a:cubicBezTo>
                    <a:pt x="304" y="405"/>
                    <a:pt x="306" y="411"/>
                    <a:pt x="316" y="419"/>
                  </a:cubicBezTo>
                  <a:cubicBezTo>
                    <a:pt x="325" y="428"/>
                    <a:pt x="301" y="434"/>
                    <a:pt x="307" y="441"/>
                  </a:cubicBezTo>
                  <a:cubicBezTo>
                    <a:pt x="312" y="449"/>
                    <a:pt x="298" y="463"/>
                    <a:pt x="315" y="465"/>
                  </a:cubicBezTo>
                  <a:cubicBezTo>
                    <a:pt x="332" y="468"/>
                    <a:pt x="329" y="454"/>
                    <a:pt x="342" y="454"/>
                  </a:cubicBezTo>
                  <a:cubicBezTo>
                    <a:pt x="354" y="454"/>
                    <a:pt x="341" y="465"/>
                    <a:pt x="348" y="471"/>
                  </a:cubicBezTo>
                  <a:cubicBezTo>
                    <a:pt x="355" y="478"/>
                    <a:pt x="369" y="477"/>
                    <a:pt x="382" y="488"/>
                  </a:cubicBezTo>
                  <a:cubicBezTo>
                    <a:pt x="395" y="499"/>
                    <a:pt x="386" y="504"/>
                    <a:pt x="375" y="495"/>
                  </a:cubicBezTo>
                  <a:cubicBezTo>
                    <a:pt x="362" y="486"/>
                    <a:pt x="328" y="488"/>
                    <a:pt x="328" y="491"/>
                  </a:cubicBezTo>
                  <a:cubicBezTo>
                    <a:pt x="328" y="494"/>
                    <a:pt x="366" y="516"/>
                    <a:pt x="375" y="513"/>
                  </a:cubicBezTo>
                  <a:cubicBezTo>
                    <a:pt x="384" y="510"/>
                    <a:pt x="396" y="526"/>
                    <a:pt x="391" y="531"/>
                  </a:cubicBezTo>
                  <a:cubicBezTo>
                    <a:pt x="385" y="537"/>
                    <a:pt x="388" y="550"/>
                    <a:pt x="387" y="556"/>
                  </a:cubicBezTo>
                  <a:cubicBezTo>
                    <a:pt x="386" y="562"/>
                    <a:pt x="373" y="556"/>
                    <a:pt x="365" y="557"/>
                  </a:cubicBezTo>
                  <a:cubicBezTo>
                    <a:pt x="356" y="558"/>
                    <a:pt x="351" y="561"/>
                    <a:pt x="351" y="570"/>
                  </a:cubicBezTo>
                  <a:cubicBezTo>
                    <a:pt x="351" y="578"/>
                    <a:pt x="337" y="585"/>
                    <a:pt x="336" y="596"/>
                  </a:cubicBezTo>
                  <a:cubicBezTo>
                    <a:pt x="334" y="607"/>
                    <a:pt x="346" y="606"/>
                    <a:pt x="353" y="611"/>
                  </a:cubicBezTo>
                  <a:cubicBezTo>
                    <a:pt x="360" y="615"/>
                    <a:pt x="341" y="619"/>
                    <a:pt x="340" y="626"/>
                  </a:cubicBezTo>
                  <a:cubicBezTo>
                    <a:pt x="339" y="634"/>
                    <a:pt x="357" y="648"/>
                    <a:pt x="364" y="652"/>
                  </a:cubicBezTo>
                  <a:cubicBezTo>
                    <a:pt x="371" y="656"/>
                    <a:pt x="365" y="673"/>
                    <a:pt x="367" y="682"/>
                  </a:cubicBezTo>
                  <a:cubicBezTo>
                    <a:pt x="370" y="691"/>
                    <a:pt x="379" y="680"/>
                    <a:pt x="378" y="692"/>
                  </a:cubicBezTo>
                  <a:cubicBezTo>
                    <a:pt x="377" y="703"/>
                    <a:pt x="386" y="702"/>
                    <a:pt x="386" y="709"/>
                  </a:cubicBezTo>
                  <a:cubicBezTo>
                    <a:pt x="387" y="716"/>
                    <a:pt x="403" y="715"/>
                    <a:pt x="400" y="724"/>
                  </a:cubicBezTo>
                  <a:cubicBezTo>
                    <a:pt x="397" y="734"/>
                    <a:pt x="405" y="741"/>
                    <a:pt x="408" y="746"/>
                  </a:cubicBezTo>
                  <a:cubicBezTo>
                    <a:pt x="412" y="751"/>
                    <a:pt x="426" y="760"/>
                    <a:pt x="428" y="767"/>
                  </a:cubicBezTo>
                  <a:cubicBezTo>
                    <a:pt x="431" y="773"/>
                    <a:pt x="439" y="782"/>
                    <a:pt x="448" y="780"/>
                  </a:cubicBezTo>
                  <a:cubicBezTo>
                    <a:pt x="457" y="777"/>
                    <a:pt x="458" y="786"/>
                    <a:pt x="465" y="785"/>
                  </a:cubicBezTo>
                  <a:cubicBezTo>
                    <a:pt x="473" y="784"/>
                    <a:pt x="484" y="788"/>
                    <a:pt x="486" y="794"/>
                  </a:cubicBezTo>
                  <a:cubicBezTo>
                    <a:pt x="488" y="800"/>
                    <a:pt x="511" y="805"/>
                    <a:pt x="517" y="806"/>
                  </a:cubicBezTo>
                  <a:cubicBezTo>
                    <a:pt x="523" y="807"/>
                    <a:pt x="524" y="795"/>
                    <a:pt x="530" y="792"/>
                  </a:cubicBezTo>
                  <a:cubicBezTo>
                    <a:pt x="536" y="789"/>
                    <a:pt x="534" y="766"/>
                    <a:pt x="539" y="765"/>
                  </a:cubicBezTo>
                  <a:cubicBezTo>
                    <a:pt x="544" y="763"/>
                    <a:pt x="542" y="739"/>
                    <a:pt x="537" y="737"/>
                  </a:cubicBezTo>
                  <a:cubicBezTo>
                    <a:pt x="532" y="735"/>
                    <a:pt x="534" y="726"/>
                    <a:pt x="546" y="728"/>
                  </a:cubicBezTo>
                  <a:cubicBezTo>
                    <a:pt x="558" y="730"/>
                    <a:pt x="554" y="718"/>
                    <a:pt x="560" y="716"/>
                  </a:cubicBezTo>
                  <a:cubicBezTo>
                    <a:pt x="565" y="714"/>
                    <a:pt x="563" y="704"/>
                    <a:pt x="567" y="702"/>
                  </a:cubicBezTo>
                  <a:cubicBezTo>
                    <a:pt x="571" y="701"/>
                    <a:pt x="571" y="694"/>
                    <a:pt x="567" y="690"/>
                  </a:cubicBezTo>
                  <a:cubicBezTo>
                    <a:pt x="564" y="686"/>
                    <a:pt x="568" y="683"/>
                    <a:pt x="574" y="682"/>
                  </a:cubicBezTo>
                  <a:cubicBezTo>
                    <a:pt x="580" y="681"/>
                    <a:pt x="579" y="672"/>
                    <a:pt x="571" y="669"/>
                  </a:cubicBezTo>
                  <a:cubicBezTo>
                    <a:pt x="562" y="665"/>
                    <a:pt x="565" y="656"/>
                    <a:pt x="573" y="662"/>
                  </a:cubicBezTo>
                  <a:cubicBezTo>
                    <a:pt x="582" y="668"/>
                    <a:pt x="588" y="663"/>
                    <a:pt x="583" y="657"/>
                  </a:cubicBezTo>
                  <a:cubicBezTo>
                    <a:pt x="578" y="651"/>
                    <a:pt x="589" y="648"/>
                    <a:pt x="600" y="647"/>
                  </a:cubicBezTo>
                  <a:cubicBezTo>
                    <a:pt x="611" y="646"/>
                    <a:pt x="616" y="640"/>
                    <a:pt x="614" y="632"/>
                  </a:cubicBezTo>
                  <a:cubicBezTo>
                    <a:pt x="612" y="623"/>
                    <a:pt x="627" y="624"/>
                    <a:pt x="623" y="631"/>
                  </a:cubicBezTo>
                  <a:cubicBezTo>
                    <a:pt x="620" y="638"/>
                    <a:pt x="622" y="646"/>
                    <a:pt x="627" y="640"/>
                  </a:cubicBezTo>
                  <a:cubicBezTo>
                    <a:pt x="632" y="635"/>
                    <a:pt x="642" y="639"/>
                    <a:pt x="660" y="634"/>
                  </a:cubicBezTo>
                  <a:cubicBezTo>
                    <a:pt x="677" y="628"/>
                    <a:pt x="695" y="614"/>
                    <a:pt x="699" y="600"/>
                  </a:cubicBezTo>
                  <a:cubicBezTo>
                    <a:pt x="703" y="586"/>
                    <a:pt x="723" y="587"/>
                    <a:pt x="721" y="578"/>
                  </a:cubicBezTo>
                  <a:cubicBezTo>
                    <a:pt x="718" y="568"/>
                    <a:pt x="724" y="565"/>
                    <a:pt x="737" y="571"/>
                  </a:cubicBezTo>
                  <a:cubicBezTo>
                    <a:pt x="751" y="577"/>
                    <a:pt x="740" y="567"/>
                    <a:pt x="755" y="567"/>
                  </a:cubicBezTo>
                  <a:cubicBezTo>
                    <a:pt x="769" y="567"/>
                    <a:pt x="767" y="562"/>
                    <a:pt x="781" y="561"/>
                  </a:cubicBezTo>
                  <a:cubicBezTo>
                    <a:pt x="795" y="561"/>
                    <a:pt x="831" y="554"/>
                    <a:pt x="844" y="544"/>
                  </a:cubicBezTo>
                  <a:cubicBezTo>
                    <a:pt x="856" y="534"/>
                    <a:pt x="883" y="525"/>
                    <a:pt x="894" y="518"/>
                  </a:cubicBezTo>
                  <a:cubicBezTo>
                    <a:pt x="905" y="511"/>
                    <a:pt x="907" y="505"/>
                    <a:pt x="901" y="509"/>
                  </a:cubicBezTo>
                  <a:cubicBezTo>
                    <a:pt x="894" y="513"/>
                    <a:pt x="880" y="513"/>
                    <a:pt x="869" y="511"/>
                  </a:cubicBezTo>
                  <a:cubicBezTo>
                    <a:pt x="859" y="508"/>
                    <a:pt x="842" y="499"/>
                    <a:pt x="830" y="506"/>
                  </a:cubicBezTo>
                  <a:cubicBezTo>
                    <a:pt x="818" y="513"/>
                    <a:pt x="826" y="496"/>
                    <a:pt x="836" y="494"/>
                  </a:cubicBezTo>
                  <a:cubicBezTo>
                    <a:pt x="845" y="493"/>
                    <a:pt x="841" y="488"/>
                    <a:pt x="839" y="478"/>
                  </a:cubicBezTo>
                  <a:cubicBezTo>
                    <a:pt x="836" y="467"/>
                    <a:pt x="855" y="474"/>
                    <a:pt x="864" y="486"/>
                  </a:cubicBezTo>
                  <a:cubicBezTo>
                    <a:pt x="872" y="498"/>
                    <a:pt x="888" y="503"/>
                    <a:pt x="902" y="499"/>
                  </a:cubicBezTo>
                  <a:cubicBezTo>
                    <a:pt x="916" y="495"/>
                    <a:pt x="903" y="483"/>
                    <a:pt x="909" y="476"/>
                  </a:cubicBezTo>
                  <a:cubicBezTo>
                    <a:pt x="914" y="468"/>
                    <a:pt x="865" y="443"/>
                    <a:pt x="863" y="435"/>
                  </a:cubicBezTo>
                  <a:cubicBezTo>
                    <a:pt x="860" y="427"/>
                    <a:pt x="875" y="432"/>
                    <a:pt x="889" y="438"/>
                  </a:cubicBezTo>
                  <a:cubicBezTo>
                    <a:pt x="902" y="444"/>
                    <a:pt x="905" y="427"/>
                    <a:pt x="905" y="420"/>
                  </a:cubicBezTo>
                  <a:cubicBezTo>
                    <a:pt x="905" y="413"/>
                    <a:pt x="876" y="412"/>
                    <a:pt x="863" y="419"/>
                  </a:cubicBezTo>
                  <a:cubicBezTo>
                    <a:pt x="850" y="427"/>
                    <a:pt x="838" y="410"/>
                    <a:pt x="855" y="408"/>
                  </a:cubicBezTo>
                  <a:cubicBezTo>
                    <a:pt x="873" y="406"/>
                    <a:pt x="857" y="398"/>
                    <a:pt x="862" y="393"/>
                  </a:cubicBezTo>
                  <a:cubicBezTo>
                    <a:pt x="867" y="388"/>
                    <a:pt x="890" y="408"/>
                    <a:pt x="901" y="405"/>
                  </a:cubicBezTo>
                  <a:cubicBezTo>
                    <a:pt x="913" y="401"/>
                    <a:pt x="921" y="405"/>
                    <a:pt x="931" y="397"/>
                  </a:cubicBezTo>
                  <a:cubicBezTo>
                    <a:pt x="941" y="390"/>
                    <a:pt x="913" y="382"/>
                    <a:pt x="907" y="376"/>
                  </a:cubicBezTo>
                  <a:cubicBezTo>
                    <a:pt x="902" y="369"/>
                    <a:pt x="936" y="371"/>
                    <a:pt x="947" y="372"/>
                  </a:cubicBezTo>
                  <a:cubicBezTo>
                    <a:pt x="957" y="372"/>
                    <a:pt x="960" y="357"/>
                    <a:pt x="951" y="360"/>
                  </a:cubicBezTo>
                  <a:cubicBezTo>
                    <a:pt x="943" y="363"/>
                    <a:pt x="913" y="349"/>
                    <a:pt x="919" y="340"/>
                  </a:cubicBezTo>
                  <a:cubicBezTo>
                    <a:pt x="926" y="331"/>
                    <a:pt x="937" y="342"/>
                    <a:pt x="950" y="335"/>
                  </a:cubicBezTo>
                  <a:cubicBezTo>
                    <a:pt x="963" y="328"/>
                    <a:pt x="951" y="303"/>
                    <a:pt x="942" y="303"/>
                  </a:cubicBezTo>
                  <a:cubicBezTo>
                    <a:pt x="933" y="303"/>
                    <a:pt x="911" y="299"/>
                    <a:pt x="911" y="295"/>
                  </a:cubicBezTo>
                  <a:cubicBezTo>
                    <a:pt x="911" y="290"/>
                    <a:pt x="892" y="286"/>
                    <a:pt x="898" y="281"/>
                  </a:cubicBezTo>
                  <a:cubicBezTo>
                    <a:pt x="903" y="276"/>
                    <a:pt x="910" y="287"/>
                    <a:pt x="922" y="278"/>
                  </a:cubicBezTo>
                  <a:cubicBezTo>
                    <a:pt x="934" y="269"/>
                    <a:pt x="959" y="280"/>
                    <a:pt x="970" y="278"/>
                  </a:cubicBezTo>
                  <a:cubicBezTo>
                    <a:pt x="980" y="276"/>
                    <a:pt x="965" y="256"/>
                    <a:pt x="959" y="259"/>
                  </a:cubicBezTo>
                  <a:cubicBezTo>
                    <a:pt x="952" y="263"/>
                    <a:pt x="931" y="264"/>
                    <a:pt x="929" y="253"/>
                  </a:cubicBezTo>
                  <a:cubicBezTo>
                    <a:pt x="928" y="242"/>
                    <a:pt x="950" y="253"/>
                    <a:pt x="953" y="248"/>
                  </a:cubicBezTo>
                  <a:cubicBezTo>
                    <a:pt x="957" y="243"/>
                    <a:pt x="923" y="229"/>
                    <a:pt x="918" y="240"/>
                  </a:cubicBezTo>
                  <a:cubicBezTo>
                    <a:pt x="913" y="251"/>
                    <a:pt x="894" y="247"/>
                    <a:pt x="904" y="241"/>
                  </a:cubicBezTo>
                  <a:cubicBezTo>
                    <a:pt x="914" y="235"/>
                    <a:pt x="916" y="217"/>
                    <a:pt x="915" y="208"/>
                  </a:cubicBezTo>
                  <a:cubicBezTo>
                    <a:pt x="914" y="199"/>
                    <a:pt x="950" y="199"/>
                    <a:pt x="946" y="184"/>
                  </a:cubicBezTo>
                  <a:cubicBezTo>
                    <a:pt x="942" y="170"/>
                    <a:pt x="963" y="166"/>
                    <a:pt x="975" y="166"/>
                  </a:cubicBezTo>
                  <a:cubicBezTo>
                    <a:pt x="987" y="166"/>
                    <a:pt x="975" y="151"/>
                    <a:pt x="963" y="152"/>
                  </a:cubicBezTo>
                  <a:cubicBezTo>
                    <a:pt x="952" y="154"/>
                    <a:pt x="940" y="167"/>
                    <a:pt x="934" y="162"/>
                  </a:cubicBezTo>
                  <a:cubicBezTo>
                    <a:pt x="928" y="156"/>
                    <a:pt x="948" y="147"/>
                    <a:pt x="958" y="147"/>
                  </a:cubicBezTo>
                  <a:cubicBezTo>
                    <a:pt x="968" y="147"/>
                    <a:pt x="994" y="146"/>
                    <a:pt x="1002" y="141"/>
                  </a:cubicBezTo>
                  <a:cubicBezTo>
                    <a:pt x="1011" y="136"/>
                    <a:pt x="987" y="131"/>
                    <a:pt x="970" y="133"/>
                  </a:cubicBezTo>
                  <a:cubicBezTo>
                    <a:pt x="953" y="135"/>
                    <a:pt x="953" y="128"/>
                    <a:pt x="978" y="127"/>
                  </a:cubicBezTo>
                  <a:cubicBezTo>
                    <a:pt x="1003" y="127"/>
                    <a:pt x="999" y="122"/>
                    <a:pt x="1017" y="119"/>
                  </a:cubicBezTo>
                  <a:cubicBezTo>
                    <a:pt x="1035" y="117"/>
                    <a:pt x="1029" y="110"/>
                    <a:pt x="1040" y="110"/>
                  </a:cubicBezTo>
                  <a:cubicBezTo>
                    <a:pt x="1051" y="109"/>
                    <a:pt x="1080" y="97"/>
                    <a:pt x="1080" y="91"/>
                  </a:cubicBezTo>
                  <a:cubicBezTo>
                    <a:pt x="1080" y="86"/>
                    <a:pt x="1038" y="74"/>
                    <a:pt x="1019" y="74"/>
                  </a:cubicBezTo>
                  <a:close/>
                  <a:moveTo>
                    <a:pt x="369" y="528"/>
                  </a:moveTo>
                  <a:cubicBezTo>
                    <a:pt x="370" y="520"/>
                    <a:pt x="360" y="525"/>
                    <a:pt x="355" y="515"/>
                  </a:cubicBezTo>
                  <a:cubicBezTo>
                    <a:pt x="350" y="505"/>
                    <a:pt x="323" y="501"/>
                    <a:pt x="321" y="509"/>
                  </a:cubicBezTo>
                  <a:cubicBezTo>
                    <a:pt x="320" y="512"/>
                    <a:pt x="311" y="517"/>
                    <a:pt x="318" y="524"/>
                  </a:cubicBezTo>
                  <a:cubicBezTo>
                    <a:pt x="325" y="531"/>
                    <a:pt x="330" y="528"/>
                    <a:pt x="337" y="536"/>
                  </a:cubicBezTo>
                  <a:cubicBezTo>
                    <a:pt x="345" y="543"/>
                    <a:pt x="369" y="537"/>
                    <a:pt x="369" y="52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4" name="Google Shape;214;p31"/>
            <p:cNvSpPr/>
            <p:nvPr/>
          </p:nvSpPr>
          <p:spPr>
            <a:xfrm>
              <a:off x="1528815" y="771550"/>
              <a:ext cx="2016198" cy="1517701"/>
            </a:xfrm>
            <a:custGeom>
              <a:avLst/>
              <a:gdLst/>
              <a:ahLst/>
              <a:cxnLst/>
              <a:rect l="l" t="t" r="r" b="b"/>
              <a:pathLst>
                <a:path w="1571" h="1211" extrusionOk="0">
                  <a:moveTo>
                    <a:pt x="310" y="1061"/>
                  </a:moveTo>
                  <a:cubicBezTo>
                    <a:pt x="305" y="1056"/>
                    <a:pt x="291" y="1057"/>
                    <a:pt x="289" y="1052"/>
                  </a:cubicBezTo>
                  <a:cubicBezTo>
                    <a:pt x="288" y="1047"/>
                    <a:pt x="275" y="1029"/>
                    <a:pt x="269" y="1029"/>
                  </a:cubicBezTo>
                  <a:cubicBezTo>
                    <a:pt x="262" y="1029"/>
                    <a:pt x="253" y="1030"/>
                    <a:pt x="246" y="1024"/>
                  </a:cubicBezTo>
                  <a:cubicBezTo>
                    <a:pt x="238" y="1018"/>
                    <a:pt x="233" y="1018"/>
                    <a:pt x="227" y="1021"/>
                  </a:cubicBezTo>
                  <a:cubicBezTo>
                    <a:pt x="222" y="1025"/>
                    <a:pt x="233" y="1026"/>
                    <a:pt x="233" y="1029"/>
                  </a:cubicBezTo>
                  <a:cubicBezTo>
                    <a:pt x="232" y="1033"/>
                    <a:pt x="236" y="1036"/>
                    <a:pt x="241" y="1035"/>
                  </a:cubicBezTo>
                  <a:cubicBezTo>
                    <a:pt x="246" y="1034"/>
                    <a:pt x="248" y="1044"/>
                    <a:pt x="253" y="1044"/>
                  </a:cubicBezTo>
                  <a:cubicBezTo>
                    <a:pt x="258" y="1045"/>
                    <a:pt x="259" y="1052"/>
                    <a:pt x="265" y="1052"/>
                  </a:cubicBezTo>
                  <a:cubicBezTo>
                    <a:pt x="270" y="1052"/>
                    <a:pt x="271" y="1058"/>
                    <a:pt x="274" y="1062"/>
                  </a:cubicBezTo>
                  <a:cubicBezTo>
                    <a:pt x="277" y="1065"/>
                    <a:pt x="283" y="1062"/>
                    <a:pt x="283" y="1066"/>
                  </a:cubicBezTo>
                  <a:cubicBezTo>
                    <a:pt x="283" y="1069"/>
                    <a:pt x="289" y="1072"/>
                    <a:pt x="291" y="1076"/>
                  </a:cubicBezTo>
                  <a:cubicBezTo>
                    <a:pt x="302" y="1077"/>
                    <a:pt x="311" y="1078"/>
                    <a:pt x="319" y="1076"/>
                  </a:cubicBezTo>
                  <a:cubicBezTo>
                    <a:pt x="319" y="1073"/>
                    <a:pt x="320" y="1071"/>
                    <a:pt x="321" y="1069"/>
                  </a:cubicBezTo>
                  <a:cubicBezTo>
                    <a:pt x="323" y="1063"/>
                    <a:pt x="315" y="1067"/>
                    <a:pt x="310" y="1061"/>
                  </a:cubicBezTo>
                  <a:close/>
                  <a:moveTo>
                    <a:pt x="297" y="440"/>
                  </a:moveTo>
                  <a:cubicBezTo>
                    <a:pt x="311" y="443"/>
                    <a:pt x="312" y="468"/>
                    <a:pt x="322" y="468"/>
                  </a:cubicBezTo>
                  <a:cubicBezTo>
                    <a:pt x="328" y="468"/>
                    <a:pt x="323" y="460"/>
                    <a:pt x="333" y="460"/>
                  </a:cubicBezTo>
                  <a:cubicBezTo>
                    <a:pt x="343" y="460"/>
                    <a:pt x="341" y="455"/>
                    <a:pt x="350" y="456"/>
                  </a:cubicBezTo>
                  <a:cubicBezTo>
                    <a:pt x="360" y="456"/>
                    <a:pt x="368" y="453"/>
                    <a:pt x="368" y="442"/>
                  </a:cubicBezTo>
                  <a:cubicBezTo>
                    <a:pt x="368" y="431"/>
                    <a:pt x="375" y="427"/>
                    <a:pt x="384" y="425"/>
                  </a:cubicBezTo>
                  <a:cubicBezTo>
                    <a:pt x="394" y="423"/>
                    <a:pt x="385" y="411"/>
                    <a:pt x="398" y="408"/>
                  </a:cubicBezTo>
                  <a:cubicBezTo>
                    <a:pt x="412" y="405"/>
                    <a:pt x="448" y="389"/>
                    <a:pt x="455" y="384"/>
                  </a:cubicBezTo>
                  <a:cubicBezTo>
                    <a:pt x="461" y="380"/>
                    <a:pt x="447" y="374"/>
                    <a:pt x="433" y="365"/>
                  </a:cubicBezTo>
                  <a:cubicBezTo>
                    <a:pt x="419" y="356"/>
                    <a:pt x="408" y="354"/>
                    <a:pt x="397" y="361"/>
                  </a:cubicBezTo>
                  <a:cubicBezTo>
                    <a:pt x="386" y="368"/>
                    <a:pt x="394" y="353"/>
                    <a:pt x="386" y="357"/>
                  </a:cubicBezTo>
                  <a:cubicBezTo>
                    <a:pt x="377" y="361"/>
                    <a:pt x="354" y="351"/>
                    <a:pt x="350" y="347"/>
                  </a:cubicBezTo>
                  <a:cubicBezTo>
                    <a:pt x="347" y="343"/>
                    <a:pt x="305" y="356"/>
                    <a:pt x="295" y="356"/>
                  </a:cubicBezTo>
                  <a:cubicBezTo>
                    <a:pt x="285" y="356"/>
                    <a:pt x="296" y="366"/>
                    <a:pt x="303" y="372"/>
                  </a:cubicBezTo>
                  <a:cubicBezTo>
                    <a:pt x="310" y="377"/>
                    <a:pt x="286" y="395"/>
                    <a:pt x="290" y="399"/>
                  </a:cubicBezTo>
                  <a:cubicBezTo>
                    <a:pt x="295" y="402"/>
                    <a:pt x="286" y="413"/>
                    <a:pt x="275" y="425"/>
                  </a:cubicBezTo>
                  <a:cubicBezTo>
                    <a:pt x="264" y="438"/>
                    <a:pt x="282" y="437"/>
                    <a:pt x="297" y="440"/>
                  </a:cubicBezTo>
                  <a:close/>
                  <a:moveTo>
                    <a:pt x="688" y="504"/>
                  </a:moveTo>
                  <a:cubicBezTo>
                    <a:pt x="692" y="499"/>
                    <a:pt x="712" y="515"/>
                    <a:pt x="713" y="503"/>
                  </a:cubicBezTo>
                  <a:cubicBezTo>
                    <a:pt x="713" y="492"/>
                    <a:pt x="691" y="486"/>
                    <a:pt x="681" y="480"/>
                  </a:cubicBezTo>
                  <a:cubicBezTo>
                    <a:pt x="672" y="474"/>
                    <a:pt x="668" y="477"/>
                    <a:pt x="653" y="466"/>
                  </a:cubicBezTo>
                  <a:cubicBezTo>
                    <a:pt x="638" y="455"/>
                    <a:pt x="657" y="449"/>
                    <a:pt x="646" y="441"/>
                  </a:cubicBezTo>
                  <a:cubicBezTo>
                    <a:pt x="635" y="432"/>
                    <a:pt x="631" y="409"/>
                    <a:pt x="639" y="401"/>
                  </a:cubicBezTo>
                  <a:cubicBezTo>
                    <a:pt x="647" y="393"/>
                    <a:pt x="656" y="381"/>
                    <a:pt x="641" y="376"/>
                  </a:cubicBezTo>
                  <a:cubicBezTo>
                    <a:pt x="627" y="370"/>
                    <a:pt x="605" y="381"/>
                    <a:pt x="607" y="384"/>
                  </a:cubicBezTo>
                  <a:cubicBezTo>
                    <a:pt x="609" y="387"/>
                    <a:pt x="629" y="398"/>
                    <a:pt x="629" y="402"/>
                  </a:cubicBezTo>
                  <a:cubicBezTo>
                    <a:pt x="629" y="407"/>
                    <a:pt x="611" y="389"/>
                    <a:pt x="605" y="393"/>
                  </a:cubicBezTo>
                  <a:cubicBezTo>
                    <a:pt x="598" y="397"/>
                    <a:pt x="591" y="385"/>
                    <a:pt x="586" y="393"/>
                  </a:cubicBezTo>
                  <a:cubicBezTo>
                    <a:pt x="580" y="401"/>
                    <a:pt x="593" y="428"/>
                    <a:pt x="598" y="436"/>
                  </a:cubicBezTo>
                  <a:cubicBezTo>
                    <a:pt x="602" y="444"/>
                    <a:pt x="593" y="444"/>
                    <a:pt x="587" y="445"/>
                  </a:cubicBezTo>
                  <a:cubicBezTo>
                    <a:pt x="580" y="447"/>
                    <a:pt x="580" y="424"/>
                    <a:pt x="573" y="415"/>
                  </a:cubicBezTo>
                  <a:cubicBezTo>
                    <a:pt x="567" y="406"/>
                    <a:pt x="542" y="396"/>
                    <a:pt x="541" y="402"/>
                  </a:cubicBezTo>
                  <a:cubicBezTo>
                    <a:pt x="539" y="409"/>
                    <a:pt x="556" y="409"/>
                    <a:pt x="554" y="417"/>
                  </a:cubicBezTo>
                  <a:cubicBezTo>
                    <a:pt x="552" y="426"/>
                    <a:pt x="542" y="412"/>
                    <a:pt x="534" y="419"/>
                  </a:cubicBezTo>
                  <a:cubicBezTo>
                    <a:pt x="525" y="426"/>
                    <a:pt x="526" y="421"/>
                    <a:pt x="528" y="414"/>
                  </a:cubicBezTo>
                  <a:cubicBezTo>
                    <a:pt x="530" y="407"/>
                    <a:pt x="516" y="399"/>
                    <a:pt x="500" y="401"/>
                  </a:cubicBezTo>
                  <a:cubicBezTo>
                    <a:pt x="484" y="402"/>
                    <a:pt x="493" y="413"/>
                    <a:pt x="488" y="417"/>
                  </a:cubicBezTo>
                  <a:cubicBezTo>
                    <a:pt x="483" y="421"/>
                    <a:pt x="460" y="415"/>
                    <a:pt x="475" y="412"/>
                  </a:cubicBezTo>
                  <a:cubicBezTo>
                    <a:pt x="490" y="409"/>
                    <a:pt x="483" y="400"/>
                    <a:pt x="478" y="392"/>
                  </a:cubicBezTo>
                  <a:cubicBezTo>
                    <a:pt x="473" y="383"/>
                    <a:pt x="458" y="393"/>
                    <a:pt x="433" y="402"/>
                  </a:cubicBezTo>
                  <a:cubicBezTo>
                    <a:pt x="409" y="410"/>
                    <a:pt x="398" y="420"/>
                    <a:pt x="401" y="420"/>
                  </a:cubicBezTo>
                  <a:cubicBezTo>
                    <a:pt x="404" y="421"/>
                    <a:pt x="405" y="425"/>
                    <a:pt x="396" y="433"/>
                  </a:cubicBezTo>
                  <a:cubicBezTo>
                    <a:pt x="386" y="441"/>
                    <a:pt x="396" y="448"/>
                    <a:pt x="404" y="448"/>
                  </a:cubicBezTo>
                  <a:cubicBezTo>
                    <a:pt x="413" y="448"/>
                    <a:pt x="405" y="455"/>
                    <a:pt x="412" y="456"/>
                  </a:cubicBezTo>
                  <a:cubicBezTo>
                    <a:pt x="417" y="458"/>
                    <a:pt x="445" y="445"/>
                    <a:pt x="453" y="451"/>
                  </a:cubicBezTo>
                  <a:cubicBezTo>
                    <a:pt x="461" y="456"/>
                    <a:pt x="407" y="460"/>
                    <a:pt x="407" y="469"/>
                  </a:cubicBezTo>
                  <a:cubicBezTo>
                    <a:pt x="407" y="478"/>
                    <a:pt x="437" y="484"/>
                    <a:pt x="458" y="480"/>
                  </a:cubicBezTo>
                  <a:cubicBezTo>
                    <a:pt x="480" y="476"/>
                    <a:pt x="519" y="483"/>
                    <a:pt x="519" y="489"/>
                  </a:cubicBezTo>
                  <a:cubicBezTo>
                    <a:pt x="519" y="494"/>
                    <a:pt x="493" y="492"/>
                    <a:pt x="473" y="492"/>
                  </a:cubicBezTo>
                  <a:cubicBezTo>
                    <a:pt x="454" y="491"/>
                    <a:pt x="420" y="497"/>
                    <a:pt x="422" y="503"/>
                  </a:cubicBezTo>
                  <a:cubicBezTo>
                    <a:pt x="423" y="510"/>
                    <a:pt x="426" y="510"/>
                    <a:pt x="446" y="520"/>
                  </a:cubicBezTo>
                  <a:cubicBezTo>
                    <a:pt x="466" y="529"/>
                    <a:pt x="487" y="515"/>
                    <a:pt x="487" y="528"/>
                  </a:cubicBezTo>
                  <a:cubicBezTo>
                    <a:pt x="486" y="542"/>
                    <a:pt x="498" y="545"/>
                    <a:pt x="525" y="546"/>
                  </a:cubicBezTo>
                  <a:cubicBezTo>
                    <a:pt x="552" y="546"/>
                    <a:pt x="565" y="533"/>
                    <a:pt x="578" y="534"/>
                  </a:cubicBezTo>
                  <a:cubicBezTo>
                    <a:pt x="591" y="535"/>
                    <a:pt x="598" y="532"/>
                    <a:pt x="604" y="523"/>
                  </a:cubicBezTo>
                  <a:cubicBezTo>
                    <a:pt x="610" y="514"/>
                    <a:pt x="616" y="519"/>
                    <a:pt x="617" y="524"/>
                  </a:cubicBezTo>
                  <a:cubicBezTo>
                    <a:pt x="619" y="528"/>
                    <a:pt x="636" y="528"/>
                    <a:pt x="640" y="532"/>
                  </a:cubicBezTo>
                  <a:cubicBezTo>
                    <a:pt x="650" y="541"/>
                    <a:pt x="683" y="539"/>
                    <a:pt x="695" y="532"/>
                  </a:cubicBezTo>
                  <a:cubicBezTo>
                    <a:pt x="708" y="526"/>
                    <a:pt x="690" y="509"/>
                    <a:pt x="684" y="517"/>
                  </a:cubicBezTo>
                  <a:cubicBezTo>
                    <a:pt x="677" y="524"/>
                    <a:pt x="672" y="520"/>
                    <a:pt x="670" y="516"/>
                  </a:cubicBezTo>
                  <a:cubicBezTo>
                    <a:pt x="669" y="512"/>
                    <a:pt x="683" y="510"/>
                    <a:pt x="688" y="504"/>
                  </a:cubicBezTo>
                  <a:close/>
                  <a:moveTo>
                    <a:pt x="390" y="312"/>
                  </a:moveTo>
                  <a:cubicBezTo>
                    <a:pt x="404" y="313"/>
                    <a:pt x="419" y="301"/>
                    <a:pt x="418" y="294"/>
                  </a:cubicBezTo>
                  <a:cubicBezTo>
                    <a:pt x="417" y="287"/>
                    <a:pt x="383" y="311"/>
                    <a:pt x="390" y="312"/>
                  </a:cubicBezTo>
                  <a:close/>
                  <a:moveTo>
                    <a:pt x="325" y="290"/>
                  </a:moveTo>
                  <a:cubicBezTo>
                    <a:pt x="331" y="292"/>
                    <a:pt x="325" y="303"/>
                    <a:pt x="332" y="300"/>
                  </a:cubicBezTo>
                  <a:cubicBezTo>
                    <a:pt x="338" y="297"/>
                    <a:pt x="340" y="296"/>
                    <a:pt x="344" y="298"/>
                  </a:cubicBezTo>
                  <a:cubicBezTo>
                    <a:pt x="353" y="300"/>
                    <a:pt x="354" y="293"/>
                    <a:pt x="358" y="289"/>
                  </a:cubicBezTo>
                  <a:cubicBezTo>
                    <a:pt x="362" y="285"/>
                    <a:pt x="361" y="303"/>
                    <a:pt x="371" y="303"/>
                  </a:cubicBezTo>
                  <a:cubicBezTo>
                    <a:pt x="379" y="303"/>
                    <a:pt x="378" y="284"/>
                    <a:pt x="386" y="290"/>
                  </a:cubicBezTo>
                  <a:cubicBezTo>
                    <a:pt x="394" y="295"/>
                    <a:pt x="396" y="287"/>
                    <a:pt x="397" y="282"/>
                  </a:cubicBezTo>
                  <a:cubicBezTo>
                    <a:pt x="399" y="277"/>
                    <a:pt x="399" y="267"/>
                    <a:pt x="408" y="266"/>
                  </a:cubicBezTo>
                  <a:cubicBezTo>
                    <a:pt x="416" y="264"/>
                    <a:pt x="409" y="274"/>
                    <a:pt x="413" y="281"/>
                  </a:cubicBezTo>
                  <a:cubicBezTo>
                    <a:pt x="419" y="291"/>
                    <a:pt x="429" y="282"/>
                    <a:pt x="429" y="277"/>
                  </a:cubicBezTo>
                  <a:cubicBezTo>
                    <a:pt x="430" y="273"/>
                    <a:pt x="444" y="276"/>
                    <a:pt x="444" y="270"/>
                  </a:cubicBezTo>
                  <a:cubicBezTo>
                    <a:pt x="443" y="265"/>
                    <a:pt x="447" y="263"/>
                    <a:pt x="444" y="257"/>
                  </a:cubicBezTo>
                  <a:cubicBezTo>
                    <a:pt x="440" y="251"/>
                    <a:pt x="450" y="252"/>
                    <a:pt x="455" y="248"/>
                  </a:cubicBezTo>
                  <a:cubicBezTo>
                    <a:pt x="459" y="243"/>
                    <a:pt x="448" y="247"/>
                    <a:pt x="440" y="240"/>
                  </a:cubicBezTo>
                  <a:cubicBezTo>
                    <a:pt x="433" y="233"/>
                    <a:pt x="429" y="242"/>
                    <a:pt x="429" y="247"/>
                  </a:cubicBezTo>
                  <a:cubicBezTo>
                    <a:pt x="429" y="251"/>
                    <a:pt x="415" y="248"/>
                    <a:pt x="406" y="244"/>
                  </a:cubicBezTo>
                  <a:cubicBezTo>
                    <a:pt x="397" y="241"/>
                    <a:pt x="386" y="255"/>
                    <a:pt x="374" y="261"/>
                  </a:cubicBezTo>
                  <a:cubicBezTo>
                    <a:pt x="361" y="267"/>
                    <a:pt x="361" y="278"/>
                    <a:pt x="349" y="277"/>
                  </a:cubicBezTo>
                  <a:cubicBezTo>
                    <a:pt x="337" y="277"/>
                    <a:pt x="320" y="287"/>
                    <a:pt x="325" y="290"/>
                  </a:cubicBezTo>
                  <a:close/>
                  <a:moveTo>
                    <a:pt x="447" y="286"/>
                  </a:moveTo>
                  <a:cubicBezTo>
                    <a:pt x="437" y="287"/>
                    <a:pt x="437" y="298"/>
                    <a:pt x="450" y="298"/>
                  </a:cubicBezTo>
                  <a:cubicBezTo>
                    <a:pt x="462" y="298"/>
                    <a:pt x="466" y="302"/>
                    <a:pt x="448" y="301"/>
                  </a:cubicBezTo>
                  <a:cubicBezTo>
                    <a:pt x="430" y="300"/>
                    <a:pt x="422" y="316"/>
                    <a:pt x="435" y="312"/>
                  </a:cubicBezTo>
                  <a:cubicBezTo>
                    <a:pt x="447" y="309"/>
                    <a:pt x="462" y="309"/>
                    <a:pt x="453" y="312"/>
                  </a:cubicBezTo>
                  <a:cubicBezTo>
                    <a:pt x="444" y="316"/>
                    <a:pt x="418" y="318"/>
                    <a:pt x="422" y="323"/>
                  </a:cubicBezTo>
                  <a:cubicBezTo>
                    <a:pt x="424" y="326"/>
                    <a:pt x="434" y="325"/>
                    <a:pt x="444" y="329"/>
                  </a:cubicBezTo>
                  <a:cubicBezTo>
                    <a:pt x="455" y="333"/>
                    <a:pt x="461" y="335"/>
                    <a:pt x="469" y="327"/>
                  </a:cubicBezTo>
                  <a:cubicBezTo>
                    <a:pt x="476" y="318"/>
                    <a:pt x="487" y="309"/>
                    <a:pt x="483" y="321"/>
                  </a:cubicBezTo>
                  <a:cubicBezTo>
                    <a:pt x="479" y="333"/>
                    <a:pt x="495" y="324"/>
                    <a:pt x="516" y="323"/>
                  </a:cubicBezTo>
                  <a:cubicBezTo>
                    <a:pt x="537" y="323"/>
                    <a:pt x="512" y="336"/>
                    <a:pt x="491" y="338"/>
                  </a:cubicBezTo>
                  <a:cubicBezTo>
                    <a:pt x="469" y="339"/>
                    <a:pt x="473" y="350"/>
                    <a:pt x="490" y="354"/>
                  </a:cubicBezTo>
                  <a:cubicBezTo>
                    <a:pt x="507" y="358"/>
                    <a:pt x="544" y="343"/>
                    <a:pt x="552" y="334"/>
                  </a:cubicBezTo>
                  <a:cubicBezTo>
                    <a:pt x="561" y="326"/>
                    <a:pt x="569" y="339"/>
                    <a:pt x="577" y="333"/>
                  </a:cubicBezTo>
                  <a:cubicBezTo>
                    <a:pt x="586" y="327"/>
                    <a:pt x="602" y="334"/>
                    <a:pt x="617" y="330"/>
                  </a:cubicBezTo>
                  <a:cubicBezTo>
                    <a:pt x="632" y="327"/>
                    <a:pt x="634" y="299"/>
                    <a:pt x="623" y="295"/>
                  </a:cubicBezTo>
                  <a:cubicBezTo>
                    <a:pt x="613" y="290"/>
                    <a:pt x="613" y="300"/>
                    <a:pt x="604" y="302"/>
                  </a:cubicBezTo>
                  <a:cubicBezTo>
                    <a:pt x="595" y="303"/>
                    <a:pt x="591" y="292"/>
                    <a:pt x="584" y="285"/>
                  </a:cubicBezTo>
                  <a:cubicBezTo>
                    <a:pt x="577" y="278"/>
                    <a:pt x="581" y="265"/>
                    <a:pt x="571" y="266"/>
                  </a:cubicBezTo>
                  <a:cubicBezTo>
                    <a:pt x="561" y="268"/>
                    <a:pt x="539" y="284"/>
                    <a:pt x="552" y="286"/>
                  </a:cubicBezTo>
                  <a:cubicBezTo>
                    <a:pt x="566" y="287"/>
                    <a:pt x="561" y="295"/>
                    <a:pt x="554" y="298"/>
                  </a:cubicBezTo>
                  <a:cubicBezTo>
                    <a:pt x="547" y="301"/>
                    <a:pt x="570" y="306"/>
                    <a:pt x="567" y="311"/>
                  </a:cubicBezTo>
                  <a:cubicBezTo>
                    <a:pt x="564" y="316"/>
                    <a:pt x="528" y="312"/>
                    <a:pt x="526" y="304"/>
                  </a:cubicBezTo>
                  <a:cubicBezTo>
                    <a:pt x="525" y="296"/>
                    <a:pt x="497" y="282"/>
                    <a:pt x="485" y="285"/>
                  </a:cubicBezTo>
                  <a:cubicBezTo>
                    <a:pt x="473" y="288"/>
                    <a:pt x="478" y="276"/>
                    <a:pt x="466" y="275"/>
                  </a:cubicBezTo>
                  <a:cubicBezTo>
                    <a:pt x="455" y="274"/>
                    <a:pt x="458" y="285"/>
                    <a:pt x="447" y="286"/>
                  </a:cubicBezTo>
                  <a:close/>
                  <a:moveTo>
                    <a:pt x="488" y="230"/>
                  </a:moveTo>
                  <a:cubicBezTo>
                    <a:pt x="492" y="220"/>
                    <a:pt x="462" y="222"/>
                    <a:pt x="465" y="225"/>
                  </a:cubicBezTo>
                  <a:cubicBezTo>
                    <a:pt x="470" y="232"/>
                    <a:pt x="484" y="239"/>
                    <a:pt x="488" y="230"/>
                  </a:cubicBezTo>
                  <a:close/>
                  <a:moveTo>
                    <a:pt x="553" y="226"/>
                  </a:moveTo>
                  <a:cubicBezTo>
                    <a:pt x="563" y="224"/>
                    <a:pt x="559" y="216"/>
                    <a:pt x="542" y="219"/>
                  </a:cubicBezTo>
                  <a:cubicBezTo>
                    <a:pt x="526" y="221"/>
                    <a:pt x="498" y="221"/>
                    <a:pt x="498" y="233"/>
                  </a:cubicBezTo>
                  <a:cubicBezTo>
                    <a:pt x="498" y="242"/>
                    <a:pt x="503" y="247"/>
                    <a:pt x="521" y="248"/>
                  </a:cubicBezTo>
                  <a:cubicBezTo>
                    <a:pt x="539" y="250"/>
                    <a:pt x="555" y="233"/>
                    <a:pt x="546" y="233"/>
                  </a:cubicBezTo>
                  <a:cubicBezTo>
                    <a:pt x="537" y="233"/>
                    <a:pt x="543" y="227"/>
                    <a:pt x="553" y="226"/>
                  </a:cubicBezTo>
                  <a:close/>
                  <a:moveTo>
                    <a:pt x="515" y="211"/>
                  </a:moveTo>
                  <a:cubicBezTo>
                    <a:pt x="523" y="214"/>
                    <a:pt x="530" y="204"/>
                    <a:pt x="536" y="208"/>
                  </a:cubicBezTo>
                  <a:cubicBezTo>
                    <a:pt x="541" y="213"/>
                    <a:pt x="566" y="217"/>
                    <a:pt x="566" y="205"/>
                  </a:cubicBezTo>
                  <a:cubicBezTo>
                    <a:pt x="566" y="192"/>
                    <a:pt x="535" y="190"/>
                    <a:pt x="527" y="195"/>
                  </a:cubicBezTo>
                  <a:cubicBezTo>
                    <a:pt x="519" y="200"/>
                    <a:pt x="483" y="201"/>
                    <a:pt x="494" y="209"/>
                  </a:cubicBezTo>
                  <a:cubicBezTo>
                    <a:pt x="500" y="214"/>
                    <a:pt x="507" y="208"/>
                    <a:pt x="515" y="211"/>
                  </a:cubicBezTo>
                  <a:close/>
                  <a:moveTo>
                    <a:pt x="645" y="187"/>
                  </a:moveTo>
                  <a:cubicBezTo>
                    <a:pt x="655" y="180"/>
                    <a:pt x="672" y="190"/>
                    <a:pt x="669" y="198"/>
                  </a:cubicBezTo>
                  <a:cubicBezTo>
                    <a:pt x="666" y="205"/>
                    <a:pt x="639" y="196"/>
                    <a:pt x="641" y="202"/>
                  </a:cubicBezTo>
                  <a:cubicBezTo>
                    <a:pt x="641" y="205"/>
                    <a:pt x="645" y="214"/>
                    <a:pt x="663" y="208"/>
                  </a:cubicBezTo>
                  <a:cubicBezTo>
                    <a:pt x="682" y="203"/>
                    <a:pt x="698" y="207"/>
                    <a:pt x="710" y="217"/>
                  </a:cubicBezTo>
                  <a:cubicBezTo>
                    <a:pt x="723" y="227"/>
                    <a:pt x="735" y="231"/>
                    <a:pt x="743" y="221"/>
                  </a:cubicBezTo>
                  <a:cubicBezTo>
                    <a:pt x="752" y="211"/>
                    <a:pt x="732" y="209"/>
                    <a:pt x="736" y="201"/>
                  </a:cubicBezTo>
                  <a:cubicBezTo>
                    <a:pt x="740" y="194"/>
                    <a:pt x="724" y="189"/>
                    <a:pt x="715" y="189"/>
                  </a:cubicBezTo>
                  <a:cubicBezTo>
                    <a:pt x="706" y="189"/>
                    <a:pt x="703" y="173"/>
                    <a:pt x="696" y="176"/>
                  </a:cubicBezTo>
                  <a:cubicBezTo>
                    <a:pt x="689" y="180"/>
                    <a:pt x="685" y="185"/>
                    <a:pt x="685" y="175"/>
                  </a:cubicBezTo>
                  <a:cubicBezTo>
                    <a:pt x="685" y="165"/>
                    <a:pt x="644" y="164"/>
                    <a:pt x="634" y="168"/>
                  </a:cubicBezTo>
                  <a:cubicBezTo>
                    <a:pt x="623" y="172"/>
                    <a:pt x="636" y="193"/>
                    <a:pt x="645" y="187"/>
                  </a:cubicBezTo>
                  <a:close/>
                  <a:moveTo>
                    <a:pt x="651" y="252"/>
                  </a:moveTo>
                  <a:cubicBezTo>
                    <a:pt x="657" y="244"/>
                    <a:pt x="626" y="219"/>
                    <a:pt x="624" y="231"/>
                  </a:cubicBezTo>
                  <a:cubicBezTo>
                    <a:pt x="623" y="243"/>
                    <a:pt x="644" y="261"/>
                    <a:pt x="651" y="252"/>
                  </a:cubicBezTo>
                  <a:close/>
                  <a:moveTo>
                    <a:pt x="753" y="150"/>
                  </a:moveTo>
                  <a:cubicBezTo>
                    <a:pt x="758" y="140"/>
                    <a:pt x="720" y="133"/>
                    <a:pt x="729" y="141"/>
                  </a:cubicBezTo>
                  <a:cubicBezTo>
                    <a:pt x="735" y="146"/>
                    <a:pt x="747" y="159"/>
                    <a:pt x="753" y="150"/>
                  </a:cubicBezTo>
                  <a:close/>
                  <a:moveTo>
                    <a:pt x="664" y="327"/>
                  </a:moveTo>
                  <a:cubicBezTo>
                    <a:pt x="670" y="321"/>
                    <a:pt x="652" y="308"/>
                    <a:pt x="648" y="319"/>
                  </a:cubicBezTo>
                  <a:cubicBezTo>
                    <a:pt x="643" y="330"/>
                    <a:pt x="659" y="334"/>
                    <a:pt x="664" y="327"/>
                  </a:cubicBezTo>
                  <a:close/>
                  <a:moveTo>
                    <a:pt x="753" y="273"/>
                  </a:moveTo>
                  <a:cubicBezTo>
                    <a:pt x="752" y="280"/>
                    <a:pt x="734" y="271"/>
                    <a:pt x="720" y="266"/>
                  </a:cubicBezTo>
                  <a:cubicBezTo>
                    <a:pt x="706" y="260"/>
                    <a:pt x="714" y="277"/>
                    <a:pt x="725" y="286"/>
                  </a:cubicBezTo>
                  <a:cubicBezTo>
                    <a:pt x="736" y="295"/>
                    <a:pt x="720" y="291"/>
                    <a:pt x="705" y="280"/>
                  </a:cubicBezTo>
                  <a:cubicBezTo>
                    <a:pt x="690" y="270"/>
                    <a:pt x="692" y="287"/>
                    <a:pt x="699" y="293"/>
                  </a:cubicBezTo>
                  <a:cubicBezTo>
                    <a:pt x="706" y="298"/>
                    <a:pt x="697" y="306"/>
                    <a:pt x="688" y="294"/>
                  </a:cubicBezTo>
                  <a:cubicBezTo>
                    <a:pt x="678" y="281"/>
                    <a:pt x="674" y="268"/>
                    <a:pt x="659" y="267"/>
                  </a:cubicBezTo>
                  <a:cubicBezTo>
                    <a:pt x="644" y="266"/>
                    <a:pt x="651" y="282"/>
                    <a:pt x="656" y="289"/>
                  </a:cubicBezTo>
                  <a:cubicBezTo>
                    <a:pt x="664" y="299"/>
                    <a:pt x="672" y="302"/>
                    <a:pt x="685" y="309"/>
                  </a:cubicBezTo>
                  <a:cubicBezTo>
                    <a:pt x="697" y="316"/>
                    <a:pt x="717" y="305"/>
                    <a:pt x="727" y="308"/>
                  </a:cubicBezTo>
                  <a:cubicBezTo>
                    <a:pt x="736" y="310"/>
                    <a:pt x="717" y="322"/>
                    <a:pt x="723" y="330"/>
                  </a:cubicBezTo>
                  <a:cubicBezTo>
                    <a:pt x="729" y="338"/>
                    <a:pt x="746" y="332"/>
                    <a:pt x="760" y="331"/>
                  </a:cubicBezTo>
                  <a:cubicBezTo>
                    <a:pt x="773" y="330"/>
                    <a:pt x="767" y="323"/>
                    <a:pt x="774" y="317"/>
                  </a:cubicBezTo>
                  <a:cubicBezTo>
                    <a:pt x="782" y="312"/>
                    <a:pt x="767" y="312"/>
                    <a:pt x="773" y="299"/>
                  </a:cubicBezTo>
                  <a:cubicBezTo>
                    <a:pt x="779" y="286"/>
                    <a:pt x="753" y="265"/>
                    <a:pt x="753" y="273"/>
                  </a:cubicBezTo>
                  <a:close/>
                  <a:moveTo>
                    <a:pt x="785" y="226"/>
                  </a:moveTo>
                  <a:cubicBezTo>
                    <a:pt x="797" y="226"/>
                    <a:pt x="807" y="225"/>
                    <a:pt x="817" y="221"/>
                  </a:cubicBezTo>
                  <a:cubicBezTo>
                    <a:pt x="827" y="217"/>
                    <a:pt x="811" y="217"/>
                    <a:pt x="818" y="208"/>
                  </a:cubicBezTo>
                  <a:cubicBezTo>
                    <a:pt x="825" y="198"/>
                    <a:pt x="801" y="198"/>
                    <a:pt x="800" y="201"/>
                  </a:cubicBezTo>
                  <a:cubicBezTo>
                    <a:pt x="798" y="204"/>
                    <a:pt x="767" y="182"/>
                    <a:pt x="763" y="189"/>
                  </a:cubicBezTo>
                  <a:cubicBezTo>
                    <a:pt x="758" y="196"/>
                    <a:pt x="774" y="226"/>
                    <a:pt x="785" y="226"/>
                  </a:cubicBezTo>
                  <a:close/>
                  <a:moveTo>
                    <a:pt x="849" y="230"/>
                  </a:moveTo>
                  <a:cubicBezTo>
                    <a:pt x="847" y="226"/>
                    <a:pt x="788" y="233"/>
                    <a:pt x="797" y="240"/>
                  </a:cubicBezTo>
                  <a:cubicBezTo>
                    <a:pt x="813" y="251"/>
                    <a:pt x="850" y="235"/>
                    <a:pt x="849" y="230"/>
                  </a:cubicBezTo>
                  <a:close/>
                  <a:moveTo>
                    <a:pt x="840" y="345"/>
                  </a:moveTo>
                  <a:cubicBezTo>
                    <a:pt x="854" y="344"/>
                    <a:pt x="847" y="327"/>
                    <a:pt x="832" y="315"/>
                  </a:cubicBezTo>
                  <a:cubicBezTo>
                    <a:pt x="816" y="303"/>
                    <a:pt x="781" y="327"/>
                    <a:pt x="787" y="332"/>
                  </a:cubicBezTo>
                  <a:cubicBezTo>
                    <a:pt x="794" y="338"/>
                    <a:pt x="826" y="345"/>
                    <a:pt x="840" y="345"/>
                  </a:cubicBezTo>
                  <a:close/>
                  <a:moveTo>
                    <a:pt x="740" y="454"/>
                  </a:moveTo>
                  <a:cubicBezTo>
                    <a:pt x="757" y="466"/>
                    <a:pt x="752" y="445"/>
                    <a:pt x="771" y="445"/>
                  </a:cubicBezTo>
                  <a:cubicBezTo>
                    <a:pt x="791" y="446"/>
                    <a:pt x="792" y="414"/>
                    <a:pt x="795" y="402"/>
                  </a:cubicBezTo>
                  <a:cubicBezTo>
                    <a:pt x="798" y="391"/>
                    <a:pt x="779" y="392"/>
                    <a:pt x="784" y="400"/>
                  </a:cubicBezTo>
                  <a:cubicBezTo>
                    <a:pt x="789" y="409"/>
                    <a:pt x="783" y="417"/>
                    <a:pt x="782" y="407"/>
                  </a:cubicBezTo>
                  <a:cubicBezTo>
                    <a:pt x="780" y="397"/>
                    <a:pt x="765" y="406"/>
                    <a:pt x="760" y="399"/>
                  </a:cubicBezTo>
                  <a:cubicBezTo>
                    <a:pt x="754" y="391"/>
                    <a:pt x="777" y="390"/>
                    <a:pt x="782" y="380"/>
                  </a:cubicBezTo>
                  <a:cubicBezTo>
                    <a:pt x="788" y="370"/>
                    <a:pt x="764" y="371"/>
                    <a:pt x="770" y="363"/>
                  </a:cubicBezTo>
                  <a:cubicBezTo>
                    <a:pt x="775" y="356"/>
                    <a:pt x="735" y="364"/>
                    <a:pt x="747" y="369"/>
                  </a:cubicBezTo>
                  <a:cubicBezTo>
                    <a:pt x="759" y="374"/>
                    <a:pt x="748" y="380"/>
                    <a:pt x="737" y="372"/>
                  </a:cubicBezTo>
                  <a:cubicBezTo>
                    <a:pt x="726" y="364"/>
                    <a:pt x="696" y="377"/>
                    <a:pt x="706" y="386"/>
                  </a:cubicBezTo>
                  <a:cubicBezTo>
                    <a:pt x="715" y="393"/>
                    <a:pt x="741" y="381"/>
                    <a:pt x="726" y="402"/>
                  </a:cubicBezTo>
                  <a:cubicBezTo>
                    <a:pt x="711" y="422"/>
                    <a:pt x="705" y="396"/>
                    <a:pt x="691" y="399"/>
                  </a:cubicBezTo>
                  <a:cubicBezTo>
                    <a:pt x="677" y="401"/>
                    <a:pt x="683" y="418"/>
                    <a:pt x="704" y="424"/>
                  </a:cubicBezTo>
                  <a:cubicBezTo>
                    <a:pt x="725" y="431"/>
                    <a:pt x="723" y="442"/>
                    <a:pt x="740" y="454"/>
                  </a:cubicBezTo>
                  <a:close/>
                  <a:moveTo>
                    <a:pt x="868" y="329"/>
                  </a:moveTo>
                  <a:cubicBezTo>
                    <a:pt x="873" y="345"/>
                    <a:pt x="879" y="334"/>
                    <a:pt x="888" y="340"/>
                  </a:cubicBezTo>
                  <a:cubicBezTo>
                    <a:pt x="897" y="346"/>
                    <a:pt x="910" y="350"/>
                    <a:pt x="917" y="344"/>
                  </a:cubicBezTo>
                  <a:cubicBezTo>
                    <a:pt x="924" y="338"/>
                    <a:pt x="927" y="333"/>
                    <a:pt x="929" y="338"/>
                  </a:cubicBezTo>
                  <a:cubicBezTo>
                    <a:pt x="933" y="347"/>
                    <a:pt x="950" y="348"/>
                    <a:pt x="988" y="349"/>
                  </a:cubicBezTo>
                  <a:cubicBezTo>
                    <a:pt x="1026" y="350"/>
                    <a:pt x="1016" y="334"/>
                    <a:pt x="1027" y="340"/>
                  </a:cubicBezTo>
                  <a:cubicBezTo>
                    <a:pt x="1038" y="346"/>
                    <a:pt x="1063" y="346"/>
                    <a:pt x="1074" y="344"/>
                  </a:cubicBezTo>
                  <a:cubicBezTo>
                    <a:pt x="1085" y="341"/>
                    <a:pt x="1091" y="324"/>
                    <a:pt x="1090" y="316"/>
                  </a:cubicBezTo>
                  <a:cubicBezTo>
                    <a:pt x="1089" y="307"/>
                    <a:pt x="1005" y="300"/>
                    <a:pt x="990" y="309"/>
                  </a:cubicBezTo>
                  <a:cubicBezTo>
                    <a:pt x="976" y="317"/>
                    <a:pt x="952" y="305"/>
                    <a:pt x="940" y="311"/>
                  </a:cubicBezTo>
                  <a:cubicBezTo>
                    <a:pt x="929" y="317"/>
                    <a:pt x="932" y="303"/>
                    <a:pt x="911" y="302"/>
                  </a:cubicBezTo>
                  <a:cubicBezTo>
                    <a:pt x="890" y="302"/>
                    <a:pt x="913" y="291"/>
                    <a:pt x="917" y="286"/>
                  </a:cubicBezTo>
                  <a:cubicBezTo>
                    <a:pt x="921" y="281"/>
                    <a:pt x="885" y="269"/>
                    <a:pt x="870" y="272"/>
                  </a:cubicBezTo>
                  <a:cubicBezTo>
                    <a:pt x="855" y="275"/>
                    <a:pt x="846" y="267"/>
                    <a:pt x="832" y="261"/>
                  </a:cubicBezTo>
                  <a:cubicBezTo>
                    <a:pt x="818" y="255"/>
                    <a:pt x="780" y="256"/>
                    <a:pt x="788" y="267"/>
                  </a:cubicBezTo>
                  <a:cubicBezTo>
                    <a:pt x="793" y="275"/>
                    <a:pt x="839" y="291"/>
                    <a:pt x="843" y="284"/>
                  </a:cubicBezTo>
                  <a:cubicBezTo>
                    <a:pt x="848" y="276"/>
                    <a:pt x="860" y="293"/>
                    <a:pt x="867" y="302"/>
                  </a:cubicBezTo>
                  <a:cubicBezTo>
                    <a:pt x="874" y="310"/>
                    <a:pt x="862" y="313"/>
                    <a:pt x="868" y="329"/>
                  </a:cubicBezTo>
                  <a:close/>
                  <a:moveTo>
                    <a:pt x="907" y="237"/>
                  </a:moveTo>
                  <a:cubicBezTo>
                    <a:pt x="893" y="230"/>
                    <a:pt x="876" y="244"/>
                    <a:pt x="890" y="250"/>
                  </a:cubicBezTo>
                  <a:cubicBezTo>
                    <a:pt x="903" y="255"/>
                    <a:pt x="922" y="244"/>
                    <a:pt x="907" y="237"/>
                  </a:cubicBezTo>
                  <a:close/>
                  <a:moveTo>
                    <a:pt x="795" y="149"/>
                  </a:moveTo>
                  <a:cubicBezTo>
                    <a:pt x="806" y="155"/>
                    <a:pt x="800" y="162"/>
                    <a:pt x="812" y="168"/>
                  </a:cubicBezTo>
                  <a:cubicBezTo>
                    <a:pt x="825" y="173"/>
                    <a:pt x="861" y="161"/>
                    <a:pt x="864" y="169"/>
                  </a:cubicBezTo>
                  <a:cubicBezTo>
                    <a:pt x="867" y="178"/>
                    <a:pt x="827" y="179"/>
                    <a:pt x="832" y="184"/>
                  </a:cubicBezTo>
                  <a:cubicBezTo>
                    <a:pt x="838" y="190"/>
                    <a:pt x="861" y="198"/>
                    <a:pt x="857" y="203"/>
                  </a:cubicBezTo>
                  <a:cubicBezTo>
                    <a:pt x="854" y="208"/>
                    <a:pt x="895" y="221"/>
                    <a:pt x="899" y="215"/>
                  </a:cubicBezTo>
                  <a:cubicBezTo>
                    <a:pt x="903" y="208"/>
                    <a:pt x="914" y="210"/>
                    <a:pt x="924" y="214"/>
                  </a:cubicBezTo>
                  <a:cubicBezTo>
                    <a:pt x="934" y="218"/>
                    <a:pt x="935" y="190"/>
                    <a:pt x="942" y="194"/>
                  </a:cubicBezTo>
                  <a:cubicBezTo>
                    <a:pt x="949" y="199"/>
                    <a:pt x="948" y="184"/>
                    <a:pt x="960" y="180"/>
                  </a:cubicBezTo>
                  <a:cubicBezTo>
                    <a:pt x="972" y="175"/>
                    <a:pt x="989" y="175"/>
                    <a:pt x="990" y="169"/>
                  </a:cubicBezTo>
                  <a:cubicBezTo>
                    <a:pt x="990" y="165"/>
                    <a:pt x="986" y="160"/>
                    <a:pt x="972" y="162"/>
                  </a:cubicBezTo>
                  <a:cubicBezTo>
                    <a:pt x="958" y="163"/>
                    <a:pt x="949" y="158"/>
                    <a:pt x="955" y="150"/>
                  </a:cubicBezTo>
                  <a:cubicBezTo>
                    <a:pt x="961" y="142"/>
                    <a:pt x="940" y="140"/>
                    <a:pt x="947" y="133"/>
                  </a:cubicBezTo>
                  <a:cubicBezTo>
                    <a:pt x="955" y="127"/>
                    <a:pt x="932" y="121"/>
                    <a:pt x="935" y="130"/>
                  </a:cubicBezTo>
                  <a:cubicBezTo>
                    <a:pt x="937" y="140"/>
                    <a:pt x="921" y="131"/>
                    <a:pt x="918" y="122"/>
                  </a:cubicBezTo>
                  <a:cubicBezTo>
                    <a:pt x="916" y="114"/>
                    <a:pt x="884" y="111"/>
                    <a:pt x="863" y="92"/>
                  </a:cubicBezTo>
                  <a:cubicBezTo>
                    <a:pt x="842" y="73"/>
                    <a:pt x="820" y="86"/>
                    <a:pt x="832" y="88"/>
                  </a:cubicBezTo>
                  <a:cubicBezTo>
                    <a:pt x="845" y="90"/>
                    <a:pt x="844" y="97"/>
                    <a:pt x="834" y="96"/>
                  </a:cubicBezTo>
                  <a:cubicBezTo>
                    <a:pt x="824" y="95"/>
                    <a:pt x="806" y="97"/>
                    <a:pt x="822" y="103"/>
                  </a:cubicBezTo>
                  <a:cubicBezTo>
                    <a:pt x="839" y="109"/>
                    <a:pt x="821" y="111"/>
                    <a:pt x="807" y="111"/>
                  </a:cubicBezTo>
                  <a:cubicBezTo>
                    <a:pt x="794" y="111"/>
                    <a:pt x="793" y="129"/>
                    <a:pt x="810" y="131"/>
                  </a:cubicBezTo>
                  <a:cubicBezTo>
                    <a:pt x="828" y="133"/>
                    <a:pt x="815" y="144"/>
                    <a:pt x="801" y="140"/>
                  </a:cubicBezTo>
                  <a:cubicBezTo>
                    <a:pt x="787" y="136"/>
                    <a:pt x="782" y="143"/>
                    <a:pt x="795" y="149"/>
                  </a:cubicBezTo>
                  <a:close/>
                  <a:moveTo>
                    <a:pt x="889" y="72"/>
                  </a:moveTo>
                  <a:cubicBezTo>
                    <a:pt x="900" y="65"/>
                    <a:pt x="909" y="69"/>
                    <a:pt x="900" y="74"/>
                  </a:cubicBezTo>
                  <a:cubicBezTo>
                    <a:pt x="890" y="79"/>
                    <a:pt x="893" y="82"/>
                    <a:pt x="907" y="81"/>
                  </a:cubicBezTo>
                  <a:cubicBezTo>
                    <a:pt x="920" y="80"/>
                    <a:pt x="901" y="85"/>
                    <a:pt x="901" y="93"/>
                  </a:cubicBezTo>
                  <a:cubicBezTo>
                    <a:pt x="901" y="101"/>
                    <a:pt x="917" y="96"/>
                    <a:pt x="918" y="104"/>
                  </a:cubicBezTo>
                  <a:cubicBezTo>
                    <a:pt x="918" y="111"/>
                    <a:pt x="952" y="115"/>
                    <a:pt x="962" y="105"/>
                  </a:cubicBezTo>
                  <a:cubicBezTo>
                    <a:pt x="972" y="96"/>
                    <a:pt x="968" y="108"/>
                    <a:pt x="968" y="114"/>
                  </a:cubicBezTo>
                  <a:cubicBezTo>
                    <a:pt x="967" y="120"/>
                    <a:pt x="1015" y="126"/>
                    <a:pt x="1018" y="118"/>
                  </a:cubicBezTo>
                  <a:cubicBezTo>
                    <a:pt x="1020" y="110"/>
                    <a:pt x="1027" y="113"/>
                    <a:pt x="1037" y="115"/>
                  </a:cubicBezTo>
                  <a:cubicBezTo>
                    <a:pt x="1046" y="118"/>
                    <a:pt x="1092" y="107"/>
                    <a:pt x="1093" y="97"/>
                  </a:cubicBezTo>
                  <a:cubicBezTo>
                    <a:pt x="1094" y="88"/>
                    <a:pt x="1108" y="102"/>
                    <a:pt x="1093" y="112"/>
                  </a:cubicBezTo>
                  <a:cubicBezTo>
                    <a:pt x="1078" y="122"/>
                    <a:pt x="1048" y="121"/>
                    <a:pt x="1035" y="125"/>
                  </a:cubicBezTo>
                  <a:cubicBezTo>
                    <a:pt x="1022" y="129"/>
                    <a:pt x="1044" y="138"/>
                    <a:pt x="1057" y="148"/>
                  </a:cubicBezTo>
                  <a:cubicBezTo>
                    <a:pt x="1070" y="158"/>
                    <a:pt x="1040" y="153"/>
                    <a:pt x="1027" y="140"/>
                  </a:cubicBezTo>
                  <a:cubicBezTo>
                    <a:pt x="1015" y="126"/>
                    <a:pt x="986" y="126"/>
                    <a:pt x="972" y="127"/>
                  </a:cubicBezTo>
                  <a:cubicBezTo>
                    <a:pt x="957" y="128"/>
                    <a:pt x="961" y="155"/>
                    <a:pt x="972" y="155"/>
                  </a:cubicBezTo>
                  <a:cubicBezTo>
                    <a:pt x="983" y="155"/>
                    <a:pt x="994" y="159"/>
                    <a:pt x="1005" y="176"/>
                  </a:cubicBezTo>
                  <a:cubicBezTo>
                    <a:pt x="1016" y="194"/>
                    <a:pt x="1040" y="190"/>
                    <a:pt x="1040" y="198"/>
                  </a:cubicBezTo>
                  <a:cubicBezTo>
                    <a:pt x="1040" y="205"/>
                    <a:pt x="1009" y="191"/>
                    <a:pt x="992" y="188"/>
                  </a:cubicBezTo>
                  <a:cubicBezTo>
                    <a:pt x="975" y="185"/>
                    <a:pt x="947" y="196"/>
                    <a:pt x="947" y="208"/>
                  </a:cubicBezTo>
                  <a:cubicBezTo>
                    <a:pt x="946" y="221"/>
                    <a:pt x="972" y="219"/>
                    <a:pt x="989" y="209"/>
                  </a:cubicBezTo>
                  <a:cubicBezTo>
                    <a:pt x="1006" y="199"/>
                    <a:pt x="993" y="212"/>
                    <a:pt x="985" y="220"/>
                  </a:cubicBezTo>
                  <a:cubicBezTo>
                    <a:pt x="976" y="228"/>
                    <a:pt x="1005" y="234"/>
                    <a:pt x="1005" y="244"/>
                  </a:cubicBezTo>
                  <a:cubicBezTo>
                    <a:pt x="1005" y="253"/>
                    <a:pt x="984" y="250"/>
                    <a:pt x="982" y="241"/>
                  </a:cubicBezTo>
                  <a:cubicBezTo>
                    <a:pt x="979" y="233"/>
                    <a:pt x="972" y="224"/>
                    <a:pt x="951" y="226"/>
                  </a:cubicBezTo>
                  <a:cubicBezTo>
                    <a:pt x="931" y="227"/>
                    <a:pt x="936" y="241"/>
                    <a:pt x="949" y="243"/>
                  </a:cubicBezTo>
                  <a:cubicBezTo>
                    <a:pt x="961" y="244"/>
                    <a:pt x="962" y="254"/>
                    <a:pt x="948" y="254"/>
                  </a:cubicBezTo>
                  <a:cubicBezTo>
                    <a:pt x="934" y="254"/>
                    <a:pt x="902" y="263"/>
                    <a:pt x="912" y="272"/>
                  </a:cubicBezTo>
                  <a:cubicBezTo>
                    <a:pt x="923" y="282"/>
                    <a:pt x="963" y="272"/>
                    <a:pt x="970" y="278"/>
                  </a:cubicBezTo>
                  <a:cubicBezTo>
                    <a:pt x="977" y="284"/>
                    <a:pt x="997" y="287"/>
                    <a:pt x="1001" y="280"/>
                  </a:cubicBezTo>
                  <a:cubicBezTo>
                    <a:pt x="1006" y="273"/>
                    <a:pt x="1022" y="276"/>
                    <a:pt x="1037" y="276"/>
                  </a:cubicBezTo>
                  <a:cubicBezTo>
                    <a:pt x="1053" y="276"/>
                    <a:pt x="1057" y="278"/>
                    <a:pt x="1064" y="284"/>
                  </a:cubicBezTo>
                  <a:cubicBezTo>
                    <a:pt x="1071" y="291"/>
                    <a:pt x="1083" y="288"/>
                    <a:pt x="1092" y="282"/>
                  </a:cubicBezTo>
                  <a:cubicBezTo>
                    <a:pt x="1101" y="276"/>
                    <a:pt x="1101" y="276"/>
                    <a:pt x="1112" y="276"/>
                  </a:cubicBezTo>
                  <a:cubicBezTo>
                    <a:pt x="1123" y="276"/>
                    <a:pt x="1125" y="269"/>
                    <a:pt x="1119" y="260"/>
                  </a:cubicBezTo>
                  <a:cubicBezTo>
                    <a:pt x="1114" y="251"/>
                    <a:pt x="1100" y="266"/>
                    <a:pt x="1098" y="260"/>
                  </a:cubicBezTo>
                  <a:cubicBezTo>
                    <a:pt x="1096" y="252"/>
                    <a:pt x="1083" y="250"/>
                    <a:pt x="1062" y="253"/>
                  </a:cubicBezTo>
                  <a:cubicBezTo>
                    <a:pt x="1040" y="256"/>
                    <a:pt x="1049" y="239"/>
                    <a:pt x="1062" y="243"/>
                  </a:cubicBezTo>
                  <a:cubicBezTo>
                    <a:pt x="1076" y="247"/>
                    <a:pt x="1094" y="245"/>
                    <a:pt x="1108" y="241"/>
                  </a:cubicBezTo>
                  <a:cubicBezTo>
                    <a:pt x="1123" y="237"/>
                    <a:pt x="1112" y="230"/>
                    <a:pt x="1112" y="224"/>
                  </a:cubicBezTo>
                  <a:cubicBezTo>
                    <a:pt x="1112" y="218"/>
                    <a:pt x="1130" y="222"/>
                    <a:pt x="1144" y="222"/>
                  </a:cubicBezTo>
                  <a:cubicBezTo>
                    <a:pt x="1159" y="222"/>
                    <a:pt x="1179" y="199"/>
                    <a:pt x="1180" y="186"/>
                  </a:cubicBezTo>
                  <a:cubicBezTo>
                    <a:pt x="1180" y="172"/>
                    <a:pt x="1148" y="176"/>
                    <a:pt x="1133" y="176"/>
                  </a:cubicBezTo>
                  <a:cubicBezTo>
                    <a:pt x="1117" y="176"/>
                    <a:pt x="1143" y="164"/>
                    <a:pt x="1173" y="165"/>
                  </a:cubicBezTo>
                  <a:cubicBezTo>
                    <a:pt x="1202" y="167"/>
                    <a:pt x="1189" y="154"/>
                    <a:pt x="1195" y="149"/>
                  </a:cubicBezTo>
                  <a:cubicBezTo>
                    <a:pt x="1200" y="144"/>
                    <a:pt x="1214" y="154"/>
                    <a:pt x="1229" y="151"/>
                  </a:cubicBezTo>
                  <a:cubicBezTo>
                    <a:pt x="1244" y="148"/>
                    <a:pt x="1234" y="136"/>
                    <a:pt x="1244" y="136"/>
                  </a:cubicBezTo>
                  <a:cubicBezTo>
                    <a:pt x="1251" y="136"/>
                    <a:pt x="1267" y="125"/>
                    <a:pt x="1299" y="107"/>
                  </a:cubicBezTo>
                  <a:cubicBezTo>
                    <a:pt x="1331" y="89"/>
                    <a:pt x="1356" y="92"/>
                    <a:pt x="1358" y="82"/>
                  </a:cubicBezTo>
                  <a:cubicBezTo>
                    <a:pt x="1360" y="72"/>
                    <a:pt x="1313" y="82"/>
                    <a:pt x="1306" y="79"/>
                  </a:cubicBezTo>
                  <a:cubicBezTo>
                    <a:pt x="1298" y="75"/>
                    <a:pt x="1338" y="67"/>
                    <a:pt x="1347" y="69"/>
                  </a:cubicBezTo>
                  <a:cubicBezTo>
                    <a:pt x="1356" y="72"/>
                    <a:pt x="1369" y="69"/>
                    <a:pt x="1401" y="54"/>
                  </a:cubicBezTo>
                  <a:cubicBezTo>
                    <a:pt x="1433" y="38"/>
                    <a:pt x="1419" y="34"/>
                    <a:pt x="1406" y="36"/>
                  </a:cubicBezTo>
                  <a:cubicBezTo>
                    <a:pt x="1392" y="39"/>
                    <a:pt x="1378" y="34"/>
                    <a:pt x="1378" y="25"/>
                  </a:cubicBezTo>
                  <a:cubicBezTo>
                    <a:pt x="1379" y="17"/>
                    <a:pt x="1359" y="25"/>
                    <a:pt x="1358" y="20"/>
                  </a:cubicBezTo>
                  <a:cubicBezTo>
                    <a:pt x="1357" y="15"/>
                    <a:pt x="1338" y="18"/>
                    <a:pt x="1318" y="25"/>
                  </a:cubicBezTo>
                  <a:cubicBezTo>
                    <a:pt x="1298" y="33"/>
                    <a:pt x="1317" y="18"/>
                    <a:pt x="1325" y="14"/>
                  </a:cubicBezTo>
                  <a:cubicBezTo>
                    <a:pt x="1334" y="11"/>
                    <a:pt x="1274" y="14"/>
                    <a:pt x="1263" y="7"/>
                  </a:cubicBezTo>
                  <a:cubicBezTo>
                    <a:pt x="1253" y="0"/>
                    <a:pt x="1241" y="19"/>
                    <a:pt x="1232" y="10"/>
                  </a:cubicBezTo>
                  <a:cubicBezTo>
                    <a:pt x="1223" y="0"/>
                    <a:pt x="1198" y="8"/>
                    <a:pt x="1202" y="15"/>
                  </a:cubicBezTo>
                  <a:cubicBezTo>
                    <a:pt x="1205" y="22"/>
                    <a:pt x="1198" y="22"/>
                    <a:pt x="1188" y="14"/>
                  </a:cubicBezTo>
                  <a:cubicBezTo>
                    <a:pt x="1179" y="7"/>
                    <a:pt x="1161" y="15"/>
                    <a:pt x="1144" y="13"/>
                  </a:cubicBezTo>
                  <a:cubicBezTo>
                    <a:pt x="1128" y="11"/>
                    <a:pt x="1135" y="26"/>
                    <a:pt x="1117" y="18"/>
                  </a:cubicBezTo>
                  <a:cubicBezTo>
                    <a:pt x="1099" y="11"/>
                    <a:pt x="1080" y="14"/>
                    <a:pt x="1085" y="17"/>
                  </a:cubicBezTo>
                  <a:cubicBezTo>
                    <a:pt x="1091" y="19"/>
                    <a:pt x="1083" y="24"/>
                    <a:pt x="1076" y="21"/>
                  </a:cubicBezTo>
                  <a:cubicBezTo>
                    <a:pt x="1068" y="19"/>
                    <a:pt x="1061" y="22"/>
                    <a:pt x="1065" y="30"/>
                  </a:cubicBezTo>
                  <a:cubicBezTo>
                    <a:pt x="1069" y="38"/>
                    <a:pt x="1036" y="28"/>
                    <a:pt x="1036" y="36"/>
                  </a:cubicBezTo>
                  <a:cubicBezTo>
                    <a:pt x="1036" y="45"/>
                    <a:pt x="1024" y="50"/>
                    <a:pt x="1015" y="42"/>
                  </a:cubicBezTo>
                  <a:cubicBezTo>
                    <a:pt x="1005" y="34"/>
                    <a:pt x="976" y="32"/>
                    <a:pt x="984" y="39"/>
                  </a:cubicBezTo>
                  <a:cubicBezTo>
                    <a:pt x="993" y="46"/>
                    <a:pt x="958" y="42"/>
                    <a:pt x="967" y="49"/>
                  </a:cubicBezTo>
                  <a:cubicBezTo>
                    <a:pt x="976" y="56"/>
                    <a:pt x="955" y="61"/>
                    <a:pt x="955" y="57"/>
                  </a:cubicBezTo>
                  <a:cubicBezTo>
                    <a:pt x="955" y="54"/>
                    <a:pt x="936" y="47"/>
                    <a:pt x="928" y="54"/>
                  </a:cubicBezTo>
                  <a:cubicBezTo>
                    <a:pt x="920" y="61"/>
                    <a:pt x="918" y="69"/>
                    <a:pt x="914" y="65"/>
                  </a:cubicBezTo>
                  <a:cubicBezTo>
                    <a:pt x="910" y="60"/>
                    <a:pt x="893" y="61"/>
                    <a:pt x="876" y="68"/>
                  </a:cubicBezTo>
                  <a:cubicBezTo>
                    <a:pt x="860" y="74"/>
                    <a:pt x="879" y="79"/>
                    <a:pt x="889" y="72"/>
                  </a:cubicBezTo>
                  <a:close/>
                  <a:moveTo>
                    <a:pt x="1087" y="747"/>
                  </a:moveTo>
                  <a:cubicBezTo>
                    <a:pt x="1092" y="746"/>
                    <a:pt x="1103" y="726"/>
                    <a:pt x="1089" y="727"/>
                  </a:cubicBezTo>
                  <a:cubicBezTo>
                    <a:pt x="1075" y="728"/>
                    <a:pt x="1078" y="748"/>
                    <a:pt x="1087" y="747"/>
                  </a:cubicBezTo>
                  <a:close/>
                  <a:moveTo>
                    <a:pt x="1018" y="729"/>
                  </a:moveTo>
                  <a:cubicBezTo>
                    <a:pt x="1030" y="737"/>
                    <a:pt x="1049" y="716"/>
                    <a:pt x="1047" y="710"/>
                  </a:cubicBezTo>
                  <a:cubicBezTo>
                    <a:pt x="1046" y="704"/>
                    <a:pt x="1003" y="720"/>
                    <a:pt x="1018" y="729"/>
                  </a:cubicBezTo>
                  <a:close/>
                  <a:moveTo>
                    <a:pt x="1074" y="686"/>
                  </a:moveTo>
                  <a:cubicBezTo>
                    <a:pt x="1076" y="679"/>
                    <a:pt x="1048" y="675"/>
                    <a:pt x="1050" y="667"/>
                  </a:cubicBezTo>
                  <a:cubicBezTo>
                    <a:pt x="1051" y="658"/>
                    <a:pt x="1024" y="651"/>
                    <a:pt x="1015" y="647"/>
                  </a:cubicBezTo>
                  <a:cubicBezTo>
                    <a:pt x="1007" y="642"/>
                    <a:pt x="993" y="639"/>
                    <a:pt x="993" y="630"/>
                  </a:cubicBezTo>
                  <a:cubicBezTo>
                    <a:pt x="993" y="621"/>
                    <a:pt x="975" y="628"/>
                    <a:pt x="974" y="642"/>
                  </a:cubicBezTo>
                  <a:cubicBezTo>
                    <a:pt x="973" y="656"/>
                    <a:pt x="965" y="653"/>
                    <a:pt x="969" y="666"/>
                  </a:cubicBezTo>
                  <a:cubicBezTo>
                    <a:pt x="973" y="679"/>
                    <a:pt x="952" y="683"/>
                    <a:pt x="954" y="690"/>
                  </a:cubicBezTo>
                  <a:cubicBezTo>
                    <a:pt x="957" y="697"/>
                    <a:pt x="967" y="689"/>
                    <a:pt x="976" y="689"/>
                  </a:cubicBezTo>
                  <a:cubicBezTo>
                    <a:pt x="986" y="689"/>
                    <a:pt x="974" y="702"/>
                    <a:pt x="986" y="703"/>
                  </a:cubicBezTo>
                  <a:cubicBezTo>
                    <a:pt x="995" y="704"/>
                    <a:pt x="1011" y="693"/>
                    <a:pt x="1015" y="686"/>
                  </a:cubicBezTo>
                  <a:cubicBezTo>
                    <a:pt x="1019" y="680"/>
                    <a:pt x="1027" y="678"/>
                    <a:pt x="1038" y="686"/>
                  </a:cubicBezTo>
                  <a:cubicBezTo>
                    <a:pt x="1049" y="693"/>
                    <a:pt x="1073" y="694"/>
                    <a:pt x="1074" y="686"/>
                  </a:cubicBezTo>
                  <a:close/>
                  <a:moveTo>
                    <a:pt x="1330" y="618"/>
                  </a:moveTo>
                  <a:cubicBezTo>
                    <a:pt x="1339" y="618"/>
                    <a:pt x="1341" y="630"/>
                    <a:pt x="1356" y="643"/>
                  </a:cubicBezTo>
                  <a:cubicBezTo>
                    <a:pt x="1371" y="655"/>
                    <a:pt x="1372" y="647"/>
                    <a:pt x="1374" y="638"/>
                  </a:cubicBezTo>
                  <a:cubicBezTo>
                    <a:pt x="1377" y="629"/>
                    <a:pt x="1393" y="636"/>
                    <a:pt x="1392" y="628"/>
                  </a:cubicBezTo>
                  <a:cubicBezTo>
                    <a:pt x="1392" y="619"/>
                    <a:pt x="1406" y="609"/>
                    <a:pt x="1415" y="605"/>
                  </a:cubicBezTo>
                  <a:cubicBezTo>
                    <a:pt x="1425" y="601"/>
                    <a:pt x="1407" y="592"/>
                    <a:pt x="1395" y="593"/>
                  </a:cubicBezTo>
                  <a:cubicBezTo>
                    <a:pt x="1382" y="593"/>
                    <a:pt x="1380" y="585"/>
                    <a:pt x="1380" y="579"/>
                  </a:cubicBezTo>
                  <a:cubicBezTo>
                    <a:pt x="1380" y="574"/>
                    <a:pt x="1356" y="560"/>
                    <a:pt x="1349" y="563"/>
                  </a:cubicBezTo>
                  <a:cubicBezTo>
                    <a:pt x="1341" y="565"/>
                    <a:pt x="1328" y="553"/>
                    <a:pt x="1317" y="552"/>
                  </a:cubicBezTo>
                  <a:cubicBezTo>
                    <a:pt x="1307" y="551"/>
                    <a:pt x="1292" y="543"/>
                    <a:pt x="1294" y="532"/>
                  </a:cubicBezTo>
                  <a:cubicBezTo>
                    <a:pt x="1295" y="521"/>
                    <a:pt x="1314" y="535"/>
                    <a:pt x="1318" y="527"/>
                  </a:cubicBezTo>
                  <a:cubicBezTo>
                    <a:pt x="1322" y="518"/>
                    <a:pt x="1299" y="523"/>
                    <a:pt x="1298" y="517"/>
                  </a:cubicBezTo>
                  <a:cubicBezTo>
                    <a:pt x="1297" y="510"/>
                    <a:pt x="1303" y="513"/>
                    <a:pt x="1308" y="509"/>
                  </a:cubicBezTo>
                  <a:cubicBezTo>
                    <a:pt x="1313" y="505"/>
                    <a:pt x="1304" y="497"/>
                    <a:pt x="1299" y="494"/>
                  </a:cubicBezTo>
                  <a:cubicBezTo>
                    <a:pt x="1293" y="491"/>
                    <a:pt x="1292" y="500"/>
                    <a:pt x="1286" y="500"/>
                  </a:cubicBezTo>
                  <a:cubicBezTo>
                    <a:pt x="1281" y="500"/>
                    <a:pt x="1285" y="492"/>
                    <a:pt x="1289" y="486"/>
                  </a:cubicBezTo>
                  <a:cubicBezTo>
                    <a:pt x="1293" y="481"/>
                    <a:pt x="1271" y="474"/>
                    <a:pt x="1262" y="478"/>
                  </a:cubicBezTo>
                  <a:cubicBezTo>
                    <a:pt x="1252" y="481"/>
                    <a:pt x="1249" y="475"/>
                    <a:pt x="1249" y="469"/>
                  </a:cubicBezTo>
                  <a:cubicBezTo>
                    <a:pt x="1249" y="463"/>
                    <a:pt x="1233" y="469"/>
                    <a:pt x="1227" y="474"/>
                  </a:cubicBezTo>
                  <a:cubicBezTo>
                    <a:pt x="1220" y="478"/>
                    <a:pt x="1213" y="469"/>
                    <a:pt x="1220" y="468"/>
                  </a:cubicBezTo>
                  <a:cubicBezTo>
                    <a:pt x="1228" y="467"/>
                    <a:pt x="1238" y="461"/>
                    <a:pt x="1235" y="454"/>
                  </a:cubicBezTo>
                  <a:cubicBezTo>
                    <a:pt x="1233" y="447"/>
                    <a:pt x="1213" y="446"/>
                    <a:pt x="1209" y="455"/>
                  </a:cubicBezTo>
                  <a:cubicBezTo>
                    <a:pt x="1205" y="463"/>
                    <a:pt x="1188" y="445"/>
                    <a:pt x="1188" y="438"/>
                  </a:cubicBezTo>
                  <a:cubicBezTo>
                    <a:pt x="1188" y="431"/>
                    <a:pt x="1163" y="438"/>
                    <a:pt x="1166" y="426"/>
                  </a:cubicBezTo>
                  <a:cubicBezTo>
                    <a:pt x="1170" y="414"/>
                    <a:pt x="1137" y="411"/>
                    <a:pt x="1129" y="411"/>
                  </a:cubicBezTo>
                  <a:cubicBezTo>
                    <a:pt x="1120" y="411"/>
                    <a:pt x="1108" y="418"/>
                    <a:pt x="1109" y="426"/>
                  </a:cubicBezTo>
                  <a:cubicBezTo>
                    <a:pt x="1111" y="434"/>
                    <a:pt x="1100" y="431"/>
                    <a:pt x="1098" y="422"/>
                  </a:cubicBezTo>
                  <a:cubicBezTo>
                    <a:pt x="1097" y="413"/>
                    <a:pt x="1076" y="431"/>
                    <a:pt x="1069" y="431"/>
                  </a:cubicBezTo>
                  <a:cubicBezTo>
                    <a:pt x="1063" y="431"/>
                    <a:pt x="1073" y="409"/>
                    <a:pt x="1070" y="402"/>
                  </a:cubicBezTo>
                  <a:cubicBezTo>
                    <a:pt x="1067" y="395"/>
                    <a:pt x="1062" y="392"/>
                    <a:pt x="1058" y="381"/>
                  </a:cubicBezTo>
                  <a:cubicBezTo>
                    <a:pt x="1053" y="369"/>
                    <a:pt x="1029" y="374"/>
                    <a:pt x="1023" y="381"/>
                  </a:cubicBezTo>
                  <a:cubicBezTo>
                    <a:pt x="1017" y="388"/>
                    <a:pt x="997" y="384"/>
                    <a:pt x="986" y="395"/>
                  </a:cubicBezTo>
                  <a:cubicBezTo>
                    <a:pt x="975" y="406"/>
                    <a:pt x="986" y="417"/>
                    <a:pt x="991" y="421"/>
                  </a:cubicBezTo>
                  <a:cubicBezTo>
                    <a:pt x="996" y="425"/>
                    <a:pt x="975" y="431"/>
                    <a:pt x="982" y="438"/>
                  </a:cubicBezTo>
                  <a:cubicBezTo>
                    <a:pt x="989" y="444"/>
                    <a:pt x="1000" y="441"/>
                    <a:pt x="1001" y="451"/>
                  </a:cubicBezTo>
                  <a:cubicBezTo>
                    <a:pt x="1001" y="461"/>
                    <a:pt x="975" y="448"/>
                    <a:pt x="971" y="439"/>
                  </a:cubicBezTo>
                  <a:cubicBezTo>
                    <a:pt x="967" y="431"/>
                    <a:pt x="972" y="423"/>
                    <a:pt x="967" y="417"/>
                  </a:cubicBezTo>
                  <a:cubicBezTo>
                    <a:pt x="961" y="410"/>
                    <a:pt x="966" y="402"/>
                    <a:pt x="976" y="392"/>
                  </a:cubicBezTo>
                  <a:cubicBezTo>
                    <a:pt x="986" y="381"/>
                    <a:pt x="994" y="382"/>
                    <a:pt x="994" y="376"/>
                  </a:cubicBezTo>
                  <a:cubicBezTo>
                    <a:pt x="994" y="370"/>
                    <a:pt x="950" y="370"/>
                    <a:pt x="925" y="393"/>
                  </a:cubicBezTo>
                  <a:cubicBezTo>
                    <a:pt x="899" y="417"/>
                    <a:pt x="907" y="448"/>
                    <a:pt x="908" y="454"/>
                  </a:cubicBezTo>
                  <a:cubicBezTo>
                    <a:pt x="910" y="460"/>
                    <a:pt x="932" y="457"/>
                    <a:pt x="946" y="461"/>
                  </a:cubicBezTo>
                  <a:cubicBezTo>
                    <a:pt x="959" y="465"/>
                    <a:pt x="952" y="471"/>
                    <a:pt x="942" y="469"/>
                  </a:cubicBezTo>
                  <a:cubicBezTo>
                    <a:pt x="932" y="467"/>
                    <a:pt x="914" y="464"/>
                    <a:pt x="915" y="471"/>
                  </a:cubicBezTo>
                  <a:cubicBezTo>
                    <a:pt x="916" y="478"/>
                    <a:pt x="937" y="492"/>
                    <a:pt x="950" y="489"/>
                  </a:cubicBezTo>
                  <a:cubicBezTo>
                    <a:pt x="962" y="485"/>
                    <a:pt x="962" y="485"/>
                    <a:pt x="968" y="492"/>
                  </a:cubicBezTo>
                  <a:cubicBezTo>
                    <a:pt x="973" y="499"/>
                    <a:pt x="988" y="497"/>
                    <a:pt x="1003" y="498"/>
                  </a:cubicBezTo>
                  <a:cubicBezTo>
                    <a:pt x="1018" y="499"/>
                    <a:pt x="1035" y="504"/>
                    <a:pt x="1042" y="505"/>
                  </a:cubicBezTo>
                  <a:cubicBezTo>
                    <a:pt x="1049" y="506"/>
                    <a:pt x="1058" y="501"/>
                    <a:pt x="1060" y="497"/>
                  </a:cubicBezTo>
                  <a:cubicBezTo>
                    <a:pt x="1062" y="493"/>
                    <a:pt x="1091" y="503"/>
                    <a:pt x="1100" y="503"/>
                  </a:cubicBezTo>
                  <a:cubicBezTo>
                    <a:pt x="1108" y="502"/>
                    <a:pt x="1103" y="494"/>
                    <a:pt x="1098" y="492"/>
                  </a:cubicBezTo>
                  <a:cubicBezTo>
                    <a:pt x="1092" y="489"/>
                    <a:pt x="1094" y="479"/>
                    <a:pt x="1101" y="483"/>
                  </a:cubicBezTo>
                  <a:cubicBezTo>
                    <a:pt x="1108" y="487"/>
                    <a:pt x="1120" y="489"/>
                    <a:pt x="1123" y="496"/>
                  </a:cubicBezTo>
                  <a:cubicBezTo>
                    <a:pt x="1125" y="502"/>
                    <a:pt x="1131" y="499"/>
                    <a:pt x="1132" y="505"/>
                  </a:cubicBezTo>
                  <a:cubicBezTo>
                    <a:pt x="1133" y="510"/>
                    <a:pt x="1158" y="517"/>
                    <a:pt x="1159" y="523"/>
                  </a:cubicBezTo>
                  <a:cubicBezTo>
                    <a:pt x="1159" y="529"/>
                    <a:pt x="1134" y="532"/>
                    <a:pt x="1141" y="538"/>
                  </a:cubicBezTo>
                  <a:cubicBezTo>
                    <a:pt x="1148" y="543"/>
                    <a:pt x="1159" y="531"/>
                    <a:pt x="1169" y="530"/>
                  </a:cubicBezTo>
                  <a:cubicBezTo>
                    <a:pt x="1178" y="529"/>
                    <a:pt x="1178" y="550"/>
                    <a:pt x="1185" y="547"/>
                  </a:cubicBezTo>
                  <a:cubicBezTo>
                    <a:pt x="1195" y="543"/>
                    <a:pt x="1202" y="551"/>
                    <a:pt x="1212" y="564"/>
                  </a:cubicBezTo>
                  <a:cubicBezTo>
                    <a:pt x="1221" y="578"/>
                    <a:pt x="1211" y="590"/>
                    <a:pt x="1212" y="595"/>
                  </a:cubicBezTo>
                  <a:cubicBezTo>
                    <a:pt x="1213" y="600"/>
                    <a:pt x="1231" y="598"/>
                    <a:pt x="1241" y="593"/>
                  </a:cubicBezTo>
                  <a:cubicBezTo>
                    <a:pt x="1251" y="587"/>
                    <a:pt x="1260" y="599"/>
                    <a:pt x="1268" y="606"/>
                  </a:cubicBezTo>
                  <a:cubicBezTo>
                    <a:pt x="1276" y="613"/>
                    <a:pt x="1239" y="625"/>
                    <a:pt x="1242" y="618"/>
                  </a:cubicBezTo>
                  <a:cubicBezTo>
                    <a:pt x="1245" y="612"/>
                    <a:pt x="1220" y="593"/>
                    <a:pt x="1198" y="602"/>
                  </a:cubicBezTo>
                  <a:cubicBezTo>
                    <a:pt x="1175" y="611"/>
                    <a:pt x="1191" y="624"/>
                    <a:pt x="1193" y="632"/>
                  </a:cubicBezTo>
                  <a:cubicBezTo>
                    <a:pt x="1195" y="639"/>
                    <a:pt x="1173" y="647"/>
                    <a:pt x="1152" y="640"/>
                  </a:cubicBezTo>
                  <a:cubicBezTo>
                    <a:pt x="1130" y="633"/>
                    <a:pt x="1137" y="645"/>
                    <a:pt x="1128" y="645"/>
                  </a:cubicBezTo>
                  <a:cubicBezTo>
                    <a:pt x="1119" y="645"/>
                    <a:pt x="1110" y="658"/>
                    <a:pt x="1118" y="667"/>
                  </a:cubicBezTo>
                  <a:cubicBezTo>
                    <a:pt x="1126" y="675"/>
                    <a:pt x="1143" y="668"/>
                    <a:pt x="1157" y="668"/>
                  </a:cubicBezTo>
                  <a:cubicBezTo>
                    <a:pt x="1171" y="669"/>
                    <a:pt x="1173" y="673"/>
                    <a:pt x="1174" y="665"/>
                  </a:cubicBezTo>
                  <a:cubicBezTo>
                    <a:pt x="1176" y="657"/>
                    <a:pt x="1191" y="661"/>
                    <a:pt x="1201" y="664"/>
                  </a:cubicBezTo>
                  <a:cubicBezTo>
                    <a:pt x="1211" y="666"/>
                    <a:pt x="1209" y="680"/>
                    <a:pt x="1221" y="682"/>
                  </a:cubicBezTo>
                  <a:cubicBezTo>
                    <a:pt x="1234" y="683"/>
                    <a:pt x="1223" y="696"/>
                    <a:pt x="1231" y="704"/>
                  </a:cubicBezTo>
                  <a:cubicBezTo>
                    <a:pt x="1239" y="713"/>
                    <a:pt x="1264" y="708"/>
                    <a:pt x="1274" y="718"/>
                  </a:cubicBezTo>
                  <a:cubicBezTo>
                    <a:pt x="1283" y="727"/>
                    <a:pt x="1323" y="746"/>
                    <a:pt x="1328" y="739"/>
                  </a:cubicBezTo>
                  <a:cubicBezTo>
                    <a:pt x="1335" y="731"/>
                    <a:pt x="1294" y="695"/>
                    <a:pt x="1282" y="692"/>
                  </a:cubicBezTo>
                  <a:cubicBezTo>
                    <a:pt x="1270" y="689"/>
                    <a:pt x="1294" y="685"/>
                    <a:pt x="1309" y="697"/>
                  </a:cubicBezTo>
                  <a:cubicBezTo>
                    <a:pt x="1324" y="708"/>
                    <a:pt x="1346" y="714"/>
                    <a:pt x="1356" y="700"/>
                  </a:cubicBezTo>
                  <a:cubicBezTo>
                    <a:pt x="1367" y="686"/>
                    <a:pt x="1347" y="690"/>
                    <a:pt x="1347" y="679"/>
                  </a:cubicBezTo>
                  <a:cubicBezTo>
                    <a:pt x="1347" y="669"/>
                    <a:pt x="1340" y="655"/>
                    <a:pt x="1329" y="655"/>
                  </a:cubicBezTo>
                  <a:cubicBezTo>
                    <a:pt x="1318" y="655"/>
                    <a:pt x="1290" y="633"/>
                    <a:pt x="1300" y="629"/>
                  </a:cubicBezTo>
                  <a:cubicBezTo>
                    <a:pt x="1310" y="624"/>
                    <a:pt x="1297" y="618"/>
                    <a:pt x="1305" y="609"/>
                  </a:cubicBezTo>
                  <a:cubicBezTo>
                    <a:pt x="1313" y="600"/>
                    <a:pt x="1320" y="617"/>
                    <a:pt x="1330" y="618"/>
                  </a:cubicBezTo>
                  <a:close/>
                  <a:moveTo>
                    <a:pt x="1165" y="580"/>
                  </a:moveTo>
                  <a:cubicBezTo>
                    <a:pt x="1174" y="578"/>
                    <a:pt x="1172" y="564"/>
                    <a:pt x="1167" y="557"/>
                  </a:cubicBezTo>
                  <a:cubicBezTo>
                    <a:pt x="1163" y="551"/>
                    <a:pt x="1153" y="550"/>
                    <a:pt x="1144" y="551"/>
                  </a:cubicBezTo>
                  <a:cubicBezTo>
                    <a:pt x="1136" y="552"/>
                    <a:pt x="1121" y="565"/>
                    <a:pt x="1129" y="578"/>
                  </a:cubicBezTo>
                  <a:cubicBezTo>
                    <a:pt x="1137" y="592"/>
                    <a:pt x="1155" y="582"/>
                    <a:pt x="1165" y="580"/>
                  </a:cubicBezTo>
                  <a:close/>
                  <a:moveTo>
                    <a:pt x="1067" y="377"/>
                  </a:moveTo>
                  <a:cubicBezTo>
                    <a:pt x="1062" y="387"/>
                    <a:pt x="1077" y="387"/>
                    <a:pt x="1078" y="399"/>
                  </a:cubicBezTo>
                  <a:cubicBezTo>
                    <a:pt x="1079" y="410"/>
                    <a:pt x="1094" y="414"/>
                    <a:pt x="1105" y="407"/>
                  </a:cubicBezTo>
                  <a:cubicBezTo>
                    <a:pt x="1116" y="400"/>
                    <a:pt x="1147" y="409"/>
                    <a:pt x="1147" y="400"/>
                  </a:cubicBezTo>
                  <a:cubicBezTo>
                    <a:pt x="1147" y="392"/>
                    <a:pt x="1114" y="376"/>
                    <a:pt x="1102" y="378"/>
                  </a:cubicBezTo>
                  <a:cubicBezTo>
                    <a:pt x="1091" y="381"/>
                    <a:pt x="1072" y="366"/>
                    <a:pt x="1067" y="377"/>
                  </a:cubicBezTo>
                  <a:close/>
                  <a:moveTo>
                    <a:pt x="1360" y="1042"/>
                  </a:moveTo>
                  <a:cubicBezTo>
                    <a:pt x="1362" y="1049"/>
                    <a:pt x="1407" y="1067"/>
                    <a:pt x="1409" y="1059"/>
                  </a:cubicBezTo>
                  <a:cubicBezTo>
                    <a:pt x="1410" y="1050"/>
                    <a:pt x="1359" y="1037"/>
                    <a:pt x="1360" y="1042"/>
                  </a:cubicBezTo>
                  <a:close/>
                  <a:moveTo>
                    <a:pt x="1559" y="1089"/>
                  </a:moveTo>
                  <a:cubicBezTo>
                    <a:pt x="1556" y="1095"/>
                    <a:pt x="1551" y="1085"/>
                    <a:pt x="1558" y="1080"/>
                  </a:cubicBezTo>
                  <a:cubicBezTo>
                    <a:pt x="1565" y="1074"/>
                    <a:pt x="1557" y="1072"/>
                    <a:pt x="1550" y="1075"/>
                  </a:cubicBezTo>
                  <a:cubicBezTo>
                    <a:pt x="1544" y="1079"/>
                    <a:pt x="1546" y="1061"/>
                    <a:pt x="1552" y="1058"/>
                  </a:cubicBezTo>
                  <a:cubicBezTo>
                    <a:pt x="1557" y="1055"/>
                    <a:pt x="1537" y="1049"/>
                    <a:pt x="1537" y="1055"/>
                  </a:cubicBezTo>
                  <a:cubicBezTo>
                    <a:pt x="1537" y="1060"/>
                    <a:pt x="1523" y="1057"/>
                    <a:pt x="1522" y="1051"/>
                  </a:cubicBezTo>
                  <a:cubicBezTo>
                    <a:pt x="1520" y="1046"/>
                    <a:pt x="1510" y="1045"/>
                    <a:pt x="1514" y="1041"/>
                  </a:cubicBezTo>
                  <a:cubicBezTo>
                    <a:pt x="1518" y="1037"/>
                    <a:pt x="1502" y="1035"/>
                    <a:pt x="1500" y="1042"/>
                  </a:cubicBezTo>
                  <a:cubicBezTo>
                    <a:pt x="1499" y="1048"/>
                    <a:pt x="1494" y="1037"/>
                    <a:pt x="1502" y="1029"/>
                  </a:cubicBezTo>
                  <a:cubicBezTo>
                    <a:pt x="1510" y="1021"/>
                    <a:pt x="1507" y="1013"/>
                    <a:pt x="1514" y="1009"/>
                  </a:cubicBezTo>
                  <a:cubicBezTo>
                    <a:pt x="1522" y="1005"/>
                    <a:pt x="1514" y="1000"/>
                    <a:pt x="1506" y="1003"/>
                  </a:cubicBezTo>
                  <a:cubicBezTo>
                    <a:pt x="1498" y="1007"/>
                    <a:pt x="1477" y="1035"/>
                    <a:pt x="1477" y="1043"/>
                  </a:cubicBezTo>
                  <a:cubicBezTo>
                    <a:pt x="1477" y="1051"/>
                    <a:pt x="1477" y="1060"/>
                    <a:pt x="1470" y="1060"/>
                  </a:cubicBezTo>
                  <a:cubicBezTo>
                    <a:pt x="1462" y="1059"/>
                    <a:pt x="1454" y="1066"/>
                    <a:pt x="1460" y="1070"/>
                  </a:cubicBezTo>
                  <a:cubicBezTo>
                    <a:pt x="1465" y="1074"/>
                    <a:pt x="1445" y="1086"/>
                    <a:pt x="1455" y="1092"/>
                  </a:cubicBezTo>
                  <a:cubicBezTo>
                    <a:pt x="1461" y="1095"/>
                    <a:pt x="1472" y="1090"/>
                    <a:pt x="1482" y="1091"/>
                  </a:cubicBezTo>
                  <a:cubicBezTo>
                    <a:pt x="1491" y="1092"/>
                    <a:pt x="1499" y="1093"/>
                    <a:pt x="1507" y="1087"/>
                  </a:cubicBezTo>
                  <a:cubicBezTo>
                    <a:pt x="1514" y="1081"/>
                    <a:pt x="1514" y="1092"/>
                    <a:pt x="1523" y="1091"/>
                  </a:cubicBezTo>
                  <a:cubicBezTo>
                    <a:pt x="1531" y="1090"/>
                    <a:pt x="1518" y="1098"/>
                    <a:pt x="1519" y="1104"/>
                  </a:cubicBezTo>
                  <a:cubicBezTo>
                    <a:pt x="1519" y="1109"/>
                    <a:pt x="1528" y="1100"/>
                    <a:pt x="1534" y="1097"/>
                  </a:cubicBezTo>
                  <a:cubicBezTo>
                    <a:pt x="1540" y="1094"/>
                    <a:pt x="1548" y="1097"/>
                    <a:pt x="1545" y="1103"/>
                  </a:cubicBezTo>
                  <a:cubicBezTo>
                    <a:pt x="1542" y="1108"/>
                    <a:pt x="1562" y="1113"/>
                    <a:pt x="1567" y="1105"/>
                  </a:cubicBezTo>
                  <a:cubicBezTo>
                    <a:pt x="1571" y="1096"/>
                    <a:pt x="1562" y="1083"/>
                    <a:pt x="1559" y="1089"/>
                  </a:cubicBezTo>
                  <a:close/>
                  <a:moveTo>
                    <a:pt x="145" y="945"/>
                  </a:moveTo>
                  <a:cubicBezTo>
                    <a:pt x="131" y="953"/>
                    <a:pt x="165" y="988"/>
                    <a:pt x="172" y="984"/>
                  </a:cubicBezTo>
                  <a:cubicBezTo>
                    <a:pt x="177" y="981"/>
                    <a:pt x="163" y="966"/>
                    <a:pt x="163" y="957"/>
                  </a:cubicBezTo>
                  <a:cubicBezTo>
                    <a:pt x="163" y="947"/>
                    <a:pt x="159" y="938"/>
                    <a:pt x="145" y="945"/>
                  </a:cubicBezTo>
                  <a:close/>
                  <a:moveTo>
                    <a:pt x="1434" y="1124"/>
                  </a:moveTo>
                  <a:cubicBezTo>
                    <a:pt x="1428" y="1124"/>
                    <a:pt x="1433" y="1116"/>
                    <a:pt x="1434" y="1112"/>
                  </a:cubicBezTo>
                  <a:cubicBezTo>
                    <a:pt x="1434" y="1107"/>
                    <a:pt x="1422" y="1114"/>
                    <a:pt x="1421" y="1119"/>
                  </a:cubicBezTo>
                  <a:cubicBezTo>
                    <a:pt x="1421" y="1124"/>
                    <a:pt x="1412" y="1126"/>
                    <a:pt x="1412" y="1129"/>
                  </a:cubicBezTo>
                  <a:cubicBezTo>
                    <a:pt x="1412" y="1138"/>
                    <a:pt x="1411" y="1133"/>
                    <a:pt x="1405" y="1136"/>
                  </a:cubicBezTo>
                  <a:cubicBezTo>
                    <a:pt x="1399" y="1139"/>
                    <a:pt x="1374" y="1136"/>
                    <a:pt x="1374" y="1131"/>
                  </a:cubicBezTo>
                  <a:cubicBezTo>
                    <a:pt x="1373" y="1125"/>
                    <a:pt x="1355" y="1123"/>
                    <a:pt x="1355" y="1115"/>
                  </a:cubicBezTo>
                  <a:cubicBezTo>
                    <a:pt x="1354" y="1108"/>
                    <a:pt x="1345" y="1105"/>
                    <a:pt x="1352" y="1097"/>
                  </a:cubicBezTo>
                  <a:cubicBezTo>
                    <a:pt x="1359" y="1089"/>
                    <a:pt x="1351" y="1085"/>
                    <a:pt x="1344" y="1091"/>
                  </a:cubicBezTo>
                  <a:cubicBezTo>
                    <a:pt x="1338" y="1097"/>
                    <a:pt x="1334" y="1088"/>
                    <a:pt x="1343" y="1084"/>
                  </a:cubicBezTo>
                  <a:cubicBezTo>
                    <a:pt x="1352" y="1081"/>
                    <a:pt x="1369" y="1077"/>
                    <a:pt x="1360" y="1061"/>
                  </a:cubicBezTo>
                  <a:cubicBezTo>
                    <a:pt x="1351" y="1046"/>
                    <a:pt x="1297" y="1066"/>
                    <a:pt x="1284" y="1074"/>
                  </a:cubicBezTo>
                  <a:cubicBezTo>
                    <a:pt x="1270" y="1082"/>
                    <a:pt x="1253" y="1107"/>
                    <a:pt x="1245" y="1107"/>
                  </a:cubicBezTo>
                  <a:cubicBezTo>
                    <a:pt x="1238" y="1107"/>
                    <a:pt x="1258" y="1094"/>
                    <a:pt x="1261" y="1088"/>
                  </a:cubicBezTo>
                  <a:cubicBezTo>
                    <a:pt x="1265" y="1083"/>
                    <a:pt x="1261" y="1078"/>
                    <a:pt x="1265" y="1080"/>
                  </a:cubicBezTo>
                  <a:cubicBezTo>
                    <a:pt x="1269" y="1082"/>
                    <a:pt x="1281" y="1063"/>
                    <a:pt x="1290" y="1057"/>
                  </a:cubicBezTo>
                  <a:cubicBezTo>
                    <a:pt x="1298" y="1051"/>
                    <a:pt x="1307" y="1057"/>
                    <a:pt x="1308" y="1052"/>
                  </a:cubicBezTo>
                  <a:cubicBezTo>
                    <a:pt x="1309" y="1047"/>
                    <a:pt x="1313" y="1043"/>
                    <a:pt x="1321" y="1036"/>
                  </a:cubicBezTo>
                  <a:cubicBezTo>
                    <a:pt x="1329" y="1029"/>
                    <a:pt x="1422" y="1030"/>
                    <a:pt x="1431" y="1031"/>
                  </a:cubicBezTo>
                  <a:cubicBezTo>
                    <a:pt x="1440" y="1031"/>
                    <a:pt x="1458" y="1019"/>
                    <a:pt x="1463" y="1011"/>
                  </a:cubicBezTo>
                  <a:cubicBezTo>
                    <a:pt x="1468" y="1003"/>
                    <a:pt x="1475" y="1003"/>
                    <a:pt x="1487" y="1004"/>
                  </a:cubicBezTo>
                  <a:cubicBezTo>
                    <a:pt x="1500" y="1005"/>
                    <a:pt x="1505" y="993"/>
                    <a:pt x="1512" y="989"/>
                  </a:cubicBezTo>
                  <a:cubicBezTo>
                    <a:pt x="1518" y="985"/>
                    <a:pt x="1516" y="983"/>
                    <a:pt x="1510" y="982"/>
                  </a:cubicBezTo>
                  <a:cubicBezTo>
                    <a:pt x="1505" y="981"/>
                    <a:pt x="1500" y="977"/>
                    <a:pt x="1505" y="977"/>
                  </a:cubicBezTo>
                  <a:cubicBezTo>
                    <a:pt x="1511" y="976"/>
                    <a:pt x="1513" y="973"/>
                    <a:pt x="1516" y="966"/>
                  </a:cubicBezTo>
                  <a:cubicBezTo>
                    <a:pt x="1518" y="959"/>
                    <a:pt x="1514" y="962"/>
                    <a:pt x="1506" y="952"/>
                  </a:cubicBezTo>
                  <a:cubicBezTo>
                    <a:pt x="1499" y="943"/>
                    <a:pt x="1495" y="956"/>
                    <a:pt x="1487" y="955"/>
                  </a:cubicBezTo>
                  <a:cubicBezTo>
                    <a:pt x="1480" y="954"/>
                    <a:pt x="1493" y="945"/>
                    <a:pt x="1486" y="941"/>
                  </a:cubicBezTo>
                  <a:cubicBezTo>
                    <a:pt x="1480" y="937"/>
                    <a:pt x="1468" y="939"/>
                    <a:pt x="1459" y="947"/>
                  </a:cubicBezTo>
                  <a:cubicBezTo>
                    <a:pt x="1450" y="955"/>
                    <a:pt x="1450" y="947"/>
                    <a:pt x="1442" y="955"/>
                  </a:cubicBezTo>
                  <a:cubicBezTo>
                    <a:pt x="1434" y="963"/>
                    <a:pt x="1434" y="951"/>
                    <a:pt x="1438" y="948"/>
                  </a:cubicBezTo>
                  <a:cubicBezTo>
                    <a:pt x="1442" y="945"/>
                    <a:pt x="1444" y="948"/>
                    <a:pt x="1448" y="943"/>
                  </a:cubicBezTo>
                  <a:cubicBezTo>
                    <a:pt x="1452" y="939"/>
                    <a:pt x="1455" y="943"/>
                    <a:pt x="1464" y="938"/>
                  </a:cubicBezTo>
                  <a:cubicBezTo>
                    <a:pt x="1473" y="932"/>
                    <a:pt x="1481" y="934"/>
                    <a:pt x="1484" y="930"/>
                  </a:cubicBezTo>
                  <a:cubicBezTo>
                    <a:pt x="1486" y="926"/>
                    <a:pt x="1479" y="920"/>
                    <a:pt x="1471" y="922"/>
                  </a:cubicBezTo>
                  <a:cubicBezTo>
                    <a:pt x="1462" y="924"/>
                    <a:pt x="1456" y="910"/>
                    <a:pt x="1451" y="914"/>
                  </a:cubicBezTo>
                  <a:cubicBezTo>
                    <a:pt x="1445" y="918"/>
                    <a:pt x="1446" y="908"/>
                    <a:pt x="1440" y="912"/>
                  </a:cubicBezTo>
                  <a:cubicBezTo>
                    <a:pt x="1434" y="916"/>
                    <a:pt x="1430" y="911"/>
                    <a:pt x="1428" y="903"/>
                  </a:cubicBezTo>
                  <a:cubicBezTo>
                    <a:pt x="1425" y="896"/>
                    <a:pt x="1408" y="884"/>
                    <a:pt x="1398" y="881"/>
                  </a:cubicBezTo>
                  <a:cubicBezTo>
                    <a:pt x="1388" y="878"/>
                    <a:pt x="1394" y="872"/>
                    <a:pt x="1400" y="876"/>
                  </a:cubicBezTo>
                  <a:cubicBezTo>
                    <a:pt x="1405" y="880"/>
                    <a:pt x="1412" y="872"/>
                    <a:pt x="1414" y="868"/>
                  </a:cubicBezTo>
                  <a:cubicBezTo>
                    <a:pt x="1416" y="864"/>
                    <a:pt x="1410" y="861"/>
                    <a:pt x="1407" y="860"/>
                  </a:cubicBezTo>
                  <a:cubicBezTo>
                    <a:pt x="1404" y="860"/>
                    <a:pt x="1404" y="855"/>
                    <a:pt x="1405" y="851"/>
                  </a:cubicBezTo>
                  <a:cubicBezTo>
                    <a:pt x="1405" y="847"/>
                    <a:pt x="1394" y="842"/>
                    <a:pt x="1393" y="838"/>
                  </a:cubicBezTo>
                  <a:cubicBezTo>
                    <a:pt x="1393" y="834"/>
                    <a:pt x="1386" y="832"/>
                    <a:pt x="1387" y="828"/>
                  </a:cubicBezTo>
                  <a:cubicBezTo>
                    <a:pt x="1387" y="824"/>
                    <a:pt x="1380" y="819"/>
                    <a:pt x="1380" y="815"/>
                  </a:cubicBezTo>
                  <a:cubicBezTo>
                    <a:pt x="1380" y="810"/>
                    <a:pt x="1368" y="801"/>
                    <a:pt x="1368" y="795"/>
                  </a:cubicBezTo>
                  <a:cubicBezTo>
                    <a:pt x="1367" y="790"/>
                    <a:pt x="1361" y="786"/>
                    <a:pt x="1359" y="779"/>
                  </a:cubicBezTo>
                  <a:cubicBezTo>
                    <a:pt x="1356" y="772"/>
                    <a:pt x="1353" y="776"/>
                    <a:pt x="1351" y="785"/>
                  </a:cubicBezTo>
                  <a:cubicBezTo>
                    <a:pt x="1349" y="794"/>
                    <a:pt x="1340" y="794"/>
                    <a:pt x="1343" y="797"/>
                  </a:cubicBezTo>
                  <a:cubicBezTo>
                    <a:pt x="1348" y="804"/>
                    <a:pt x="1344" y="804"/>
                    <a:pt x="1340" y="808"/>
                  </a:cubicBezTo>
                  <a:cubicBezTo>
                    <a:pt x="1337" y="812"/>
                    <a:pt x="1343" y="817"/>
                    <a:pt x="1337" y="817"/>
                  </a:cubicBezTo>
                  <a:cubicBezTo>
                    <a:pt x="1331" y="817"/>
                    <a:pt x="1334" y="830"/>
                    <a:pt x="1331" y="824"/>
                  </a:cubicBezTo>
                  <a:cubicBezTo>
                    <a:pt x="1328" y="819"/>
                    <a:pt x="1320" y="820"/>
                    <a:pt x="1320" y="826"/>
                  </a:cubicBezTo>
                  <a:cubicBezTo>
                    <a:pt x="1320" y="831"/>
                    <a:pt x="1308" y="836"/>
                    <a:pt x="1302" y="836"/>
                  </a:cubicBezTo>
                  <a:cubicBezTo>
                    <a:pt x="1297" y="835"/>
                    <a:pt x="1297" y="825"/>
                    <a:pt x="1293" y="828"/>
                  </a:cubicBezTo>
                  <a:cubicBezTo>
                    <a:pt x="1289" y="831"/>
                    <a:pt x="1290" y="819"/>
                    <a:pt x="1283" y="819"/>
                  </a:cubicBezTo>
                  <a:cubicBezTo>
                    <a:pt x="1276" y="820"/>
                    <a:pt x="1272" y="819"/>
                    <a:pt x="1274" y="813"/>
                  </a:cubicBezTo>
                  <a:cubicBezTo>
                    <a:pt x="1276" y="807"/>
                    <a:pt x="1262" y="805"/>
                    <a:pt x="1267" y="801"/>
                  </a:cubicBezTo>
                  <a:cubicBezTo>
                    <a:pt x="1271" y="798"/>
                    <a:pt x="1265" y="791"/>
                    <a:pt x="1265" y="781"/>
                  </a:cubicBezTo>
                  <a:cubicBezTo>
                    <a:pt x="1264" y="771"/>
                    <a:pt x="1270" y="770"/>
                    <a:pt x="1270" y="766"/>
                  </a:cubicBezTo>
                  <a:cubicBezTo>
                    <a:pt x="1270" y="762"/>
                    <a:pt x="1266" y="762"/>
                    <a:pt x="1261" y="765"/>
                  </a:cubicBezTo>
                  <a:cubicBezTo>
                    <a:pt x="1256" y="769"/>
                    <a:pt x="1256" y="761"/>
                    <a:pt x="1251" y="762"/>
                  </a:cubicBezTo>
                  <a:cubicBezTo>
                    <a:pt x="1246" y="762"/>
                    <a:pt x="1231" y="761"/>
                    <a:pt x="1230" y="754"/>
                  </a:cubicBezTo>
                  <a:cubicBezTo>
                    <a:pt x="1229" y="747"/>
                    <a:pt x="1224" y="751"/>
                    <a:pt x="1222" y="744"/>
                  </a:cubicBezTo>
                  <a:cubicBezTo>
                    <a:pt x="1220" y="737"/>
                    <a:pt x="1213" y="742"/>
                    <a:pt x="1213" y="738"/>
                  </a:cubicBezTo>
                  <a:cubicBezTo>
                    <a:pt x="1213" y="733"/>
                    <a:pt x="1211" y="731"/>
                    <a:pt x="1206" y="731"/>
                  </a:cubicBezTo>
                  <a:cubicBezTo>
                    <a:pt x="1201" y="730"/>
                    <a:pt x="1200" y="725"/>
                    <a:pt x="1193" y="724"/>
                  </a:cubicBezTo>
                  <a:cubicBezTo>
                    <a:pt x="1187" y="724"/>
                    <a:pt x="1179" y="729"/>
                    <a:pt x="1176" y="730"/>
                  </a:cubicBezTo>
                  <a:cubicBezTo>
                    <a:pt x="1172" y="732"/>
                    <a:pt x="1163" y="725"/>
                    <a:pt x="1160" y="727"/>
                  </a:cubicBezTo>
                  <a:cubicBezTo>
                    <a:pt x="1156" y="730"/>
                    <a:pt x="1155" y="726"/>
                    <a:pt x="1146" y="723"/>
                  </a:cubicBezTo>
                  <a:cubicBezTo>
                    <a:pt x="1136" y="720"/>
                    <a:pt x="1123" y="719"/>
                    <a:pt x="1122" y="723"/>
                  </a:cubicBezTo>
                  <a:cubicBezTo>
                    <a:pt x="1121" y="726"/>
                    <a:pt x="1114" y="727"/>
                    <a:pt x="1115" y="736"/>
                  </a:cubicBezTo>
                  <a:cubicBezTo>
                    <a:pt x="1116" y="744"/>
                    <a:pt x="1124" y="742"/>
                    <a:pt x="1126" y="748"/>
                  </a:cubicBezTo>
                  <a:cubicBezTo>
                    <a:pt x="1128" y="753"/>
                    <a:pt x="1122" y="751"/>
                    <a:pt x="1122" y="756"/>
                  </a:cubicBezTo>
                  <a:cubicBezTo>
                    <a:pt x="1121" y="762"/>
                    <a:pt x="1116" y="761"/>
                    <a:pt x="1116" y="765"/>
                  </a:cubicBezTo>
                  <a:cubicBezTo>
                    <a:pt x="1116" y="768"/>
                    <a:pt x="1120" y="767"/>
                    <a:pt x="1122" y="774"/>
                  </a:cubicBezTo>
                  <a:cubicBezTo>
                    <a:pt x="1124" y="781"/>
                    <a:pt x="1128" y="781"/>
                    <a:pt x="1129" y="790"/>
                  </a:cubicBezTo>
                  <a:cubicBezTo>
                    <a:pt x="1130" y="800"/>
                    <a:pt x="1126" y="798"/>
                    <a:pt x="1122" y="799"/>
                  </a:cubicBezTo>
                  <a:cubicBezTo>
                    <a:pt x="1118" y="800"/>
                    <a:pt x="1122" y="805"/>
                    <a:pt x="1117" y="811"/>
                  </a:cubicBezTo>
                  <a:cubicBezTo>
                    <a:pt x="1111" y="817"/>
                    <a:pt x="1107" y="824"/>
                    <a:pt x="1111" y="828"/>
                  </a:cubicBezTo>
                  <a:cubicBezTo>
                    <a:pt x="1115" y="832"/>
                    <a:pt x="1131" y="839"/>
                    <a:pt x="1137" y="849"/>
                  </a:cubicBezTo>
                  <a:cubicBezTo>
                    <a:pt x="1144" y="860"/>
                    <a:pt x="1143" y="876"/>
                    <a:pt x="1141" y="888"/>
                  </a:cubicBezTo>
                  <a:cubicBezTo>
                    <a:pt x="1139" y="900"/>
                    <a:pt x="1126" y="902"/>
                    <a:pt x="1116" y="912"/>
                  </a:cubicBezTo>
                  <a:cubicBezTo>
                    <a:pt x="1107" y="923"/>
                    <a:pt x="1096" y="921"/>
                    <a:pt x="1092" y="921"/>
                  </a:cubicBezTo>
                  <a:cubicBezTo>
                    <a:pt x="1087" y="922"/>
                    <a:pt x="1090" y="931"/>
                    <a:pt x="1096" y="939"/>
                  </a:cubicBezTo>
                  <a:cubicBezTo>
                    <a:pt x="1103" y="946"/>
                    <a:pt x="1098" y="948"/>
                    <a:pt x="1101" y="956"/>
                  </a:cubicBezTo>
                  <a:cubicBezTo>
                    <a:pt x="1105" y="964"/>
                    <a:pt x="1101" y="970"/>
                    <a:pt x="1106" y="977"/>
                  </a:cubicBezTo>
                  <a:cubicBezTo>
                    <a:pt x="1111" y="984"/>
                    <a:pt x="1108" y="987"/>
                    <a:pt x="1102" y="992"/>
                  </a:cubicBezTo>
                  <a:cubicBezTo>
                    <a:pt x="1096" y="997"/>
                    <a:pt x="1105" y="995"/>
                    <a:pt x="1105" y="1001"/>
                  </a:cubicBezTo>
                  <a:cubicBezTo>
                    <a:pt x="1105" y="1008"/>
                    <a:pt x="1102" y="1004"/>
                    <a:pt x="1097" y="1001"/>
                  </a:cubicBezTo>
                  <a:cubicBezTo>
                    <a:pt x="1092" y="997"/>
                    <a:pt x="1087" y="1007"/>
                    <a:pt x="1087" y="1011"/>
                  </a:cubicBezTo>
                  <a:cubicBezTo>
                    <a:pt x="1087" y="1016"/>
                    <a:pt x="1075" y="1006"/>
                    <a:pt x="1073" y="1006"/>
                  </a:cubicBezTo>
                  <a:cubicBezTo>
                    <a:pt x="1070" y="1006"/>
                    <a:pt x="1073" y="999"/>
                    <a:pt x="1066" y="994"/>
                  </a:cubicBezTo>
                  <a:cubicBezTo>
                    <a:pt x="1059" y="988"/>
                    <a:pt x="1054" y="987"/>
                    <a:pt x="1054" y="982"/>
                  </a:cubicBezTo>
                  <a:cubicBezTo>
                    <a:pt x="1054" y="976"/>
                    <a:pt x="1042" y="972"/>
                    <a:pt x="1042" y="966"/>
                  </a:cubicBezTo>
                  <a:cubicBezTo>
                    <a:pt x="1042" y="960"/>
                    <a:pt x="1043" y="944"/>
                    <a:pt x="1040" y="939"/>
                  </a:cubicBezTo>
                  <a:cubicBezTo>
                    <a:pt x="1038" y="934"/>
                    <a:pt x="1040" y="929"/>
                    <a:pt x="1042" y="925"/>
                  </a:cubicBezTo>
                  <a:cubicBezTo>
                    <a:pt x="1045" y="921"/>
                    <a:pt x="1040" y="914"/>
                    <a:pt x="1033" y="914"/>
                  </a:cubicBezTo>
                  <a:cubicBezTo>
                    <a:pt x="1026" y="914"/>
                    <a:pt x="1016" y="912"/>
                    <a:pt x="1006" y="912"/>
                  </a:cubicBezTo>
                  <a:cubicBezTo>
                    <a:pt x="996" y="913"/>
                    <a:pt x="991" y="912"/>
                    <a:pt x="988" y="909"/>
                  </a:cubicBezTo>
                  <a:cubicBezTo>
                    <a:pt x="985" y="906"/>
                    <a:pt x="976" y="900"/>
                    <a:pt x="963" y="897"/>
                  </a:cubicBezTo>
                  <a:cubicBezTo>
                    <a:pt x="951" y="894"/>
                    <a:pt x="946" y="888"/>
                    <a:pt x="945" y="884"/>
                  </a:cubicBezTo>
                  <a:cubicBezTo>
                    <a:pt x="943" y="881"/>
                    <a:pt x="931" y="878"/>
                    <a:pt x="929" y="875"/>
                  </a:cubicBezTo>
                  <a:cubicBezTo>
                    <a:pt x="926" y="871"/>
                    <a:pt x="914" y="869"/>
                    <a:pt x="909" y="870"/>
                  </a:cubicBezTo>
                  <a:cubicBezTo>
                    <a:pt x="905" y="871"/>
                    <a:pt x="893" y="860"/>
                    <a:pt x="886" y="860"/>
                  </a:cubicBezTo>
                  <a:cubicBezTo>
                    <a:pt x="879" y="861"/>
                    <a:pt x="862" y="868"/>
                    <a:pt x="860" y="868"/>
                  </a:cubicBezTo>
                  <a:cubicBezTo>
                    <a:pt x="857" y="869"/>
                    <a:pt x="860" y="862"/>
                    <a:pt x="862" y="860"/>
                  </a:cubicBezTo>
                  <a:cubicBezTo>
                    <a:pt x="864" y="857"/>
                    <a:pt x="856" y="845"/>
                    <a:pt x="854" y="837"/>
                  </a:cubicBezTo>
                  <a:cubicBezTo>
                    <a:pt x="852" y="830"/>
                    <a:pt x="850" y="821"/>
                    <a:pt x="841" y="822"/>
                  </a:cubicBezTo>
                  <a:cubicBezTo>
                    <a:pt x="833" y="823"/>
                    <a:pt x="824" y="819"/>
                    <a:pt x="822" y="817"/>
                  </a:cubicBezTo>
                  <a:cubicBezTo>
                    <a:pt x="819" y="816"/>
                    <a:pt x="819" y="794"/>
                    <a:pt x="821" y="784"/>
                  </a:cubicBezTo>
                  <a:cubicBezTo>
                    <a:pt x="823" y="775"/>
                    <a:pt x="833" y="761"/>
                    <a:pt x="833" y="755"/>
                  </a:cubicBezTo>
                  <a:cubicBezTo>
                    <a:pt x="833" y="749"/>
                    <a:pt x="840" y="746"/>
                    <a:pt x="846" y="745"/>
                  </a:cubicBezTo>
                  <a:cubicBezTo>
                    <a:pt x="852" y="743"/>
                    <a:pt x="847" y="732"/>
                    <a:pt x="853" y="731"/>
                  </a:cubicBezTo>
                  <a:cubicBezTo>
                    <a:pt x="859" y="730"/>
                    <a:pt x="859" y="728"/>
                    <a:pt x="860" y="723"/>
                  </a:cubicBezTo>
                  <a:cubicBezTo>
                    <a:pt x="861" y="718"/>
                    <a:pt x="868" y="722"/>
                    <a:pt x="864" y="718"/>
                  </a:cubicBezTo>
                  <a:cubicBezTo>
                    <a:pt x="861" y="714"/>
                    <a:pt x="864" y="713"/>
                    <a:pt x="873" y="713"/>
                  </a:cubicBezTo>
                  <a:cubicBezTo>
                    <a:pt x="882" y="713"/>
                    <a:pt x="895" y="709"/>
                    <a:pt x="893" y="700"/>
                  </a:cubicBezTo>
                  <a:cubicBezTo>
                    <a:pt x="891" y="691"/>
                    <a:pt x="868" y="698"/>
                    <a:pt x="868" y="691"/>
                  </a:cubicBezTo>
                  <a:cubicBezTo>
                    <a:pt x="868" y="683"/>
                    <a:pt x="838" y="683"/>
                    <a:pt x="840" y="679"/>
                  </a:cubicBezTo>
                  <a:cubicBezTo>
                    <a:pt x="842" y="674"/>
                    <a:pt x="870" y="682"/>
                    <a:pt x="880" y="686"/>
                  </a:cubicBezTo>
                  <a:cubicBezTo>
                    <a:pt x="890" y="690"/>
                    <a:pt x="893" y="689"/>
                    <a:pt x="901" y="689"/>
                  </a:cubicBezTo>
                  <a:cubicBezTo>
                    <a:pt x="909" y="688"/>
                    <a:pt x="904" y="678"/>
                    <a:pt x="905" y="674"/>
                  </a:cubicBezTo>
                  <a:cubicBezTo>
                    <a:pt x="907" y="669"/>
                    <a:pt x="922" y="680"/>
                    <a:pt x="931" y="678"/>
                  </a:cubicBezTo>
                  <a:cubicBezTo>
                    <a:pt x="940" y="675"/>
                    <a:pt x="949" y="657"/>
                    <a:pt x="956" y="652"/>
                  </a:cubicBezTo>
                  <a:cubicBezTo>
                    <a:pt x="964" y="647"/>
                    <a:pt x="957" y="642"/>
                    <a:pt x="943" y="643"/>
                  </a:cubicBezTo>
                  <a:cubicBezTo>
                    <a:pt x="928" y="645"/>
                    <a:pt x="920" y="639"/>
                    <a:pt x="912" y="633"/>
                  </a:cubicBezTo>
                  <a:cubicBezTo>
                    <a:pt x="904" y="627"/>
                    <a:pt x="905" y="623"/>
                    <a:pt x="913" y="623"/>
                  </a:cubicBezTo>
                  <a:cubicBezTo>
                    <a:pt x="922" y="624"/>
                    <a:pt x="941" y="640"/>
                    <a:pt x="949" y="641"/>
                  </a:cubicBezTo>
                  <a:cubicBezTo>
                    <a:pt x="956" y="641"/>
                    <a:pt x="969" y="626"/>
                    <a:pt x="975" y="621"/>
                  </a:cubicBezTo>
                  <a:cubicBezTo>
                    <a:pt x="981" y="617"/>
                    <a:pt x="969" y="615"/>
                    <a:pt x="965" y="611"/>
                  </a:cubicBezTo>
                  <a:cubicBezTo>
                    <a:pt x="961" y="608"/>
                    <a:pt x="972" y="605"/>
                    <a:pt x="979" y="605"/>
                  </a:cubicBezTo>
                  <a:cubicBezTo>
                    <a:pt x="985" y="605"/>
                    <a:pt x="988" y="611"/>
                    <a:pt x="990" y="614"/>
                  </a:cubicBezTo>
                  <a:cubicBezTo>
                    <a:pt x="992" y="616"/>
                    <a:pt x="1003" y="612"/>
                    <a:pt x="1009" y="612"/>
                  </a:cubicBezTo>
                  <a:cubicBezTo>
                    <a:pt x="1014" y="612"/>
                    <a:pt x="1008" y="603"/>
                    <a:pt x="999" y="599"/>
                  </a:cubicBezTo>
                  <a:cubicBezTo>
                    <a:pt x="990" y="596"/>
                    <a:pt x="999" y="589"/>
                    <a:pt x="1002" y="595"/>
                  </a:cubicBezTo>
                  <a:cubicBezTo>
                    <a:pt x="1005" y="600"/>
                    <a:pt x="1011" y="599"/>
                    <a:pt x="1014" y="605"/>
                  </a:cubicBezTo>
                  <a:cubicBezTo>
                    <a:pt x="1019" y="614"/>
                    <a:pt x="1022" y="608"/>
                    <a:pt x="1029" y="605"/>
                  </a:cubicBezTo>
                  <a:cubicBezTo>
                    <a:pt x="1037" y="603"/>
                    <a:pt x="1041" y="598"/>
                    <a:pt x="1046" y="593"/>
                  </a:cubicBezTo>
                  <a:cubicBezTo>
                    <a:pt x="1050" y="589"/>
                    <a:pt x="1051" y="594"/>
                    <a:pt x="1056" y="587"/>
                  </a:cubicBezTo>
                  <a:cubicBezTo>
                    <a:pt x="1061" y="579"/>
                    <a:pt x="1053" y="572"/>
                    <a:pt x="1047" y="568"/>
                  </a:cubicBezTo>
                  <a:cubicBezTo>
                    <a:pt x="1041" y="563"/>
                    <a:pt x="1047" y="558"/>
                    <a:pt x="1041" y="555"/>
                  </a:cubicBezTo>
                  <a:cubicBezTo>
                    <a:pt x="1035" y="552"/>
                    <a:pt x="1034" y="546"/>
                    <a:pt x="1042" y="548"/>
                  </a:cubicBezTo>
                  <a:cubicBezTo>
                    <a:pt x="1049" y="549"/>
                    <a:pt x="1056" y="547"/>
                    <a:pt x="1059" y="541"/>
                  </a:cubicBezTo>
                  <a:cubicBezTo>
                    <a:pt x="1063" y="536"/>
                    <a:pt x="1047" y="535"/>
                    <a:pt x="1055" y="531"/>
                  </a:cubicBezTo>
                  <a:cubicBezTo>
                    <a:pt x="1062" y="527"/>
                    <a:pt x="1056" y="523"/>
                    <a:pt x="1049" y="523"/>
                  </a:cubicBezTo>
                  <a:cubicBezTo>
                    <a:pt x="1042" y="523"/>
                    <a:pt x="1036" y="519"/>
                    <a:pt x="1035" y="514"/>
                  </a:cubicBezTo>
                  <a:cubicBezTo>
                    <a:pt x="1035" y="508"/>
                    <a:pt x="1023" y="512"/>
                    <a:pt x="1015" y="508"/>
                  </a:cubicBezTo>
                  <a:cubicBezTo>
                    <a:pt x="1008" y="505"/>
                    <a:pt x="992" y="505"/>
                    <a:pt x="988" y="506"/>
                  </a:cubicBezTo>
                  <a:cubicBezTo>
                    <a:pt x="984" y="506"/>
                    <a:pt x="983" y="522"/>
                    <a:pt x="989" y="523"/>
                  </a:cubicBezTo>
                  <a:cubicBezTo>
                    <a:pt x="995" y="523"/>
                    <a:pt x="1000" y="529"/>
                    <a:pt x="995" y="531"/>
                  </a:cubicBezTo>
                  <a:cubicBezTo>
                    <a:pt x="990" y="533"/>
                    <a:pt x="995" y="539"/>
                    <a:pt x="992" y="539"/>
                  </a:cubicBezTo>
                  <a:cubicBezTo>
                    <a:pt x="988" y="539"/>
                    <a:pt x="981" y="537"/>
                    <a:pt x="980" y="547"/>
                  </a:cubicBezTo>
                  <a:cubicBezTo>
                    <a:pt x="979" y="557"/>
                    <a:pt x="978" y="561"/>
                    <a:pt x="972" y="564"/>
                  </a:cubicBezTo>
                  <a:cubicBezTo>
                    <a:pt x="965" y="568"/>
                    <a:pt x="970" y="553"/>
                    <a:pt x="964" y="553"/>
                  </a:cubicBezTo>
                  <a:cubicBezTo>
                    <a:pt x="958" y="554"/>
                    <a:pt x="957" y="566"/>
                    <a:pt x="961" y="567"/>
                  </a:cubicBezTo>
                  <a:cubicBezTo>
                    <a:pt x="966" y="568"/>
                    <a:pt x="967" y="572"/>
                    <a:pt x="968" y="578"/>
                  </a:cubicBezTo>
                  <a:cubicBezTo>
                    <a:pt x="969" y="584"/>
                    <a:pt x="959" y="580"/>
                    <a:pt x="956" y="587"/>
                  </a:cubicBezTo>
                  <a:cubicBezTo>
                    <a:pt x="952" y="594"/>
                    <a:pt x="951" y="584"/>
                    <a:pt x="946" y="579"/>
                  </a:cubicBezTo>
                  <a:cubicBezTo>
                    <a:pt x="940" y="574"/>
                    <a:pt x="934" y="566"/>
                    <a:pt x="934" y="560"/>
                  </a:cubicBezTo>
                  <a:cubicBezTo>
                    <a:pt x="934" y="555"/>
                    <a:pt x="937" y="553"/>
                    <a:pt x="941" y="553"/>
                  </a:cubicBezTo>
                  <a:cubicBezTo>
                    <a:pt x="946" y="552"/>
                    <a:pt x="941" y="548"/>
                    <a:pt x="941" y="541"/>
                  </a:cubicBezTo>
                  <a:cubicBezTo>
                    <a:pt x="941" y="534"/>
                    <a:pt x="936" y="536"/>
                    <a:pt x="929" y="529"/>
                  </a:cubicBezTo>
                  <a:cubicBezTo>
                    <a:pt x="923" y="521"/>
                    <a:pt x="916" y="521"/>
                    <a:pt x="913" y="525"/>
                  </a:cubicBezTo>
                  <a:cubicBezTo>
                    <a:pt x="909" y="528"/>
                    <a:pt x="912" y="535"/>
                    <a:pt x="906" y="537"/>
                  </a:cubicBezTo>
                  <a:cubicBezTo>
                    <a:pt x="901" y="540"/>
                    <a:pt x="903" y="551"/>
                    <a:pt x="898" y="551"/>
                  </a:cubicBezTo>
                  <a:cubicBezTo>
                    <a:pt x="894" y="552"/>
                    <a:pt x="897" y="532"/>
                    <a:pt x="893" y="530"/>
                  </a:cubicBezTo>
                  <a:cubicBezTo>
                    <a:pt x="889" y="528"/>
                    <a:pt x="889" y="524"/>
                    <a:pt x="895" y="523"/>
                  </a:cubicBezTo>
                  <a:cubicBezTo>
                    <a:pt x="901" y="522"/>
                    <a:pt x="904" y="516"/>
                    <a:pt x="899" y="516"/>
                  </a:cubicBezTo>
                  <a:cubicBezTo>
                    <a:pt x="894" y="516"/>
                    <a:pt x="885" y="510"/>
                    <a:pt x="882" y="509"/>
                  </a:cubicBezTo>
                  <a:cubicBezTo>
                    <a:pt x="878" y="507"/>
                    <a:pt x="872" y="515"/>
                    <a:pt x="868" y="512"/>
                  </a:cubicBezTo>
                  <a:cubicBezTo>
                    <a:pt x="864" y="509"/>
                    <a:pt x="869" y="501"/>
                    <a:pt x="869" y="497"/>
                  </a:cubicBezTo>
                  <a:cubicBezTo>
                    <a:pt x="870" y="493"/>
                    <a:pt x="875" y="499"/>
                    <a:pt x="879" y="494"/>
                  </a:cubicBezTo>
                  <a:cubicBezTo>
                    <a:pt x="883" y="488"/>
                    <a:pt x="868" y="488"/>
                    <a:pt x="868" y="482"/>
                  </a:cubicBezTo>
                  <a:cubicBezTo>
                    <a:pt x="868" y="476"/>
                    <a:pt x="857" y="475"/>
                    <a:pt x="853" y="473"/>
                  </a:cubicBezTo>
                  <a:cubicBezTo>
                    <a:pt x="849" y="471"/>
                    <a:pt x="855" y="461"/>
                    <a:pt x="853" y="457"/>
                  </a:cubicBezTo>
                  <a:cubicBezTo>
                    <a:pt x="852" y="453"/>
                    <a:pt x="837" y="440"/>
                    <a:pt x="831" y="442"/>
                  </a:cubicBezTo>
                  <a:cubicBezTo>
                    <a:pt x="825" y="443"/>
                    <a:pt x="823" y="433"/>
                    <a:pt x="826" y="434"/>
                  </a:cubicBezTo>
                  <a:cubicBezTo>
                    <a:pt x="830" y="434"/>
                    <a:pt x="833" y="432"/>
                    <a:pt x="839" y="424"/>
                  </a:cubicBezTo>
                  <a:cubicBezTo>
                    <a:pt x="846" y="417"/>
                    <a:pt x="847" y="415"/>
                    <a:pt x="842" y="413"/>
                  </a:cubicBezTo>
                  <a:cubicBezTo>
                    <a:pt x="837" y="411"/>
                    <a:pt x="835" y="407"/>
                    <a:pt x="843" y="407"/>
                  </a:cubicBezTo>
                  <a:cubicBezTo>
                    <a:pt x="852" y="408"/>
                    <a:pt x="866" y="413"/>
                    <a:pt x="871" y="409"/>
                  </a:cubicBezTo>
                  <a:cubicBezTo>
                    <a:pt x="875" y="406"/>
                    <a:pt x="890" y="383"/>
                    <a:pt x="896" y="375"/>
                  </a:cubicBezTo>
                  <a:cubicBezTo>
                    <a:pt x="902" y="366"/>
                    <a:pt x="892" y="366"/>
                    <a:pt x="878" y="367"/>
                  </a:cubicBezTo>
                  <a:cubicBezTo>
                    <a:pt x="864" y="368"/>
                    <a:pt x="861" y="361"/>
                    <a:pt x="849" y="361"/>
                  </a:cubicBezTo>
                  <a:cubicBezTo>
                    <a:pt x="837" y="360"/>
                    <a:pt x="815" y="363"/>
                    <a:pt x="812" y="366"/>
                  </a:cubicBezTo>
                  <a:cubicBezTo>
                    <a:pt x="809" y="370"/>
                    <a:pt x="818" y="373"/>
                    <a:pt x="817" y="377"/>
                  </a:cubicBezTo>
                  <a:cubicBezTo>
                    <a:pt x="816" y="381"/>
                    <a:pt x="808" y="374"/>
                    <a:pt x="805" y="376"/>
                  </a:cubicBezTo>
                  <a:cubicBezTo>
                    <a:pt x="802" y="377"/>
                    <a:pt x="807" y="383"/>
                    <a:pt x="805" y="396"/>
                  </a:cubicBezTo>
                  <a:cubicBezTo>
                    <a:pt x="804" y="410"/>
                    <a:pt x="808" y="411"/>
                    <a:pt x="812" y="416"/>
                  </a:cubicBezTo>
                  <a:cubicBezTo>
                    <a:pt x="816" y="421"/>
                    <a:pt x="815" y="427"/>
                    <a:pt x="815" y="436"/>
                  </a:cubicBezTo>
                  <a:cubicBezTo>
                    <a:pt x="815" y="445"/>
                    <a:pt x="807" y="444"/>
                    <a:pt x="804" y="446"/>
                  </a:cubicBezTo>
                  <a:cubicBezTo>
                    <a:pt x="801" y="448"/>
                    <a:pt x="811" y="451"/>
                    <a:pt x="810" y="457"/>
                  </a:cubicBezTo>
                  <a:cubicBezTo>
                    <a:pt x="808" y="462"/>
                    <a:pt x="800" y="454"/>
                    <a:pt x="795" y="455"/>
                  </a:cubicBezTo>
                  <a:cubicBezTo>
                    <a:pt x="791" y="457"/>
                    <a:pt x="787" y="470"/>
                    <a:pt x="792" y="474"/>
                  </a:cubicBezTo>
                  <a:cubicBezTo>
                    <a:pt x="797" y="479"/>
                    <a:pt x="799" y="478"/>
                    <a:pt x="795" y="483"/>
                  </a:cubicBezTo>
                  <a:cubicBezTo>
                    <a:pt x="791" y="488"/>
                    <a:pt x="787" y="496"/>
                    <a:pt x="796" y="503"/>
                  </a:cubicBezTo>
                  <a:cubicBezTo>
                    <a:pt x="805" y="510"/>
                    <a:pt x="823" y="510"/>
                    <a:pt x="832" y="515"/>
                  </a:cubicBezTo>
                  <a:cubicBezTo>
                    <a:pt x="841" y="521"/>
                    <a:pt x="828" y="518"/>
                    <a:pt x="831" y="524"/>
                  </a:cubicBezTo>
                  <a:cubicBezTo>
                    <a:pt x="835" y="531"/>
                    <a:pt x="825" y="533"/>
                    <a:pt x="826" y="539"/>
                  </a:cubicBezTo>
                  <a:cubicBezTo>
                    <a:pt x="826" y="544"/>
                    <a:pt x="830" y="541"/>
                    <a:pt x="834" y="532"/>
                  </a:cubicBezTo>
                  <a:cubicBezTo>
                    <a:pt x="839" y="524"/>
                    <a:pt x="843" y="535"/>
                    <a:pt x="842" y="542"/>
                  </a:cubicBezTo>
                  <a:cubicBezTo>
                    <a:pt x="842" y="550"/>
                    <a:pt x="835" y="545"/>
                    <a:pt x="830" y="553"/>
                  </a:cubicBezTo>
                  <a:cubicBezTo>
                    <a:pt x="825" y="560"/>
                    <a:pt x="820" y="561"/>
                    <a:pt x="813" y="560"/>
                  </a:cubicBezTo>
                  <a:cubicBezTo>
                    <a:pt x="805" y="558"/>
                    <a:pt x="810" y="570"/>
                    <a:pt x="813" y="577"/>
                  </a:cubicBezTo>
                  <a:cubicBezTo>
                    <a:pt x="816" y="584"/>
                    <a:pt x="812" y="586"/>
                    <a:pt x="803" y="584"/>
                  </a:cubicBezTo>
                  <a:cubicBezTo>
                    <a:pt x="795" y="581"/>
                    <a:pt x="790" y="576"/>
                    <a:pt x="794" y="569"/>
                  </a:cubicBezTo>
                  <a:cubicBezTo>
                    <a:pt x="798" y="562"/>
                    <a:pt x="801" y="555"/>
                    <a:pt x="796" y="555"/>
                  </a:cubicBezTo>
                  <a:cubicBezTo>
                    <a:pt x="791" y="556"/>
                    <a:pt x="780" y="555"/>
                    <a:pt x="776" y="550"/>
                  </a:cubicBezTo>
                  <a:cubicBezTo>
                    <a:pt x="773" y="544"/>
                    <a:pt x="778" y="546"/>
                    <a:pt x="789" y="548"/>
                  </a:cubicBezTo>
                  <a:cubicBezTo>
                    <a:pt x="800" y="549"/>
                    <a:pt x="791" y="541"/>
                    <a:pt x="798" y="541"/>
                  </a:cubicBezTo>
                  <a:cubicBezTo>
                    <a:pt x="806" y="541"/>
                    <a:pt x="812" y="545"/>
                    <a:pt x="819" y="539"/>
                  </a:cubicBezTo>
                  <a:cubicBezTo>
                    <a:pt x="825" y="533"/>
                    <a:pt x="814" y="522"/>
                    <a:pt x="809" y="524"/>
                  </a:cubicBezTo>
                  <a:cubicBezTo>
                    <a:pt x="803" y="526"/>
                    <a:pt x="795" y="528"/>
                    <a:pt x="795" y="523"/>
                  </a:cubicBezTo>
                  <a:cubicBezTo>
                    <a:pt x="795" y="517"/>
                    <a:pt x="804" y="521"/>
                    <a:pt x="809" y="520"/>
                  </a:cubicBezTo>
                  <a:cubicBezTo>
                    <a:pt x="814" y="519"/>
                    <a:pt x="807" y="512"/>
                    <a:pt x="799" y="514"/>
                  </a:cubicBezTo>
                  <a:cubicBezTo>
                    <a:pt x="791" y="515"/>
                    <a:pt x="785" y="516"/>
                    <a:pt x="779" y="509"/>
                  </a:cubicBezTo>
                  <a:cubicBezTo>
                    <a:pt x="773" y="503"/>
                    <a:pt x="762" y="499"/>
                    <a:pt x="759" y="514"/>
                  </a:cubicBezTo>
                  <a:cubicBezTo>
                    <a:pt x="756" y="529"/>
                    <a:pt x="745" y="521"/>
                    <a:pt x="741" y="526"/>
                  </a:cubicBezTo>
                  <a:cubicBezTo>
                    <a:pt x="737" y="531"/>
                    <a:pt x="746" y="535"/>
                    <a:pt x="756" y="535"/>
                  </a:cubicBezTo>
                  <a:cubicBezTo>
                    <a:pt x="767" y="535"/>
                    <a:pt x="775" y="545"/>
                    <a:pt x="770" y="545"/>
                  </a:cubicBezTo>
                  <a:cubicBezTo>
                    <a:pt x="765" y="545"/>
                    <a:pt x="767" y="553"/>
                    <a:pt x="762" y="550"/>
                  </a:cubicBezTo>
                  <a:cubicBezTo>
                    <a:pt x="756" y="547"/>
                    <a:pt x="751" y="550"/>
                    <a:pt x="755" y="555"/>
                  </a:cubicBezTo>
                  <a:cubicBezTo>
                    <a:pt x="758" y="559"/>
                    <a:pt x="753" y="561"/>
                    <a:pt x="753" y="566"/>
                  </a:cubicBezTo>
                  <a:cubicBezTo>
                    <a:pt x="754" y="571"/>
                    <a:pt x="745" y="566"/>
                    <a:pt x="737" y="566"/>
                  </a:cubicBezTo>
                  <a:cubicBezTo>
                    <a:pt x="729" y="565"/>
                    <a:pt x="713" y="568"/>
                    <a:pt x="703" y="570"/>
                  </a:cubicBezTo>
                  <a:cubicBezTo>
                    <a:pt x="692" y="572"/>
                    <a:pt x="679" y="568"/>
                    <a:pt x="675" y="563"/>
                  </a:cubicBezTo>
                  <a:cubicBezTo>
                    <a:pt x="670" y="558"/>
                    <a:pt x="664" y="559"/>
                    <a:pt x="656" y="559"/>
                  </a:cubicBezTo>
                  <a:cubicBezTo>
                    <a:pt x="648" y="559"/>
                    <a:pt x="650" y="551"/>
                    <a:pt x="640" y="551"/>
                  </a:cubicBezTo>
                  <a:cubicBezTo>
                    <a:pt x="630" y="551"/>
                    <a:pt x="632" y="542"/>
                    <a:pt x="631" y="537"/>
                  </a:cubicBezTo>
                  <a:cubicBezTo>
                    <a:pt x="630" y="532"/>
                    <a:pt x="610" y="533"/>
                    <a:pt x="602" y="538"/>
                  </a:cubicBezTo>
                  <a:cubicBezTo>
                    <a:pt x="595" y="543"/>
                    <a:pt x="580" y="541"/>
                    <a:pt x="577" y="550"/>
                  </a:cubicBezTo>
                  <a:cubicBezTo>
                    <a:pt x="573" y="558"/>
                    <a:pt x="580" y="557"/>
                    <a:pt x="584" y="557"/>
                  </a:cubicBezTo>
                  <a:cubicBezTo>
                    <a:pt x="590" y="557"/>
                    <a:pt x="590" y="550"/>
                    <a:pt x="601" y="551"/>
                  </a:cubicBezTo>
                  <a:cubicBezTo>
                    <a:pt x="612" y="553"/>
                    <a:pt x="620" y="540"/>
                    <a:pt x="624" y="545"/>
                  </a:cubicBezTo>
                  <a:cubicBezTo>
                    <a:pt x="629" y="550"/>
                    <a:pt x="606" y="559"/>
                    <a:pt x="595" y="560"/>
                  </a:cubicBezTo>
                  <a:cubicBezTo>
                    <a:pt x="585" y="562"/>
                    <a:pt x="588" y="570"/>
                    <a:pt x="597" y="584"/>
                  </a:cubicBezTo>
                  <a:cubicBezTo>
                    <a:pt x="607" y="599"/>
                    <a:pt x="593" y="591"/>
                    <a:pt x="593" y="598"/>
                  </a:cubicBezTo>
                  <a:cubicBezTo>
                    <a:pt x="593" y="605"/>
                    <a:pt x="575" y="595"/>
                    <a:pt x="582" y="593"/>
                  </a:cubicBezTo>
                  <a:cubicBezTo>
                    <a:pt x="589" y="591"/>
                    <a:pt x="586" y="583"/>
                    <a:pt x="580" y="578"/>
                  </a:cubicBezTo>
                  <a:cubicBezTo>
                    <a:pt x="574" y="574"/>
                    <a:pt x="570" y="578"/>
                    <a:pt x="571" y="573"/>
                  </a:cubicBezTo>
                  <a:cubicBezTo>
                    <a:pt x="572" y="568"/>
                    <a:pt x="565" y="574"/>
                    <a:pt x="559" y="569"/>
                  </a:cubicBezTo>
                  <a:cubicBezTo>
                    <a:pt x="554" y="565"/>
                    <a:pt x="551" y="562"/>
                    <a:pt x="544" y="566"/>
                  </a:cubicBezTo>
                  <a:cubicBezTo>
                    <a:pt x="536" y="569"/>
                    <a:pt x="528" y="568"/>
                    <a:pt x="511" y="571"/>
                  </a:cubicBezTo>
                  <a:cubicBezTo>
                    <a:pt x="495" y="574"/>
                    <a:pt x="465" y="573"/>
                    <a:pt x="459" y="568"/>
                  </a:cubicBezTo>
                  <a:cubicBezTo>
                    <a:pt x="454" y="562"/>
                    <a:pt x="473" y="552"/>
                    <a:pt x="479" y="554"/>
                  </a:cubicBezTo>
                  <a:cubicBezTo>
                    <a:pt x="485" y="555"/>
                    <a:pt x="482" y="548"/>
                    <a:pt x="473" y="541"/>
                  </a:cubicBezTo>
                  <a:cubicBezTo>
                    <a:pt x="464" y="533"/>
                    <a:pt x="444" y="529"/>
                    <a:pt x="444" y="533"/>
                  </a:cubicBezTo>
                  <a:cubicBezTo>
                    <a:pt x="444" y="538"/>
                    <a:pt x="433" y="534"/>
                    <a:pt x="418" y="531"/>
                  </a:cubicBezTo>
                  <a:cubicBezTo>
                    <a:pt x="404" y="528"/>
                    <a:pt x="402" y="523"/>
                    <a:pt x="392" y="523"/>
                  </a:cubicBezTo>
                  <a:cubicBezTo>
                    <a:pt x="383" y="523"/>
                    <a:pt x="369" y="520"/>
                    <a:pt x="358" y="511"/>
                  </a:cubicBezTo>
                  <a:cubicBezTo>
                    <a:pt x="347" y="503"/>
                    <a:pt x="321" y="505"/>
                    <a:pt x="318" y="513"/>
                  </a:cubicBezTo>
                  <a:cubicBezTo>
                    <a:pt x="315" y="521"/>
                    <a:pt x="306" y="520"/>
                    <a:pt x="298" y="520"/>
                  </a:cubicBezTo>
                  <a:cubicBezTo>
                    <a:pt x="289" y="520"/>
                    <a:pt x="302" y="511"/>
                    <a:pt x="298" y="509"/>
                  </a:cubicBezTo>
                  <a:cubicBezTo>
                    <a:pt x="294" y="507"/>
                    <a:pt x="299" y="496"/>
                    <a:pt x="293" y="495"/>
                  </a:cubicBezTo>
                  <a:cubicBezTo>
                    <a:pt x="286" y="494"/>
                    <a:pt x="280" y="521"/>
                    <a:pt x="269" y="520"/>
                  </a:cubicBezTo>
                  <a:cubicBezTo>
                    <a:pt x="257" y="519"/>
                    <a:pt x="252" y="492"/>
                    <a:pt x="242" y="485"/>
                  </a:cubicBezTo>
                  <a:cubicBezTo>
                    <a:pt x="232" y="478"/>
                    <a:pt x="223" y="478"/>
                    <a:pt x="232" y="488"/>
                  </a:cubicBezTo>
                  <a:cubicBezTo>
                    <a:pt x="240" y="499"/>
                    <a:pt x="225" y="491"/>
                    <a:pt x="225" y="498"/>
                  </a:cubicBezTo>
                  <a:cubicBezTo>
                    <a:pt x="226" y="505"/>
                    <a:pt x="212" y="514"/>
                    <a:pt x="212" y="510"/>
                  </a:cubicBezTo>
                  <a:cubicBezTo>
                    <a:pt x="213" y="506"/>
                    <a:pt x="205" y="501"/>
                    <a:pt x="195" y="512"/>
                  </a:cubicBezTo>
                  <a:cubicBezTo>
                    <a:pt x="186" y="523"/>
                    <a:pt x="179" y="522"/>
                    <a:pt x="178" y="518"/>
                  </a:cubicBezTo>
                  <a:cubicBezTo>
                    <a:pt x="178" y="514"/>
                    <a:pt x="150" y="528"/>
                    <a:pt x="151" y="533"/>
                  </a:cubicBezTo>
                  <a:cubicBezTo>
                    <a:pt x="152" y="537"/>
                    <a:pt x="147" y="541"/>
                    <a:pt x="139" y="541"/>
                  </a:cubicBezTo>
                  <a:cubicBezTo>
                    <a:pt x="132" y="540"/>
                    <a:pt x="138" y="534"/>
                    <a:pt x="144" y="531"/>
                  </a:cubicBezTo>
                  <a:cubicBezTo>
                    <a:pt x="150" y="527"/>
                    <a:pt x="168" y="513"/>
                    <a:pt x="178" y="511"/>
                  </a:cubicBezTo>
                  <a:cubicBezTo>
                    <a:pt x="187" y="510"/>
                    <a:pt x="205" y="502"/>
                    <a:pt x="205" y="498"/>
                  </a:cubicBezTo>
                  <a:cubicBezTo>
                    <a:pt x="206" y="494"/>
                    <a:pt x="196" y="497"/>
                    <a:pt x="190" y="496"/>
                  </a:cubicBezTo>
                  <a:cubicBezTo>
                    <a:pt x="184" y="495"/>
                    <a:pt x="173" y="502"/>
                    <a:pt x="162" y="506"/>
                  </a:cubicBezTo>
                  <a:cubicBezTo>
                    <a:pt x="152" y="511"/>
                    <a:pt x="140" y="510"/>
                    <a:pt x="143" y="516"/>
                  </a:cubicBezTo>
                  <a:cubicBezTo>
                    <a:pt x="146" y="522"/>
                    <a:pt x="133" y="515"/>
                    <a:pt x="130" y="519"/>
                  </a:cubicBezTo>
                  <a:cubicBezTo>
                    <a:pt x="128" y="524"/>
                    <a:pt x="122" y="519"/>
                    <a:pt x="126" y="517"/>
                  </a:cubicBezTo>
                  <a:cubicBezTo>
                    <a:pt x="130" y="514"/>
                    <a:pt x="117" y="510"/>
                    <a:pt x="117" y="513"/>
                  </a:cubicBezTo>
                  <a:cubicBezTo>
                    <a:pt x="117" y="515"/>
                    <a:pt x="115" y="519"/>
                    <a:pt x="105" y="519"/>
                  </a:cubicBezTo>
                  <a:cubicBezTo>
                    <a:pt x="96" y="519"/>
                    <a:pt x="86" y="526"/>
                    <a:pt x="93" y="530"/>
                  </a:cubicBezTo>
                  <a:cubicBezTo>
                    <a:pt x="99" y="535"/>
                    <a:pt x="103" y="537"/>
                    <a:pt x="100" y="541"/>
                  </a:cubicBezTo>
                  <a:cubicBezTo>
                    <a:pt x="97" y="544"/>
                    <a:pt x="87" y="532"/>
                    <a:pt x="73" y="533"/>
                  </a:cubicBezTo>
                  <a:cubicBezTo>
                    <a:pt x="59" y="535"/>
                    <a:pt x="32" y="518"/>
                    <a:pt x="32" y="514"/>
                  </a:cubicBezTo>
                  <a:cubicBezTo>
                    <a:pt x="32" y="511"/>
                    <a:pt x="13" y="513"/>
                    <a:pt x="0" y="512"/>
                  </a:cubicBezTo>
                  <a:cubicBezTo>
                    <a:pt x="0" y="782"/>
                    <a:pt x="0" y="782"/>
                    <a:pt x="0" y="782"/>
                  </a:cubicBezTo>
                  <a:cubicBezTo>
                    <a:pt x="0" y="782"/>
                    <a:pt x="6" y="787"/>
                    <a:pt x="9" y="784"/>
                  </a:cubicBezTo>
                  <a:cubicBezTo>
                    <a:pt x="12" y="781"/>
                    <a:pt x="16" y="785"/>
                    <a:pt x="25" y="781"/>
                  </a:cubicBezTo>
                  <a:cubicBezTo>
                    <a:pt x="34" y="777"/>
                    <a:pt x="37" y="786"/>
                    <a:pt x="37" y="790"/>
                  </a:cubicBezTo>
                  <a:cubicBezTo>
                    <a:pt x="37" y="794"/>
                    <a:pt x="50" y="801"/>
                    <a:pt x="55" y="807"/>
                  </a:cubicBezTo>
                  <a:cubicBezTo>
                    <a:pt x="60" y="814"/>
                    <a:pt x="63" y="820"/>
                    <a:pt x="68" y="816"/>
                  </a:cubicBezTo>
                  <a:cubicBezTo>
                    <a:pt x="74" y="813"/>
                    <a:pt x="85" y="811"/>
                    <a:pt x="85" y="804"/>
                  </a:cubicBezTo>
                  <a:cubicBezTo>
                    <a:pt x="85" y="797"/>
                    <a:pt x="109" y="796"/>
                    <a:pt x="109" y="805"/>
                  </a:cubicBezTo>
                  <a:cubicBezTo>
                    <a:pt x="109" y="814"/>
                    <a:pt x="133" y="824"/>
                    <a:pt x="147" y="848"/>
                  </a:cubicBezTo>
                  <a:cubicBezTo>
                    <a:pt x="160" y="872"/>
                    <a:pt x="158" y="877"/>
                    <a:pt x="178" y="885"/>
                  </a:cubicBezTo>
                  <a:cubicBezTo>
                    <a:pt x="198" y="893"/>
                    <a:pt x="197" y="897"/>
                    <a:pt x="195" y="904"/>
                  </a:cubicBezTo>
                  <a:cubicBezTo>
                    <a:pt x="192" y="911"/>
                    <a:pt x="207" y="914"/>
                    <a:pt x="198" y="920"/>
                  </a:cubicBezTo>
                  <a:cubicBezTo>
                    <a:pt x="195" y="922"/>
                    <a:pt x="191" y="925"/>
                    <a:pt x="186" y="929"/>
                  </a:cubicBezTo>
                  <a:cubicBezTo>
                    <a:pt x="187" y="932"/>
                    <a:pt x="190" y="934"/>
                    <a:pt x="194" y="938"/>
                  </a:cubicBezTo>
                  <a:cubicBezTo>
                    <a:pt x="198" y="941"/>
                    <a:pt x="185" y="941"/>
                    <a:pt x="189" y="945"/>
                  </a:cubicBezTo>
                  <a:cubicBezTo>
                    <a:pt x="193" y="948"/>
                    <a:pt x="188" y="954"/>
                    <a:pt x="192" y="958"/>
                  </a:cubicBezTo>
                  <a:cubicBezTo>
                    <a:pt x="196" y="963"/>
                    <a:pt x="203" y="961"/>
                    <a:pt x="207" y="957"/>
                  </a:cubicBezTo>
                  <a:cubicBezTo>
                    <a:pt x="212" y="954"/>
                    <a:pt x="215" y="962"/>
                    <a:pt x="211" y="968"/>
                  </a:cubicBezTo>
                  <a:cubicBezTo>
                    <a:pt x="208" y="974"/>
                    <a:pt x="215" y="978"/>
                    <a:pt x="219" y="974"/>
                  </a:cubicBezTo>
                  <a:cubicBezTo>
                    <a:pt x="222" y="969"/>
                    <a:pt x="230" y="981"/>
                    <a:pt x="233" y="982"/>
                  </a:cubicBezTo>
                  <a:cubicBezTo>
                    <a:pt x="237" y="984"/>
                    <a:pt x="240" y="990"/>
                    <a:pt x="234" y="990"/>
                  </a:cubicBezTo>
                  <a:cubicBezTo>
                    <a:pt x="228" y="990"/>
                    <a:pt x="229" y="1001"/>
                    <a:pt x="234" y="1001"/>
                  </a:cubicBezTo>
                  <a:cubicBezTo>
                    <a:pt x="238" y="1001"/>
                    <a:pt x="237" y="1007"/>
                    <a:pt x="237" y="1010"/>
                  </a:cubicBezTo>
                  <a:cubicBezTo>
                    <a:pt x="237" y="1014"/>
                    <a:pt x="251" y="1019"/>
                    <a:pt x="256" y="1017"/>
                  </a:cubicBezTo>
                  <a:cubicBezTo>
                    <a:pt x="261" y="1016"/>
                    <a:pt x="266" y="1020"/>
                    <a:pt x="268" y="1025"/>
                  </a:cubicBezTo>
                  <a:cubicBezTo>
                    <a:pt x="271" y="1029"/>
                    <a:pt x="280" y="1032"/>
                    <a:pt x="284" y="1029"/>
                  </a:cubicBezTo>
                  <a:cubicBezTo>
                    <a:pt x="287" y="1027"/>
                    <a:pt x="289" y="1035"/>
                    <a:pt x="290" y="1040"/>
                  </a:cubicBezTo>
                  <a:cubicBezTo>
                    <a:pt x="291" y="1045"/>
                    <a:pt x="299" y="1042"/>
                    <a:pt x="304" y="1042"/>
                  </a:cubicBezTo>
                  <a:cubicBezTo>
                    <a:pt x="308" y="1042"/>
                    <a:pt x="311" y="1048"/>
                    <a:pt x="314" y="1047"/>
                  </a:cubicBezTo>
                  <a:cubicBezTo>
                    <a:pt x="321" y="1044"/>
                    <a:pt x="323" y="1056"/>
                    <a:pt x="328" y="1064"/>
                  </a:cubicBezTo>
                  <a:cubicBezTo>
                    <a:pt x="814" y="1061"/>
                    <a:pt x="814" y="1061"/>
                    <a:pt x="814" y="1061"/>
                  </a:cubicBezTo>
                  <a:cubicBezTo>
                    <a:pt x="814" y="1061"/>
                    <a:pt x="814" y="1049"/>
                    <a:pt x="820" y="1053"/>
                  </a:cubicBezTo>
                  <a:cubicBezTo>
                    <a:pt x="826" y="1057"/>
                    <a:pt x="820" y="1064"/>
                    <a:pt x="827" y="1067"/>
                  </a:cubicBezTo>
                  <a:cubicBezTo>
                    <a:pt x="834" y="1069"/>
                    <a:pt x="839" y="1073"/>
                    <a:pt x="842" y="1072"/>
                  </a:cubicBezTo>
                  <a:cubicBezTo>
                    <a:pt x="846" y="1070"/>
                    <a:pt x="852" y="1065"/>
                    <a:pt x="858" y="1072"/>
                  </a:cubicBezTo>
                  <a:cubicBezTo>
                    <a:pt x="865" y="1080"/>
                    <a:pt x="869" y="1073"/>
                    <a:pt x="873" y="1078"/>
                  </a:cubicBezTo>
                  <a:cubicBezTo>
                    <a:pt x="877" y="1083"/>
                    <a:pt x="883" y="1086"/>
                    <a:pt x="888" y="1081"/>
                  </a:cubicBezTo>
                  <a:cubicBezTo>
                    <a:pt x="892" y="1076"/>
                    <a:pt x="906" y="1082"/>
                    <a:pt x="913" y="1084"/>
                  </a:cubicBezTo>
                  <a:cubicBezTo>
                    <a:pt x="922" y="1077"/>
                    <a:pt x="929" y="1063"/>
                    <a:pt x="936" y="1063"/>
                  </a:cubicBezTo>
                  <a:cubicBezTo>
                    <a:pt x="947" y="1063"/>
                    <a:pt x="972" y="1065"/>
                    <a:pt x="974" y="1078"/>
                  </a:cubicBezTo>
                  <a:cubicBezTo>
                    <a:pt x="976" y="1092"/>
                    <a:pt x="991" y="1079"/>
                    <a:pt x="993" y="1092"/>
                  </a:cubicBezTo>
                  <a:cubicBezTo>
                    <a:pt x="994" y="1102"/>
                    <a:pt x="1004" y="1111"/>
                    <a:pt x="1003" y="1116"/>
                  </a:cubicBezTo>
                  <a:cubicBezTo>
                    <a:pt x="1006" y="1118"/>
                    <a:pt x="1009" y="1121"/>
                    <a:pt x="1013" y="1123"/>
                  </a:cubicBezTo>
                  <a:cubicBezTo>
                    <a:pt x="1018" y="1122"/>
                    <a:pt x="1031" y="1124"/>
                    <a:pt x="1040" y="1127"/>
                  </a:cubicBezTo>
                  <a:cubicBezTo>
                    <a:pt x="1051" y="1131"/>
                    <a:pt x="1067" y="1122"/>
                    <a:pt x="1073" y="1135"/>
                  </a:cubicBezTo>
                  <a:cubicBezTo>
                    <a:pt x="1078" y="1149"/>
                    <a:pt x="1091" y="1159"/>
                    <a:pt x="1079" y="1160"/>
                  </a:cubicBezTo>
                  <a:cubicBezTo>
                    <a:pt x="1069" y="1160"/>
                    <a:pt x="1055" y="1146"/>
                    <a:pt x="1056" y="1154"/>
                  </a:cubicBezTo>
                  <a:cubicBezTo>
                    <a:pt x="1057" y="1162"/>
                    <a:pt x="1051" y="1158"/>
                    <a:pt x="1051" y="1170"/>
                  </a:cubicBezTo>
                  <a:cubicBezTo>
                    <a:pt x="1051" y="1182"/>
                    <a:pt x="1043" y="1198"/>
                    <a:pt x="1038" y="1197"/>
                  </a:cubicBezTo>
                  <a:cubicBezTo>
                    <a:pt x="1038" y="1197"/>
                    <a:pt x="1038" y="1197"/>
                    <a:pt x="1038" y="1197"/>
                  </a:cubicBezTo>
                  <a:cubicBezTo>
                    <a:pt x="1037" y="1201"/>
                    <a:pt x="1037" y="1207"/>
                    <a:pt x="1041" y="1211"/>
                  </a:cubicBezTo>
                  <a:cubicBezTo>
                    <a:pt x="1046" y="1207"/>
                    <a:pt x="1055" y="1199"/>
                    <a:pt x="1062" y="1200"/>
                  </a:cubicBezTo>
                  <a:cubicBezTo>
                    <a:pt x="1074" y="1200"/>
                    <a:pt x="1077" y="1207"/>
                    <a:pt x="1085" y="1202"/>
                  </a:cubicBezTo>
                  <a:cubicBezTo>
                    <a:pt x="1093" y="1196"/>
                    <a:pt x="1094" y="1194"/>
                    <a:pt x="1096" y="1198"/>
                  </a:cubicBezTo>
                  <a:cubicBezTo>
                    <a:pt x="1096" y="1199"/>
                    <a:pt x="1096" y="1199"/>
                    <a:pt x="1096" y="1200"/>
                  </a:cubicBezTo>
                  <a:cubicBezTo>
                    <a:pt x="1099" y="1198"/>
                    <a:pt x="1101" y="1197"/>
                    <a:pt x="1101" y="1195"/>
                  </a:cubicBezTo>
                  <a:cubicBezTo>
                    <a:pt x="1101" y="1193"/>
                    <a:pt x="1101" y="1191"/>
                    <a:pt x="1100" y="1188"/>
                  </a:cubicBezTo>
                  <a:cubicBezTo>
                    <a:pt x="1092" y="1190"/>
                    <a:pt x="1090" y="1190"/>
                    <a:pt x="1087" y="1185"/>
                  </a:cubicBezTo>
                  <a:cubicBezTo>
                    <a:pt x="1084" y="1177"/>
                    <a:pt x="1111" y="1169"/>
                    <a:pt x="1123" y="1171"/>
                  </a:cubicBezTo>
                  <a:cubicBezTo>
                    <a:pt x="1135" y="1172"/>
                    <a:pt x="1144" y="1164"/>
                    <a:pt x="1148" y="1169"/>
                  </a:cubicBezTo>
                  <a:cubicBezTo>
                    <a:pt x="1155" y="1162"/>
                    <a:pt x="1168" y="1151"/>
                    <a:pt x="1171" y="1151"/>
                  </a:cubicBezTo>
                  <a:cubicBezTo>
                    <a:pt x="1176" y="1151"/>
                    <a:pt x="1232" y="1151"/>
                    <a:pt x="1232" y="1151"/>
                  </a:cubicBezTo>
                  <a:cubicBezTo>
                    <a:pt x="1232" y="1151"/>
                    <a:pt x="1251" y="1139"/>
                    <a:pt x="1254" y="1128"/>
                  </a:cubicBezTo>
                  <a:cubicBezTo>
                    <a:pt x="1256" y="1117"/>
                    <a:pt x="1269" y="1091"/>
                    <a:pt x="1276" y="1096"/>
                  </a:cubicBezTo>
                  <a:cubicBezTo>
                    <a:pt x="1283" y="1102"/>
                    <a:pt x="1299" y="1098"/>
                    <a:pt x="1300" y="1103"/>
                  </a:cubicBezTo>
                  <a:cubicBezTo>
                    <a:pt x="1300" y="1108"/>
                    <a:pt x="1294" y="1126"/>
                    <a:pt x="1315" y="1152"/>
                  </a:cubicBezTo>
                  <a:cubicBezTo>
                    <a:pt x="1322" y="1148"/>
                    <a:pt x="1329" y="1144"/>
                    <a:pt x="1333" y="1144"/>
                  </a:cubicBezTo>
                  <a:cubicBezTo>
                    <a:pt x="1340" y="1145"/>
                    <a:pt x="1351" y="1135"/>
                    <a:pt x="1354" y="1130"/>
                  </a:cubicBezTo>
                  <a:cubicBezTo>
                    <a:pt x="1357" y="1124"/>
                    <a:pt x="1361" y="1135"/>
                    <a:pt x="1355" y="1137"/>
                  </a:cubicBezTo>
                  <a:cubicBezTo>
                    <a:pt x="1349" y="1139"/>
                    <a:pt x="1360" y="1144"/>
                    <a:pt x="1371" y="1143"/>
                  </a:cubicBezTo>
                  <a:cubicBezTo>
                    <a:pt x="1382" y="1143"/>
                    <a:pt x="1366" y="1147"/>
                    <a:pt x="1358" y="1147"/>
                  </a:cubicBezTo>
                  <a:cubicBezTo>
                    <a:pt x="1349" y="1146"/>
                    <a:pt x="1346" y="1148"/>
                    <a:pt x="1335" y="1159"/>
                  </a:cubicBezTo>
                  <a:cubicBezTo>
                    <a:pt x="1324" y="1169"/>
                    <a:pt x="1327" y="1173"/>
                    <a:pt x="1333" y="1178"/>
                  </a:cubicBezTo>
                  <a:cubicBezTo>
                    <a:pt x="1339" y="1184"/>
                    <a:pt x="1347" y="1181"/>
                    <a:pt x="1356" y="1174"/>
                  </a:cubicBezTo>
                  <a:cubicBezTo>
                    <a:pt x="1365" y="1166"/>
                    <a:pt x="1364" y="1159"/>
                    <a:pt x="1373" y="1159"/>
                  </a:cubicBezTo>
                  <a:cubicBezTo>
                    <a:pt x="1382" y="1160"/>
                    <a:pt x="1404" y="1151"/>
                    <a:pt x="1414" y="1148"/>
                  </a:cubicBezTo>
                  <a:cubicBezTo>
                    <a:pt x="1423" y="1145"/>
                    <a:pt x="1417" y="1144"/>
                    <a:pt x="1417" y="1139"/>
                  </a:cubicBezTo>
                  <a:cubicBezTo>
                    <a:pt x="1417" y="1135"/>
                    <a:pt x="1434" y="1135"/>
                    <a:pt x="1441" y="1131"/>
                  </a:cubicBezTo>
                  <a:cubicBezTo>
                    <a:pt x="1447" y="1126"/>
                    <a:pt x="1439" y="1123"/>
                    <a:pt x="1434" y="1124"/>
                  </a:cubicBezTo>
                  <a:close/>
                  <a:moveTo>
                    <a:pt x="416" y="617"/>
                  </a:moveTo>
                  <a:cubicBezTo>
                    <a:pt x="406" y="629"/>
                    <a:pt x="402" y="631"/>
                    <a:pt x="392" y="629"/>
                  </a:cubicBezTo>
                  <a:cubicBezTo>
                    <a:pt x="381" y="628"/>
                    <a:pt x="375" y="633"/>
                    <a:pt x="380" y="637"/>
                  </a:cubicBezTo>
                  <a:cubicBezTo>
                    <a:pt x="385" y="640"/>
                    <a:pt x="385" y="643"/>
                    <a:pt x="375" y="646"/>
                  </a:cubicBezTo>
                  <a:cubicBezTo>
                    <a:pt x="364" y="648"/>
                    <a:pt x="356" y="657"/>
                    <a:pt x="352" y="656"/>
                  </a:cubicBezTo>
                  <a:cubicBezTo>
                    <a:pt x="348" y="655"/>
                    <a:pt x="371" y="639"/>
                    <a:pt x="365" y="634"/>
                  </a:cubicBezTo>
                  <a:cubicBezTo>
                    <a:pt x="359" y="630"/>
                    <a:pt x="344" y="642"/>
                    <a:pt x="344" y="647"/>
                  </a:cubicBezTo>
                  <a:cubicBezTo>
                    <a:pt x="344" y="652"/>
                    <a:pt x="334" y="653"/>
                    <a:pt x="328" y="652"/>
                  </a:cubicBezTo>
                  <a:cubicBezTo>
                    <a:pt x="322" y="652"/>
                    <a:pt x="315" y="646"/>
                    <a:pt x="320" y="646"/>
                  </a:cubicBezTo>
                  <a:cubicBezTo>
                    <a:pt x="326" y="645"/>
                    <a:pt x="322" y="639"/>
                    <a:pt x="330" y="635"/>
                  </a:cubicBezTo>
                  <a:cubicBezTo>
                    <a:pt x="338" y="632"/>
                    <a:pt x="329" y="628"/>
                    <a:pt x="331" y="624"/>
                  </a:cubicBezTo>
                  <a:cubicBezTo>
                    <a:pt x="334" y="621"/>
                    <a:pt x="350" y="628"/>
                    <a:pt x="351" y="621"/>
                  </a:cubicBezTo>
                  <a:cubicBezTo>
                    <a:pt x="351" y="615"/>
                    <a:pt x="334" y="610"/>
                    <a:pt x="329" y="614"/>
                  </a:cubicBezTo>
                  <a:cubicBezTo>
                    <a:pt x="323" y="617"/>
                    <a:pt x="310" y="626"/>
                    <a:pt x="294" y="619"/>
                  </a:cubicBezTo>
                  <a:cubicBezTo>
                    <a:pt x="289" y="617"/>
                    <a:pt x="333" y="612"/>
                    <a:pt x="341" y="606"/>
                  </a:cubicBezTo>
                  <a:cubicBezTo>
                    <a:pt x="348" y="599"/>
                    <a:pt x="382" y="591"/>
                    <a:pt x="384" y="597"/>
                  </a:cubicBezTo>
                  <a:cubicBezTo>
                    <a:pt x="387" y="603"/>
                    <a:pt x="366" y="607"/>
                    <a:pt x="376" y="613"/>
                  </a:cubicBezTo>
                  <a:cubicBezTo>
                    <a:pt x="386" y="619"/>
                    <a:pt x="403" y="615"/>
                    <a:pt x="406" y="609"/>
                  </a:cubicBezTo>
                  <a:cubicBezTo>
                    <a:pt x="410" y="603"/>
                    <a:pt x="426" y="604"/>
                    <a:pt x="416" y="617"/>
                  </a:cubicBezTo>
                  <a:close/>
                  <a:moveTo>
                    <a:pt x="515" y="742"/>
                  </a:moveTo>
                  <a:cubicBezTo>
                    <a:pt x="503" y="753"/>
                    <a:pt x="504" y="750"/>
                    <a:pt x="493" y="752"/>
                  </a:cubicBezTo>
                  <a:cubicBezTo>
                    <a:pt x="482" y="754"/>
                    <a:pt x="491" y="764"/>
                    <a:pt x="478" y="765"/>
                  </a:cubicBezTo>
                  <a:cubicBezTo>
                    <a:pt x="465" y="766"/>
                    <a:pt x="435" y="768"/>
                    <a:pt x="430" y="760"/>
                  </a:cubicBezTo>
                  <a:cubicBezTo>
                    <a:pt x="429" y="758"/>
                    <a:pt x="447" y="760"/>
                    <a:pt x="448" y="755"/>
                  </a:cubicBezTo>
                  <a:cubicBezTo>
                    <a:pt x="449" y="749"/>
                    <a:pt x="454" y="741"/>
                    <a:pt x="462" y="741"/>
                  </a:cubicBezTo>
                  <a:cubicBezTo>
                    <a:pt x="470" y="741"/>
                    <a:pt x="469" y="731"/>
                    <a:pt x="457" y="724"/>
                  </a:cubicBezTo>
                  <a:cubicBezTo>
                    <a:pt x="444" y="718"/>
                    <a:pt x="475" y="714"/>
                    <a:pt x="482" y="724"/>
                  </a:cubicBezTo>
                  <a:cubicBezTo>
                    <a:pt x="489" y="734"/>
                    <a:pt x="502" y="741"/>
                    <a:pt x="509" y="734"/>
                  </a:cubicBezTo>
                  <a:cubicBezTo>
                    <a:pt x="516" y="727"/>
                    <a:pt x="557" y="707"/>
                    <a:pt x="557" y="716"/>
                  </a:cubicBezTo>
                  <a:cubicBezTo>
                    <a:pt x="557" y="726"/>
                    <a:pt x="527" y="732"/>
                    <a:pt x="515" y="742"/>
                  </a:cubicBezTo>
                  <a:close/>
                  <a:moveTo>
                    <a:pt x="787" y="1027"/>
                  </a:moveTo>
                  <a:cubicBezTo>
                    <a:pt x="778" y="1028"/>
                    <a:pt x="788" y="1004"/>
                    <a:pt x="772" y="995"/>
                  </a:cubicBezTo>
                  <a:cubicBezTo>
                    <a:pt x="754" y="985"/>
                    <a:pt x="746" y="966"/>
                    <a:pt x="746" y="956"/>
                  </a:cubicBezTo>
                  <a:cubicBezTo>
                    <a:pt x="746" y="946"/>
                    <a:pt x="761" y="941"/>
                    <a:pt x="767" y="949"/>
                  </a:cubicBezTo>
                  <a:cubicBezTo>
                    <a:pt x="774" y="957"/>
                    <a:pt x="783" y="989"/>
                    <a:pt x="789" y="999"/>
                  </a:cubicBezTo>
                  <a:cubicBezTo>
                    <a:pt x="794" y="1009"/>
                    <a:pt x="794" y="1026"/>
                    <a:pt x="787" y="102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5" name="Google Shape;215;p31"/>
            <p:cNvSpPr/>
            <p:nvPr/>
          </p:nvSpPr>
          <p:spPr>
            <a:xfrm>
              <a:off x="914431" y="1346244"/>
              <a:ext cx="2301958" cy="1524052"/>
            </a:xfrm>
            <a:custGeom>
              <a:avLst/>
              <a:gdLst/>
              <a:ahLst/>
              <a:cxnLst/>
              <a:rect l="l" t="t" r="r" b="b"/>
              <a:pathLst>
                <a:path w="1794" h="1217" extrusionOk="0">
                  <a:moveTo>
                    <a:pt x="674" y="446"/>
                  </a:moveTo>
                  <a:cubicBezTo>
                    <a:pt x="676" y="439"/>
                    <a:pt x="677" y="435"/>
                    <a:pt x="657" y="427"/>
                  </a:cubicBezTo>
                  <a:cubicBezTo>
                    <a:pt x="637" y="419"/>
                    <a:pt x="639" y="414"/>
                    <a:pt x="626" y="390"/>
                  </a:cubicBezTo>
                  <a:cubicBezTo>
                    <a:pt x="612" y="366"/>
                    <a:pt x="588" y="356"/>
                    <a:pt x="588" y="347"/>
                  </a:cubicBezTo>
                  <a:cubicBezTo>
                    <a:pt x="588" y="338"/>
                    <a:pt x="564" y="339"/>
                    <a:pt x="564" y="346"/>
                  </a:cubicBezTo>
                  <a:cubicBezTo>
                    <a:pt x="564" y="353"/>
                    <a:pt x="553" y="355"/>
                    <a:pt x="547" y="358"/>
                  </a:cubicBezTo>
                  <a:cubicBezTo>
                    <a:pt x="542" y="362"/>
                    <a:pt x="539" y="356"/>
                    <a:pt x="534" y="349"/>
                  </a:cubicBezTo>
                  <a:cubicBezTo>
                    <a:pt x="529" y="343"/>
                    <a:pt x="516" y="336"/>
                    <a:pt x="516" y="332"/>
                  </a:cubicBezTo>
                  <a:cubicBezTo>
                    <a:pt x="516" y="328"/>
                    <a:pt x="513" y="319"/>
                    <a:pt x="504" y="323"/>
                  </a:cubicBezTo>
                  <a:cubicBezTo>
                    <a:pt x="495" y="327"/>
                    <a:pt x="491" y="323"/>
                    <a:pt x="488" y="326"/>
                  </a:cubicBezTo>
                  <a:cubicBezTo>
                    <a:pt x="485" y="329"/>
                    <a:pt x="479" y="324"/>
                    <a:pt x="479" y="324"/>
                  </a:cubicBezTo>
                  <a:cubicBezTo>
                    <a:pt x="479" y="54"/>
                    <a:pt x="479" y="54"/>
                    <a:pt x="479" y="54"/>
                  </a:cubicBezTo>
                  <a:cubicBezTo>
                    <a:pt x="475" y="53"/>
                    <a:pt x="473" y="53"/>
                    <a:pt x="470" y="52"/>
                  </a:cubicBezTo>
                  <a:cubicBezTo>
                    <a:pt x="459" y="48"/>
                    <a:pt x="442" y="40"/>
                    <a:pt x="433" y="42"/>
                  </a:cubicBezTo>
                  <a:cubicBezTo>
                    <a:pt x="424" y="44"/>
                    <a:pt x="406" y="46"/>
                    <a:pt x="400" y="43"/>
                  </a:cubicBezTo>
                  <a:cubicBezTo>
                    <a:pt x="394" y="40"/>
                    <a:pt x="385" y="37"/>
                    <a:pt x="372" y="39"/>
                  </a:cubicBezTo>
                  <a:cubicBezTo>
                    <a:pt x="359" y="41"/>
                    <a:pt x="351" y="32"/>
                    <a:pt x="335" y="28"/>
                  </a:cubicBezTo>
                  <a:cubicBezTo>
                    <a:pt x="318" y="24"/>
                    <a:pt x="295" y="29"/>
                    <a:pt x="290" y="31"/>
                  </a:cubicBezTo>
                  <a:cubicBezTo>
                    <a:pt x="284" y="33"/>
                    <a:pt x="285" y="25"/>
                    <a:pt x="278" y="26"/>
                  </a:cubicBezTo>
                  <a:cubicBezTo>
                    <a:pt x="271" y="27"/>
                    <a:pt x="277" y="23"/>
                    <a:pt x="273" y="17"/>
                  </a:cubicBezTo>
                  <a:cubicBezTo>
                    <a:pt x="269" y="11"/>
                    <a:pt x="249" y="17"/>
                    <a:pt x="242" y="18"/>
                  </a:cubicBezTo>
                  <a:cubicBezTo>
                    <a:pt x="235" y="18"/>
                    <a:pt x="233" y="14"/>
                    <a:pt x="234" y="11"/>
                  </a:cubicBezTo>
                  <a:cubicBezTo>
                    <a:pt x="234" y="7"/>
                    <a:pt x="228" y="8"/>
                    <a:pt x="225" y="13"/>
                  </a:cubicBezTo>
                  <a:cubicBezTo>
                    <a:pt x="222" y="18"/>
                    <a:pt x="214" y="18"/>
                    <a:pt x="211" y="15"/>
                  </a:cubicBezTo>
                  <a:cubicBezTo>
                    <a:pt x="208" y="12"/>
                    <a:pt x="218" y="11"/>
                    <a:pt x="218" y="7"/>
                  </a:cubicBezTo>
                  <a:cubicBezTo>
                    <a:pt x="219" y="4"/>
                    <a:pt x="208" y="2"/>
                    <a:pt x="204" y="1"/>
                  </a:cubicBezTo>
                  <a:cubicBezTo>
                    <a:pt x="200" y="0"/>
                    <a:pt x="194" y="5"/>
                    <a:pt x="186" y="12"/>
                  </a:cubicBezTo>
                  <a:cubicBezTo>
                    <a:pt x="177" y="20"/>
                    <a:pt x="165" y="19"/>
                    <a:pt x="158" y="18"/>
                  </a:cubicBezTo>
                  <a:cubicBezTo>
                    <a:pt x="150" y="17"/>
                    <a:pt x="141" y="19"/>
                    <a:pt x="141" y="23"/>
                  </a:cubicBezTo>
                  <a:cubicBezTo>
                    <a:pt x="142" y="27"/>
                    <a:pt x="151" y="27"/>
                    <a:pt x="145" y="32"/>
                  </a:cubicBezTo>
                  <a:cubicBezTo>
                    <a:pt x="140" y="38"/>
                    <a:pt x="138" y="25"/>
                    <a:pt x="132" y="31"/>
                  </a:cubicBezTo>
                  <a:cubicBezTo>
                    <a:pt x="127" y="37"/>
                    <a:pt x="111" y="36"/>
                    <a:pt x="107" y="36"/>
                  </a:cubicBezTo>
                  <a:cubicBezTo>
                    <a:pt x="103" y="35"/>
                    <a:pt x="90" y="49"/>
                    <a:pt x="86" y="53"/>
                  </a:cubicBezTo>
                  <a:cubicBezTo>
                    <a:pt x="82" y="57"/>
                    <a:pt x="89" y="60"/>
                    <a:pt x="79" y="72"/>
                  </a:cubicBezTo>
                  <a:cubicBezTo>
                    <a:pt x="68" y="83"/>
                    <a:pt x="40" y="81"/>
                    <a:pt x="34" y="81"/>
                  </a:cubicBezTo>
                  <a:cubicBezTo>
                    <a:pt x="28" y="81"/>
                    <a:pt x="32" y="87"/>
                    <a:pt x="29" y="92"/>
                  </a:cubicBezTo>
                  <a:cubicBezTo>
                    <a:pt x="26" y="96"/>
                    <a:pt x="33" y="100"/>
                    <a:pt x="49" y="104"/>
                  </a:cubicBezTo>
                  <a:cubicBezTo>
                    <a:pt x="65" y="108"/>
                    <a:pt x="76" y="129"/>
                    <a:pt x="78" y="135"/>
                  </a:cubicBezTo>
                  <a:cubicBezTo>
                    <a:pt x="80" y="140"/>
                    <a:pt x="100" y="134"/>
                    <a:pt x="107" y="135"/>
                  </a:cubicBezTo>
                  <a:cubicBezTo>
                    <a:pt x="115" y="137"/>
                    <a:pt x="107" y="147"/>
                    <a:pt x="113" y="151"/>
                  </a:cubicBezTo>
                  <a:cubicBezTo>
                    <a:pt x="120" y="154"/>
                    <a:pt x="130" y="149"/>
                    <a:pt x="132" y="154"/>
                  </a:cubicBezTo>
                  <a:cubicBezTo>
                    <a:pt x="134" y="160"/>
                    <a:pt x="119" y="154"/>
                    <a:pt x="111" y="160"/>
                  </a:cubicBezTo>
                  <a:cubicBezTo>
                    <a:pt x="103" y="166"/>
                    <a:pt x="99" y="169"/>
                    <a:pt x="96" y="165"/>
                  </a:cubicBezTo>
                  <a:cubicBezTo>
                    <a:pt x="93" y="160"/>
                    <a:pt x="80" y="163"/>
                    <a:pt x="73" y="164"/>
                  </a:cubicBezTo>
                  <a:cubicBezTo>
                    <a:pt x="67" y="165"/>
                    <a:pt x="73" y="156"/>
                    <a:pt x="73" y="152"/>
                  </a:cubicBezTo>
                  <a:cubicBezTo>
                    <a:pt x="74" y="148"/>
                    <a:pt x="64" y="145"/>
                    <a:pt x="52" y="153"/>
                  </a:cubicBezTo>
                  <a:cubicBezTo>
                    <a:pt x="39" y="160"/>
                    <a:pt x="43" y="157"/>
                    <a:pt x="42" y="163"/>
                  </a:cubicBezTo>
                  <a:cubicBezTo>
                    <a:pt x="40" y="169"/>
                    <a:pt x="35" y="160"/>
                    <a:pt x="26" y="165"/>
                  </a:cubicBezTo>
                  <a:cubicBezTo>
                    <a:pt x="18" y="170"/>
                    <a:pt x="5" y="173"/>
                    <a:pt x="3" y="178"/>
                  </a:cubicBezTo>
                  <a:cubicBezTo>
                    <a:pt x="0" y="183"/>
                    <a:pt x="20" y="187"/>
                    <a:pt x="28" y="189"/>
                  </a:cubicBezTo>
                  <a:cubicBezTo>
                    <a:pt x="36" y="190"/>
                    <a:pt x="19" y="195"/>
                    <a:pt x="25" y="197"/>
                  </a:cubicBezTo>
                  <a:cubicBezTo>
                    <a:pt x="31" y="199"/>
                    <a:pt x="28" y="205"/>
                    <a:pt x="38" y="210"/>
                  </a:cubicBezTo>
                  <a:cubicBezTo>
                    <a:pt x="48" y="215"/>
                    <a:pt x="70" y="210"/>
                    <a:pt x="76" y="210"/>
                  </a:cubicBezTo>
                  <a:cubicBezTo>
                    <a:pt x="82" y="210"/>
                    <a:pt x="87" y="217"/>
                    <a:pt x="92" y="212"/>
                  </a:cubicBezTo>
                  <a:cubicBezTo>
                    <a:pt x="97" y="207"/>
                    <a:pt x="114" y="193"/>
                    <a:pt x="123" y="201"/>
                  </a:cubicBezTo>
                  <a:cubicBezTo>
                    <a:pt x="132" y="209"/>
                    <a:pt x="113" y="208"/>
                    <a:pt x="118" y="213"/>
                  </a:cubicBezTo>
                  <a:cubicBezTo>
                    <a:pt x="123" y="218"/>
                    <a:pt x="129" y="230"/>
                    <a:pt x="120" y="237"/>
                  </a:cubicBezTo>
                  <a:cubicBezTo>
                    <a:pt x="111" y="243"/>
                    <a:pt x="103" y="239"/>
                    <a:pt x="98" y="238"/>
                  </a:cubicBezTo>
                  <a:cubicBezTo>
                    <a:pt x="94" y="238"/>
                    <a:pt x="97" y="247"/>
                    <a:pt x="89" y="253"/>
                  </a:cubicBezTo>
                  <a:cubicBezTo>
                    <a:pt x="82" y="259"/>
                    <a:pt x="76" y="246"/>
                    <a:pt x="67" y="246"/>
                  </a:cubicBezTo>
                  <a:cubicBezTo>
                    <a:pt x="57" y="246"/>
                    <a:pt x="59" y="259"/>
                    <a:pt x="60" y="264"/>
                  </a:cubicBezTo>
                  <a:cubicBezTo>
                    <a:pt x="60" y="270"/>
                    <a:pt x="46" y="263"/>
                    <a:pt x="42" y="277"/>
                  </a:cubicBezTo>
                  <a:cubicBezTo>
                    <a:pt x="39" y="291"/>
                    <a:pt x="24" y="279"/>
                    <a:pt x="34" y="293"/>
                  </a:cubicBezTo>
                  <a:cubicBezTo>
                    <a:pt x="43" y="307"/>
                    <a:pt x="42" y="298"/>
                    <a:pt x="50" y="304"/>
                  </a:cubicBezTo>
                  <a:cubicBezTo>
                    <a:pt x="57" y="309"/>
                    <a:pt x="41" y="319"/>
                    <a:pt x="49" y="320"/>
                  </a:cubicBezTo>
                  <a:cubicBezTo>
                    <a:pt x="57" y="322"/>
                    <a:pt x="65" y="336"/>
                    <a:pt x="71" y="341"/>
                  </a:cubicBezTo>
                  <a:cubicBezTo>
                    <a:pt x="76" y="346"/>
                    <a:pt x="83" y="338"/>
                    <a:pt x="91" y="338"/>
                  </a:cubicBezTo>
                  <a:cubicBezTo>
                    <a:pt x="100" y="338"/>
                    <a:pt x="96" y="326"/>
                    <a:pt x="100" y="330"/>
                  </a:cubicBezTo>
                  <a:cubicBezTo>
                    <a:pt x="105" y="335"/>
                    <a:pt x="112" y="347"/>
                    <a:pt x="107" y="350"/>
                  </a:cubicBezTo>
                  <a:cubicBezTo>
                    <a:pt x="103" y="354"/>
                    <a:pt x="107" y="363"/>
                    <a:pt x="106" y="368"/>
                  </a:cubicBezTo>
                  <a:cubicBezTo>
                    <a:pt x="105" y="373"/>
                    <a:pt x="124" y="371"/>
                    <a:pt x="125" y="366"/>
                  </a:cubicBezTo>
                  <a:cubicBezTo>
                    <a:pt x="126" y="360"/>
                    <a:pt x="141" y="359"/>
                    <a:pt x="149" y="368"/>
                  </a:cubicBezTo>
                  <a:cubicBezTo>
                    <a:pt x="158" y="377"/>
                    <a:pt x="160" y="378"/>
                    <a:pt x="160" y="371"/>
                  </a:cubicBezTo>
                  <a:cubicBezTo>
                    <a:pt x="160" y="364"/>
                    <a:pt x="167" y="356"/>
                    <a:pt x="168" y="362"/>
                  </a:cubicBezTo>
                  <a:cubicBezTo>
                    <a:pt x="168" y="368"/>
                    <a:pt x="175" y="370"/>
                    <a:pt x="187" y="364"/>
                  </a:cubicBezTo>
                  <a:cubicBezTo>
                    <a:pt x="199" y="359"/>
                    <a:pt x="194" y="365"/>
                    <a:pt x="187" y="372"/>
                  </a:cubicBezTo>
                  <a:cubicBezTo>
                    <a:pt x="179" y="383"/>
                    <a:pt x="187" y="399"/>
                    <a:pt x="181" y="401"/>
                  </a:cubicBezTo>
                  <a:cubicBezTo>
                    <a:pt x="175" y="402"/>
                    <a:pt x="170" y="418"/>
                    <a:pt x="159" y="419"/>
                  </a:cubicBezTo>
                  <a:cubicBezTo>
                    <a:pt x="149" y="420"/>
                    <a:pt x="132" y="440"/>
                    <a:pt x="130" y="443"/>
                  </a:cubicBezTo>
                  <a:cubicBezTo>
                    <a:pt x="127" y="446"/>
                    <a:pt x="106" y="436"/>
                    <a:pt x="102" y="445"/>
                  </a:cubicBezTo>
                  <a:cubicBezTo>
                    <a:pt x="99" y="454"/>
                    <a:pt x="86" y="461"/>
                    <a:pt x="89" y="465"/>
                  </a:cubicBezTo>
                  <a:cubicBezTo>
                    <a:pt x="92" y="467"/>
                    <a:pt x="110" y="458"/>
                    <a:pt x="111" y="453"/>
                  </a:cubicBezTo>
                  <a:cubicBezTo>
                    <a:pt x="111" y="449"/>
                    <a:pt x="114" y="449"/>
                    <a:pt x="117" y="453"/>
                  </a:cubicBezTo>
                  <a:cubicBezTo>
                    <a:pt x="120" y="456"/>
                    <a:pt x="128" y="451"/>
                    <a:pt x="131" y="448"/>
                  </a:cubicBezTo>
                  <a:cubicBezTo>
                    <a:pt x="135" y="445"/>
                    <a:pt x="141" y="446"/>
                    <a:pt x="144" y="447"/>
                  </a:cubicBezTo>
                  <a:cubicBezTo>
                    <a:pt x="148" y="447"/>
                    <a:pt x="149" y="442"/>
                    <a:pt x="160" y="440"/>
                  </a:cubicBezTo>
                  <a:cubicBezTo>
                    <a:pt x="170" y="438"/>
                    <a:pt x="168" y="435"/>
                    <a:pt x="170" y="430"/>
                  </a:cubicBezTo>
                  <a:cubicBezTo>
                    <a:pt x="173" y="424"/>
                    <a:pt x="198" y="413"/>
                    <a:pt x="203" y="411"/>
                  </a:cubicBezTo>
                  <a:cubicBezTo>
                    <a:pt x="207" y="410"/>
                    <a:pt x="204" y="402"/>
                    <a:pt x="210" y="402"/>
                  </a:cubicBezTo>
                  <a:cubicBezTo>
                    <a:pt x="215" y="402"/>
                    <a:pt x="222" y="395"/>
                    <a:pt x="229" y="390"/>
                  </a:cubicBezTo>
                  <a:cubicBezTo>
                    <a:pt x="236" y="384"/>
                    <a:pt x="237" y="387"/>
                    <a:pt x="242" y="385"/>
                  </a:cubicBezTo>
                  <a:cubicBezTo>
                    <a:pt x="247" y="383"/>
                    <a:pt x="244" y="373"/>
                    <a:pt x="249" y="372"/>
                  </a:cubicBezTo>
                  <a:cubicBezTo>
                    <a:pt x="254" y="371"/>
                    <a:pt x="258" y="367"/>
                    <a:pt x="258" y="363"/>
                  </a:cubicBezTo>
                  <a:cubicBezTo>
                    <a:pt x="258" y="359"/>
                    <a:pt x="245" y="359"/>
                    <a:pt x="244" y="356"/>
                  </a:cubicBezTo>
                  <a:cubicBezTo>
                    <a:pt x="242" y="353"/>
                    <a:pt x="254" y="343"/>
                    <a:pt x="258" y="343"/>
                  </a:cubicBezTo>
                  <a:cubicBezTo>
                    <a:pt x="262" y="344"/>
                    <a:pt x="269" y="339"/>
                    <a:pt x="270" y="333"/>
                  </a:cubicBezTo>
                  <a:cubicBezTo>
                    <a:pt x="270" y="327"/>
                    <a:pt x="276" y="325"/>
                    <a:pt x="282" y="320"/>
                  </a:cubicBezTo>
                  <a:cubicBezTo>
                    <a:pt x="287" y="314"/>
                    <a:pt x="285" y="310"/>
                    <a:pt x="291" y="309"/>
                  </a:cubicBezTo>
                  <a:cubicBezTo>
                    <a:pt x="296" y="309"/>
                    <a:pt x="300" y="302"/>
                    <a:pt x="306" y="299"/>
                  </a:cubicBezTo>
                  <a:cubicBezTo>
                    <a:pt x="311" y="296"/>
                    <a:pt x="306" y="303"/>
                    <a:pt x="316" y="303"/>
                  </a:cubicBezTo>
                  <a:cubicBezTo>
                    <a:pt x="327" y="304"/>
                    <a:pt x="325" y="313"/>
                    <a:pt x="317" y="310"/>
                  </a:cubicBezTo>
                  <a:cubicBezTo>
                    <a:pt x="309" y="306"/>
                    <a:pt x="305" y="307"/>
                    <a:pt x="298" y="313"/>
                  </a:cubicBezTo>
                  <a:cubicBezTo>
                    <a:pt x="291" y="320"/>
                    <a:pt x="297" y="322"/>
                    <a:pt x="291" y="329"/>
                  </a:cubicBezTo>
                  <a:cubicBezTo>
                    <a:pt x="286" y="337"/>
                    <a:pt x="285" y="341"/>
                    <a:pt x="292" y="342"/>
                  </a:cubicBezTo>
                  <a:cubicBezTo>
                    <a:pt x="300" y="343"/>
                    <a:pt x="293" y="348"/>
                    <a:pt x="286" y="350"/>
                  </a:cubicBezTo>
                  <a:cubicBezTo>
                    <a:pt x="280" y="352"/>
                    <a:pt x="284" y="356"/>
                    <a:pt x="293" y="356"/>
                  </a:cubicBezTo>
                  <a:cubicBezTo>
                    <a:pt x="302" y="356"/>
                    <a:pt x="316" y="343"/>
                    <a:pt x="328" y="337"/>
                  </a:cubicBezTo>
                  <a:cubicBezTo>
                    <a:pt x="341" y="330"/>
                    <a:pt x="350" y="337"/>
                    <a:pt x="353" y="336"/>
                  </a:cubicBezTo>
                  <a:cubicBezTo>
                    <a:pt x="357" y="334"/>
                    <a:pt x="350" y="329"/>
                    <a:pt x="354" y="327"/>
                  </a:cubicBezTo>
                  <a:cubicBezTo>
                    <a:pt x="358" y="325"/>
                    <a:pt x="349" y="323"/>
                    <a:pt x="346" y="316"/>
                  </a:cubicBezTo>
                  <a:cubicBezTo>
                    <a:pt x="343" y="309"/>
                    <a:pt x="350" y="313"/>
                    <a:pt x="352" y="307"/>
                  </a:cubicBezTo>
                  <a:cubicBezTo>
                    <a:pt x="353" y="302"/>
                    <a:pt x="358" y="304"/>
                    <a:pt x="362" y="307"/>
                  </a:cubicBezTo>
                  <a:cubicBezTo>
                    <a:pt x="366" y="309"/>
                    <a:pt x="371" y="304"/>
                    <a:pt x="375" y="311"/>
                  </a:cubicBezTo>
                  <a:cubicBezTo>
                    <a:pt x="378" y="319"/>
                    <a:pt x="382" y="309"/>
                    <a:pt x="388" y="314"/>
                  </a:cubicBezTo>
                  <a:cubicBezTo>
                    <a:pt x="395" y="320"/>
                    <a:pt x="387" y="319"/>
                    <a:pt x="380" y="320"/>
                  </a:cubicBezTo>
                  <a:cubicBezTo>
                    <a:pt x="374" y="322"/>
                    <a:pt x="377" y="331"/>
                    <a:pt x="382" y="327"/>
                  </a:cubicBezTo>
                  <a:cubicBezTo>
                    <a:pt x="388" y="322"/>
                    <a:pt x="392" y="320"/>
                    <a:pt x="397" y="324"/>
                  </a:cubicBezTo>
                  <a:cubicBezTo>
                    <a:pt x="401" y="328"/>
                    <a:pt x="403" y="326"/>
                    <a:pt x="407" y="322"/>
                  </a:cubicBezTo>
                  <a:cubicBezTo>
                    <a:pt x="411" y="318"/>
                    <a:pt x="411" y="323"/>
                    <a:pt x="411" y="326"/>
                  </a:cubicBezTo>
                  <a:cubicBezTo>
                    <a:pt x="411" y="329"/>
                    <a:pt x="419" y="330"/>
                    <a:pt x="431" y="332"/>
                  </a:cubicBezTo>
                  <a:cubicBezTo>
                    <a:pt x="443" y="334"/>
                    <a:pt x="464" y="331"/>
                    <a:pt x="469" y="331"/>
                  </a:cubicBezTo>
                  <a:cubicBezTo>
                    <a:pt x="475" y="330"/>
                    <a:pt x="473" y="339"/>
                    <a:pt x="485" y="341"/>
                  </a:cubicBezTo>
                  <a:cubicBezTo>
                    <a:pt x="497" y="344"/>
                    <a:pt x="500" y="329"/>
                    <a:pt x="506" y="334"/>
                  </a:cubicBezTo>
                  <a:cubicBezTo>
                    <a:pt x="513" y="340"/>
                    <a:pt x="506" y="341"/>
                    <a:pt x="503" y="345"/>
                  </a:cubicBezTo>
                  <a:cubicBezTo>
                    <a:pt x="499" y="349"/>
                    <a:pt x="507" y="350"/>
                    <a:pt x="511" y="352"/>
                  </a:cubicBezTo>
                  <a:cubicBezTo>
                    <a:pt x="516" y="354"/>
                    <a:pt x="527" y="357"/>
                    <a:pt x="532" y="362"/>
                  </a:cubicBezTo>
                  <a:cubicBezTo>
                    <a:pt x="537" y="367"/>
                    <a:pt x="540" y="372"/>
                    <a:pt x="553" y="379"/>
                  </a:cubicBezTo>
                  <a:cubicBezTo>
                    <a:pt x="565" y="385"/>
                    <a:pt x="553" y="363"/>
                    <a:pt x="563" y="370"/>
                  </a:cubicBezTo>
                  <a:cubicBezTo>
                    <a:pt x="573" y="377"/>
                    <a:pt x="569" y="370"/>
                    <a:pt x="577" y="377"/>
                  </a:cubicBezTo>
                  <a:cubicBezTo>
                    <a:pt x="585" y="384"/>
                    <a:pt x="582" y="374"/>
                    <a:pt x="579" y="363"/>
                  </a:cubicBezTo>
                  <a:cubicBezTo>
                    <a:pt x="575" y="351"/>
                    <a:pt x="582" y="359"/>
                    <a:pt x="586" y="364"/>
                  </a:cubicBezTo>
                  <a:cubicBezTo>
                    <a:pt x="589" y="370"/>
                    <a:pt x="589" y="380"/>
                    <a:pt x="587" y="387"/>
                  </a:cubicBezTo>
                  <a:cubicBezTo>
                    <a:pt x="585" y="394"/>
                    <a:pt x="573" y="388"/>
                    <a:pt x="574" y="384"/>
                  </a:cubicBezTo>
                  <a:cubicBezTo>
                    <a:pt x="575" y="381"/>
                    <a:pt x="562" y="382"/>
                    <a:pt x="562" y="388"/>
                  </a:cubicBezTo>
                  <a:cubicBezTo>
                    <a:pt x="562" y="393"/>
                    <a:pt x="570" y="404"/>
                    <a:pt x="576" y="405"/>
                  </a:cubicBezTo>
                  <a:cubicBezTo>
                    <a:pt x="583" y="406"/>
                    <a:pt x="578" y="416"/>
                    <a:pt x="582" y="417"/>
                  </a:cubicBezTo>
                  <a:cubicBezTo>
                    <a:pt x="587" y="419"/>
                    <a:pt x="587" y="429"/>
                    <a:pt x="590" y="427"/>
                  </a:cubicBezTo>
                  <a:cubicBezTo>
                    <a:pt x="593" y="426"/>
                    <a:pt x="592" y="413"/>
                    <a:pt x="589" y="408"/>
                  </a:cubicBezTo>
                  <a:cubicBezTo>
                    <a:pt x="585" y="402"/>
                    <a:pt x="587" y="395"/>
                    <a:pt x="591" y="396"/>
                  </a:cubicBezTo>
                  <a:cubicBezTo>
                    <a:pt x="596" y="398"/>
                    <a:pt x="591" y="406"/>
                    <a:pt x="594" y="409"/>
                  </a:cubicBezTo>
                  <a:cubicBezTo>
                    <a:pt x="596" y="411"/>
                    <a:pt x="599" y="406"/>
                    <a:pt x="604" y="403"/>
                  </a:cubicBezTo>
                  <a:cubicBezTo>
                    <a:pt x="610" y="400"/>
                    <a:pt x="602" y="391"/>
                    <a:pt x="604" y="386"/>
                  </a:cubicBezTo>
                  <a:cubicBezTo>
                    <a:pt x="606" y="381"/>
                    <a:pt x="612" y="390"/>
                    <a:pt x="614" y="398"/>
                  </a:cubicBezTo>
                  <a:cubicBezTo>
                    <a:pt x="617" y="406"/>
                    <a:pt x="608" y="406"/>
                    <a:pt x="608" y="410"/>
                  </a:cubicBezTo>
                  <a:cubicBezTo>
                    <a:pt x="608" y="415"/>
                    <a:pt x="601" y="413"/>
                    <a:pt x="599" y="415"/>
                  </a:cubicBezTo>
                  <a:cubicBezTo>
                    <a:pt x="596" y="417"/>
                    <a:pt x="598" y="433"/>
                    <a:pt x="601" y="433"/>
                  </a:cubicBezTo>
                  <a:cubicBezTo>
                    <a:pt x="604" y="434"/>
                    <a:pt x="606" y="420"/>
                    <a:pt x="608" y="427"/>
                  </a:cubicBezTo>
                  <a:cubicBezTo>
                    <a:pt x="610" y="434"/>
                    <a:pt x="617" y="419"/>
                    <a:pt x="619" y="425"/>
                  </a:cubicBezTo>
                  <a:cubicBezTo>
                    <a:pt x="621" y="431"/>
                    <a:pt x="630" y="438"/>
                    <a:pt x="634" y="436"/>
                  </a:cubicBezTo>
                  <a:cubicBezTo>
                    <a:pt x="637" y="435"/>
                    <a:pt x="632" y="428"/>
                    <a:pt x="627" y="428"/>
                  </a:cubicBezTo>
                  <a:cubicBezTo>
                    <a:pt x="621" y="427"/>
                    <a:pt x="622" y="419"/>
                    <a:pt x="627" y="418"/>
                  </a:cubicBezTo>
                  <a:cubicBezTo>
                    <a:pt x="632" y="418"/>
                    <a:pt x="641" y="431"/>
                    <a:pt x="641" y="436"/>
                  </a:cubicBezTo>
                  <a:cubicBezTo>
                    <a:pt x="641" y="440"/>
                    <a:pt x="636" y="440"/>
                    <a:pt x="632" y="445"/>
                  </a:cubicBezTo>
                  <a:cubicBezTo>
                    <a:pt x="628" y="449"/>
                    <a:pt x="622" y="437"/>
                    <a:pt x="617" y="437"/>
                  </a:cubicBezTo>
                  <a:cubicBezTo>
                    <a:pt x="612" y="438"/>
                    <a:pt x="617" y="445"/>
                    <a:pt x="619" y="451"/>
                  </a:cubicBezTo>
                  <a:cubicBezTo>
                    <a:pt x="621" y="456"/>
                    <a:pt x="613" y="464"/>
                    <a:pt x="619" y="468"/>
                  </a:cubicBezTo>
                  <a:cubicBezTo>
                    <a:pt x="626" y="472"/>
                    <a:pt x="624" y="465"/>
                    <a:pt x="625" y="462"/>
                  </a:cubicBezTo>
                  <a:cubicBezTo>
                    <a:pt x="626" y="459"/>
                    <a:pt x="632" y="463"/>
                    <a:pt x="635" y="466"/>
                  </a:cubicBezTo>
                  <a:cubicBezTo>
                    <a:pt x="638" y="468"/>
                    <a:pt x="639" y="460"/>
                    <a:pt x="639" y="456"/>
                  </a:cubicBezTo>
                  <a:cubicBezTo>
                    <a:pt x="639" y="453"/>
                    <a:pt x="645" y="454"/>
                    <a:pt x="648" y="459"/>
                  </a:cubicBezTo>
                  <a:cubicBezTo>
                    <a:pt x="651" y="464"/>
                    <a:pt x="652" y="454"/>
                    <a:pt x="656" y="455"/>
                  </a:cubicBezTo>
                  <a:cubicBezTo>
                    <a:pt x="661" y="456"/>
                    <a:pt x="658" y="463"/>
                    <a:pt x="658" y="467"/>
                  </a:cubicBezTo>
                  <a:cubicBezTo>
                    <a:pt x="658" y="472"/>
                    <a:pt x="666" y="464"/>
                    <a:pt x="665" y="469"/>
                  </a:cubicBezTo>
                  <a:cubicBezTo>
                    <a:pt x="665" y="469"/>
                    <a:pt x="665" y="470"/>
                    <a:pt x="665" y="471"/>
                  </a:cubicBezTo>
                  <a:cubicBezTo>
                    <a:pt x="670" y="467"/>
                    <a:pt x="674" y="464"/>
                    <a:pt x="677" y="462"/>
                  </a:cubicBezTo>
                  <a:cubicBezTo>
                    <a:pt x="686" y="456"/>
                    <a:pt x="671" y="453"/>
                    <a:pt x="674" y="446"/>
                  </a:cubicBezTo>
                  <a:close/>
                  <a:moveTo>
                    <a:pt x="14" y="501"/>
                  </a:moveTo>
                  <a:cubicBezTo>
                    <a:pt x="23" y="498"/>
                    <a:pt x="27" y="493"/>
                    <a:pt x="23" y="488"/>
                  </a:cubicBezTo>
                  <a:cubicBezTo>
                    <a:pt x="19" y="483"/>
                    <a:pt x="6" y="504"/>
                    <a:pt x="14" y="501"/>
                  </a:cubicBezTo>
                  <a:close/>
                  <a:moveTo>
                    <a:pt x="80" y="466"/>
                  </a:moveTo>
                  <a:cubicBezTo>
                    <a:pt x="71" y="463"/>
                    <a:pt x="49" y="477"/>
                    <a:pt x="57" y="478"/>
                  </a:cubicBezTo>
                  <a:cubicBezTo>
                    <a:pt x="62" y="479"/>
                    <a:pt x="64" y="473"/>
                    <a:pt x="71" y="473"/>
                  </a:cubicBezTo>
                  <a:cubicBezTo>
                    <a:pt x="77" y="473"/>
                    <a:pt x="89" y="469"/>
                    <a:pt x="80" y="466"/>
                  </a:cubicBezTo>
                  <a:close/>
                  <a:moveTo>
                    <a:pt x="278" y="374"/>
                  </a:moveTo>
                  <a:cubicBezTo>
                    <a:pt x="279" y="370"/>
                    <a:pt x="273" y="370"/>
                    <a:pt x="265" y="379"/>
                  </a:cubicBezTo>
                  <a:cubicBezTo>
                    <a:pt x="257" y="388"/>
                    <a:pt x="250" y="393"/>
                    <a:pt x="249" y="397"/>
                  </a:cubicBezTo>
                  <a:cubicBezTo>
                    <a:pt x="248" y="402"/>
                    <a:pt x="239" y="397"/>
                    <a:pt x="236" y="402"/>
                  </a:cubicBezTo>
                  <a:cubicBezTo>
                    <a:pt x="233" y="408"/>
                    <a:pt x="238" y="420"/>
                    <a:pt x="244" y="416"/>
                  </a:cubicBezTo>
                  <a:cubicBezTo>
                    <a:pt x="249" y="412"/>
                    <a:pt x="249" y="416"/>
                    <a:pt x="253" y="416"/>
                  </a:cubicBezTo>
                  <a:cubicBezTo>
                    <a:pt x="256" y="416"/>
                    <a:pt x="273" y="405"/>
                    <a:pt x="276" y="399"/>
                  </a:cubicBezTo>
                  <a:cubicBezTo>
                    <a:pt x="280" y="394"/>
                    <a:pt x="270" y="392"/>
                    <a:pt x="269" y="389"/>
                  </a:cubicBezTo>
                  <a:cubicBezTo>
                    <a:pt x="269" y="385"/>
                    <a:pt x="278" y="385"/>
                    <a:pt x="282" y="383"/>
                  </a:cubicBezTo>
                  <a:cubicBezTo>
                    <a:pt x="286" y="381"/>
                    <a:pt x="278" y="379"/>
                    <a:pt x="278" y="374"/>
                  </a:cubicBezTo>
                  <a:close/>
                  <a:moveTo>
                    <a:pt x="29" y="328"/>
                  </a:moveTo>
                  <a:cubicBezTo>
                    <a:pt x="28" y="322"/>
                    <a:pt x="12" y="328"/>
                    <a:pt x="14" y="334"/>
                  </a:cubicBezTo>
                  <a:cubicBezTo>
                    <a:pt x="16" y="340"/>
                    <a:pt x="31" y="343"/>
                    <a:pt x="38" y="341"/>
                  </a:cubicBezTo>
                  <a:cubicBezTo>
                    <a:pt x="44" y="339"/>
                    <a:pt x="46" y="333"/>
                    <a:pt x="42" y="329"/>
                  </a:cubicBezTo>
                  <a:cubicBezTo>
                    <a:pt x="37" y="325"/>
                    <a:pt x="30" y="334"/>
                    <a:pt x="29" y="328"/>
                  </a:cubicBezTo>
                  <a:close/>
                  <a:moveTo>
                    <a:pt x="220" y="1192"/>
                  </a:moveTo>
                  <a:cubicBezTo>
                    <a:pt x="210" y="1193"/>
                    <a:pt x="215" y="1217"/>
                    <a:pt x="221" y="1213"/>
                  </a:cubicBezTo>
                  <a:cubicBezTo>
                    <a:pt x="224" y="1210"/>
                    <a:pt x="231" y="1210"/>
                    <a:pt x="233" y="1206"/>
                  </a:cubicBezTo>
                  <a:cubicBezTo>
                    <a:pt x="236" y="1201"/>
                    <a:pt x="230" y="1191"/>
                    <a:pt x="220" y="1192"/>
                  </a:cubicBezTo>
                  <a:close/>
                  <a:moveTo>
                    <a:pt x="207" y="1177"/>
                  </a:moveTo>
                  <a:cubicBezTo>
                    <a:pt x="201" y="1178"/>
                    <a:pt x="205" y="1188"/>
                    <a:pt x="209" y="1185"/>
                  </a:cubicBezTo>
                  <a:cubicBezTo>
                    <a:pt x="215" y="1181"/>
                    <a:pt x="213" y="1176"/>
                    <a:pt x="207" y="1177"/>
                  </a:cubicBezTo>
                  <a:close/>
                  <a:moveTo>
                    <a:pt x="146" y="1157"/>
                  </a:moveTo>
                  <a:cubicBezTo>
                    <a:pt x="151" y="1162"/>
                    <a:pt x="155" y="1161"/>
                    <a:pt x="156" y="1156"/>
                  </a:cubicBezTo>
                  <a:cubicBezTo>
                    <a:pt x="158" y="1151"/>
                    <a:pt x="140" y="1151"/>
                    <a:pt x="146" y="1157"/>
                  </a:cubicBezTo>
                  <a:close/>
                  <a:moveTo>
                    <a:pt x="174" y="1169"/>
                  </a:moveTo>
                  <a:cubicBezTo>
                    <a:pt x="177" y="1175"/>
                    <a:pt x="181" y="1176"/>
                    <a:pt x="184" y="1170"/>
                  </a:cubicBezTo>
                  <a:cubicBezTo>
                    <a:pt x="188" y="1165"/>
                    <a:pt x="169" y="1162"/>
                    <a:pt x="174" y="1169"/>
                  </a:cubicBezTo>
                  <a:close/>
                  <a:moveTo>
                    <a:pt x="1779" y="645"/>
                  </a:moveTo>
                  <a:cubicBezTo>
                    <a:pt x="1778" y="640"/>
                    <a:pt x="1762" y="644"/>
                    <a:pt x="1755" y="638"/>
                  </a:cubicBezTo>
                  <a:cubicBezTo>
                    <a:pt x="1748" y="633"/>
                    <a:pt x="1735" y="659"/>
                    <a:pt x="1733" y="670"/>
                  </a:cubicBezTo>
                  <a:cubicBezTo>
                    <a:pt x="1730" y="681"/>
                    <a:pt x="1711" y="693"/>
                    <a:pt x="1711" y="693"/>
                  </a:cubicBezTo>
                  <a:cubicBezTo>
                    <a:pt x="1711" y="693"/>
                    <a:pt x="1655" y="693"/>
                    <a:pt x="1650" y="693"/>
                  </a:cubicBezTo>
                  <a:cubicBezTo>
                    <a:pt x="1647" y="693"/>
                    <a:pt x="1634" y="704"/>
                    <a:pt x="1627" y="711"/>
                  </a:cubicBezTo>
                  <a:cubicBezTo>
                    <a:pt x="1627" y="711"/>
                    <a:pt x="1627" y="711"/>
                    <a:pt x="1627" y="712"/>
                  </a:cubicBezTo>
                  <a:cubicBezTo>
                    <a:pt x="1633" y="722"/>
                    <a:pt x="1613" y="728"/>
                    <a:pt x="1593" y="729"/>
                  </a:cubicBezTo>
                  <a:cubicBezTo>
                    <a:pt x="1587" y="729"/>
                    <a:pt x="1582" y="730"/>
                    <a:pt x="1579" y="730"/>
                  </a:cubicBezTo>
                  <a:cubicBezTo>
                    <a:pt x="1580" y="733"/>
                    <a:pt x="1580" y="735"/>
                    <a:pt x="1580" y="737"/>
                  </a:cubicBezTo>
                  <a:cubicBezTo>
                    <a:pt x="1580" y="739"/>
                    <a:pt x="1578" y="740"/>
                    <a:pt x="1575" y="742"/>
                  </a:cubicBezTo>
                  <a:cubicBezTo>
                    <a:pt x="1572" y="748"/>
                    <a:pt x="1548" y="760"/>
                    <a:pt x="1534" y="767"/>
                  </a:cubicBezTo>
                  <a:cubicBezTo>
                    <a:pt x="1519" y="774"/>
                    <a:pt x="1499" y="771"/>
                    <a:pt x="1499" y="759"/>
                  </a:cubicBezTo>
                  <a:cubicBezTo>
                    <a:pt x="1499" y="747"/>
                    <a:pt x="1510" y="749"/>
                    <a:pt x="1512" y="755"/>
                  </a:cubicBezTo>
                  <a:cubicBezTo>
                    <a:pt x="1513" y="757"/>
                    <a:pt x="1516" y="755"/>
                    <a:pt x="1520" y="753"/>
                  </a:cubicBezTo>
                  <a:cubicBezTo>
                    <a:pt x="1516" y="749"/>
                    <a:pt x="1516" y="743"/>
                    <a:pt x="1517" y="739"/>
                  </a:cubicBezTo>
                  <a:cubicBezTo>
                    <a:pt x="1512" y="737"/>
                    <a:pt x="1519" y="720"/>
                    <a:pt x="1510" y="717"/>
                  </a:cubicBezTo>
                  <a:cubicBezTo>
                    <a:pt x="1501" y="713"/>
                    <a:pt x="1490" y="730"/>
                    <a:pt x="1491" y="720"/>
                  </a:cubicBezTo>
                  <a:cubicBezTo>
                    <a:pt x="1493" y="710"/>
                    <a:pt x="1507" y="701"/>
                    <a:pt x="1498" y="688"/>
                  </a:cubicBezTo>
                  <a:cubicBezTo>
                    <a:pt x="1490" y="674"/>
                    <a:pt x="1474" y="674"/>
                    <a:pt x="1471" y="684"/>
                  </a:cubicBezTo>
                  <a:cubicBezTo>
                    <a:pt x="1468" y="695"/>
                    <a:pt x="1457" y="690"/>
                    <a:pt x="1453" y="698"/>
                  </a:cubicBezTo>
                  <a:cubicBezTo>
                    <a:pt x="1449" y="706"/>
                    <a:pt x="1445" y="723"/>
                    <a:pt x="1448" y="735"/>
                  </a:cubicBezTo>
                  <a:cubicBezTo>
                    <a:pt x="1451" y="748"/>
                    <a:pt x="1447" y="754"/>
                    <a:pt x="1436" y="761"/>
                  </a:cubicBezTo>
                  <a:cubicBezTo>
                    <a:pt x="1424" y="768"/>
                    <a:pt x="1418" y="750"/>
                    <a:pt x="1422" y="727"/>
                  </a:cubicBezTo>
                  <a:cubicBezTo>
                    <a:pt x="1426" y="712"/>
                    <a:pt x="1434" y="697"/>
                    <a:pt x="1426" y="697"/>
                  </a:cubicBezTo>
                  <a:cubicBezTo>
                    <a:pt x="1419" y="697"/>
                    <a:pt x="1437" y="678"/>
                    <a:pt x="1453" y="674"/>
                  </a:cubicBezTo>
                  <a:cubicBezTo>
                    <a:pt x="1469" y="670"/>
                    <a:pt x="1490" y="672"/>
                    <a:pt x="1490" y="667"/>
                  </a:cubicBezTo>
                  <a:cubicBezTo>
                    <a:pt x="1490" y="666"/>
                    <a:pt x="1490" y="666"/>
                    <a:pt x="1492" y="665"/>
                  </a:cubicBezTo>
                  <a:cubicBezTo>
                    <a:pt x="1488" y="663"/>
                    <a:pt x="1485" y="660"/>
                    <a:pt x="1482" y="658"/>
                  </a:cubicBezTo>
                  <a:cubicBezTo>
                    <a:pt x="1481" y="659"/>
                    <a:pt x="1481" y="660"/>
                    <a:pt x="1480" y="661"/>
                  </a:cubicBezTo>
                  <a:cubicBezTo>
                    <a:pt x="1473" y="666"/>
                    <a:pt x="1475" y="654"/>
                    <a:pt x="1463" y="654"/>
                  </a:cubicBezTo>
                  <a:cubicBezTo>
                    <a:pt x="1451" y="654"/>
                    <a:pt x="1440" y="665"/>
                    <a:pt x="1430" y="660"/>
                  </a:cubicBezTo>
                  <a:cubicBezTo>
                    <a:pt x="1421" y="656"/>
                    <a:pt x="1426" y="649"/>
                    <a:pt x="1417" y="649"/>
                  </a:cubicBezTo>
                  <a:cubicBezTo>
                    <a:pt x="1408" y="649"/>
                    <a:pt x="1423" y="633"/>
                    <a:pt x="1411" y="640"/>
                  </a:cubicBezTo>
                  <a:cubicBezTo>
                    <a:pt x="1398" y="647"/>
                    <a:pt x="1379" y="664"/>
                    <a:pt x="1371" y="656"/>
                  </a:cubicBezTo>
                  <a:cubicBezTo>
                    <a:pt x="1362" y="648"/>
                    <a:pt x="1354" y="659"/>
                    <a:pt x="1348" y="652"/>
                  </a:cubicBezTo>
                  <a:cubicBezTo>
                    <a:pt x="1342" y="646"/>
                    <a:pt x="1370" y="629"/>
                    <a:pt x="1383" y="630"/>
                  </a:cubicBezTo>
                  <a:cubicBezTo>
                    <a:pt x="1387" y="630"/>
                    <a:pt x="1390" y="628"/>
                    <a:pt x="1392" y="626"/>
                  </a:cubicBezTo>
                  <a:cubicBezTo>
                    <a:pt x="1385" y="624"/>
                    <a:pt x="1371" y="618"/>
                    <a:pt x="1367" y="623"/>
                  </a:cubicBezTo>
                  <a:cubicBezTo>
                    <a:pt x="1362" y="628"/>
                    <a:pt x="1356" y="625"/>
                    <a:pt x="1352" y="620"/>
                  </a:cubicBezTo>
                  <a:cubicBezTo>
                    <a:pt x="1348" y="615"/>
                    <a:pt x="1344" y="622"/>
                    <a:pt x="1337" y="614"/>
                  </a:cubicBezTo>
                  <a:cubicBezTo>
                    <a:pt x="1331" y="607"/>
                    <a:pt x="1325" y="612"/>
                    <a:pt x="1321" y="614"/>
                  </a:cubicBezTo>
                  <a:cubicBezTo>
                    <a:pt x="1318" y="615"/>
                    <a:pt x="1313" y="611"/>
                    <a:pt x="1306" y="609"/>
                  </a:cubicBezTo>
                  <a:cubicBezTo>
                    <a:pt x="1299" y="606"/>
                    <a:pt x="1305" y="599"/>
                    <a:pt x="1299" y="595"/>
                  </a:cubicBezTo>
                  <a:cubicBezTo>
                    <a:pt x="1293" y="591"/>
                    <a:pt x="1293" y="603"/>
                    <a:pt x="1293" y="603"/>
                  </a:cubicBezTo>
                  <a:cubicBezTo>
                    <a:pt x="807" y="606"/>
                    <a:pt x="807" y="606"/>
                    <a:pt x="807" y="606"/>
                  </a:cubicBezTo>
                  <a:cubicBezTo>
                    <a:pt x="807" y="606"/>
                    <a:pt x="808" y="607"/>
                    <a:pt x="808" y="608"/>
                  </a:cubicBezTo>
                  <a:cubicBezTo>
                    <a:pt x="814" y="614"/>
                    <a:pt x="810" y="619"/>
                    <a:pt x="811" y="626"/>
                  </a:cubicBezTo>
                  <a:cubicBezTo>
                    <a:pt x="813" y="634"/>
                    <a:pt x="812" y="644"/>
                    <a:pt x="806" y="644"/>
                  </a:cubicBezTo>
                  <a:cubicBezTo>
                    <a:pt x="800" y="644"/>
                    <a:pt x="799" y="638"/>
                    <a:pt x="804" y="635"/>
                  </a:cubicBezTo>
                  <a:cubicBezTo>
                    <a:pt x="808" y="633"/>
                    <a:pt x="806" y="624"/>
                    <a:pt x="801" y="624"/>
                  </a:cubicBezTo>
                  <a:cubicBezTo>
                    <a:pt x="799" y="624"/>
                    <a:pt x="798" y="621"/>
                    <a:pt x="798" y="618"/>
                  </a:cubicBezTo>
                  <a:cubicBezTo>
                    <a:pt x="790" y="620"/>
                    <a:pt x="781" y="619"/>
                    <a:pt x="770" y="618"/>
                  </a:cubicBezTo>
                  <a:cubicBezTo>
                    <a:pt x="770" y="618"/>
                    <a:pt x="770" y="619"/>
                    <a:pt x="770" y="619"/>
                  </a:cubicBezTo>
                  <a:cubicBezTo>
                    <a:pt x="771" y="624"/>
                    <a:pt x="773" y="634"/>
                    <a:pt x="779" y="643"/>
                  </a:cubicBezTo>
                  <a:cubicBezTo>
                    <a:pt x="786" y="651"/>
                    <a:pt x="781" y="656"/>
                    <a:pt x="787" y="659"/>
                  </a:cubicBezTo>
                  <a:cubicBezTo>
                    <a:pt x="793" y="662"/>
                    <a:pt x="793" y="666"/>
                    <a:pt x="787" y="665"/>
                  </a:cubicBezTo>
                  <a:cubicBezTo>
                    <a:pt x="782" y="664"/>
                    <a:pt x="786" y="669"/>
                    <a:pt x="784" y="681"/>
                  </a:cubicBezTo>
                  <a:cubicBezTo>
                    <a:pt x="782" y="693"/>
                    <a:pt x="782" y="717"/>
                    <a:pt x="781" y="724"/>
                  </a:cubicBezTo>
                  <a:cubicBezTo>
                    <a:pt x="780" y="732"/>
                    <a:pt x="771" y="744"/>
                    <a:pt x="776" y="752"/>
                  </a:cubicBezTo>
                  <a:cubicBezTo>
                    <a:pt x="781" y="760"/>
                    <a:pt x="785" y="771"/>
                    <a:pt x="782" y="780"/>
                  </a:cubicBezTo>
                  <a:cubicBezTo>
                    <a:pt x="779" y="790"/>
                    <a:pt x="780" y="796"/>
                    <a:pt x="784" y="803"/>
                  </a:cubicBezTo>
                  <a:cubicBezTo>
                    <a:pt x="788" y="811"/>
                    <a:pt x="785" y="824"/>
                    <a:pt x="790" y="826"/>
                  </a:cubicBezTo>
                  <a:cubicBezTo>
                    <a:pt x="794" y="829"/>
                    <a:pt x="799" y="835"/>
                    <a:pt x="803" y="842"/>
                  </a:cubicBezTo>
                  <a:cubicBezTo>
                    <a:pt x="807" y="849"/>
                    <a:pt x="811" y="844"/>
                    <a:pt x="812" y="851"/>
                  </a:cubicBezTo>
                  <a:cubicBezTo>
                    <a:pt x="813" y="859"/>
                    <a:pt x="813" y="860"/>
                    <a:pt x="819" y="862"/>
                  </a:cubicBezTo>
                  <a:cubicBezTo>
                    <a:pt x="825" y="865"/>
                    <a:pt x="821" y="872"/>
                    <a:pt x="821" y="876"/>
                  </a:cubicBezTo>
                  <a:cubicBezTo>
                    <a:pt x="821" y="880"/>
                    <a:pt x="829" y="887"/>
                    <a:pt x="840" y="896"/>
                  </a:cubicBezTo>
                  <a:cubicBezTo>
                    <a:pt x="850" y="905"/>
                    <a:pt x="841" y="913"/>
                    <a:pt x="849" y="913"/>
                  </a:cubicBezTo>
                  <a:cubicBezTo>
                    <a:pt x="856" y="913"/>
                    <a:pt x="863" y="917"/>
                    <a:pt x="871" y="922"/>
                  </a:cubicBezTo>
                  <a:cubicBezTo>
                    <a:pt x="878" y="926"/>
                    <a:pt x="880" y="923"/>
                    <a:pt x="885" y="925"/>
                  </a:cubicBezTo>
                  <a:cubicBezTo>
                    <a:pt x="891" y="926"/>
                    <a:pt x="900" y="937"/>
                    <a:pt x="902" y="944"/>
                  </a:cubicBezTo>
                  <a:cubicBezTo>
                    <a:pt x="903" y="948"/>
                    <a:pt x="904" y="951"/>
                    <a:pt x="906" y="955"/>
                  </a:cubicBezTo>
                  <a:cubicBezTo>
                    <a:pt x="946" y="950"/>
                    <a:pt x="946" y="950"/>
                    <a:pt x="946" y="950"/>
                  </a:cubicBezTo>
                  <a:cubicBezTo>
                    <a:pt x="946" y="950"/>
                    <a:pt x="959" y="959"/>
                    <a:pt x="966" y="960"/>
                  </a:cubicBezTo>
                  <a:cubicBezTo>
                    <a:pt x="973" y="962"/>
                    <a:pt x="1012" y="976"/>
                    <a:pt x="1012" y="976"/>
                  </a:cubicBezTo>
                  <a:cubicBezTo>
                    <a:pt x="1062" y="976"/>
                    <a:pt x="1062" y="976"/>
                    <a:pt x="1062" y="976"/>
                  </a:cubicBezTo>
                  <a:cubicBezTo>
                    <a:pt x="1068" y="968"/>
                    <a:pt x="1068" y="968"/>
                    <a:pt x="1068" y="968"/>
                  </a:cubicBezTo>
                  <a:cubicBezTo>
                    <a:pt x="1095" y="968"/>
                    <a:pt x="1095" y="968"/>
                    <a:pt x="1095" y="968"/>
                  </a:cubicBezTo>
                  <a:cubicBezTo>
                    <a:pt x="1095" y="968"/>
                    <a:pt x="1113" y="986"/>
                    <a:pt x="1115" y="986"/>
                  </a:cubicBezTo>
                  <a:cubicBezTo>
                    <a:pt x="1118" y="987"/>
                    <a:pt x="1126" y="995"/>
                    <a:pt x="1126" y="1000"/>
                  </a:cubicBezTo>
                  <a:cubicBezTo>
                    <a:pt x="1126" y="1005"/>
                    <a:pt x="1129" y="1009"/>
                    <a:pt x="1133" y="1011"/>
                  </a:cubicBezTo>
                  <a:cubicBezTo>
                    <a:pt x="1137" y="1014"/>
                    <a:pt x="1151" y="1023"/>
                    <a:pt x="1153" y="1022"/>
                  </a:cubicBezTo>
                  <a:cubicBezTo>
                    <a:pt x="1155" y="1021"/>
                    <a:pt x="1159" y="1005"/>
                    <a:pt x="1167" y="1006"/>
                  </a:cubicBezTo>
                  <a:cubicBezTo>
                    <a:pt x="1175" y="1006"/>
                    <a:pt x="1195" y="1012"/>
                    <a:pt x="1198" y="1024"/>
                  </a:cubicBezTo>
                  <a:cubicBezTo>
                    <a:pt x="1202" y="1035"/>
                    <a:pt x="1212" y="1045"/>
                    <a:pt x="1215" y="1047"/>
                  </a:cubicBezTo>
                  <a:cubicBezTo>
                    <a:pt x="1218" y="1050"/>
                    <a:pt x="1217" y="1057"/>
                    <a:pt x="1219" y="1061"/>
                  </a:cubicBezTo>
                  <a:cubicBezTo>
                    <a:pt x="1222" y="1064"/>
                    <a:pt x="1221" y="1072"/>
                    <a:pt x="1224" y="1072"/>
                  </a:cubicBezTo>
                  <a:cubicBezTo>
                    <a:pt x="1227" y="1072"/>
                    <a:pt x="1242" y="1081"/>
                    <a:pt x="1249" y="1080"/>
                  </a:cubicBezTo>
                  <a:cubicBezTo>
                    <a:pt x="1251" y="1080"/>
                    <a:pt x="1254" y="1081"/>
                    <a:pt x="1256" y="1083"/>
                  </a:cubicBezTo>
                  <a:cubicBezTo>
                    <a:pt x="1257" y="1069"/>
                    <a:pt x="1243" y="1067"/>
                    <a:pt x="1251" y="1060"/>
                  </a:cubicBezTo>
                  <a:cubicBezTo>
                    <a:pt x="1261" y="1053"/>
                    <a:pt x="1251" y="1047"/>
                    <a:pt x="1255" y="1044"/>
                  </a:cubicBezTo>
                  <a:cubicBezTo>
                    <a:pt x="1260" y="1040"/>
                    <a:pt x="1268" y="1037"/>
                    <a:pt x="1268" y="1033"/>
                  </a:cubicBezTo>
                  <a:cubicBezTo>
                    <a:pt x="1268" y="1028"/>
                    <a:pt x="1273" y="1028"/>
                    <a:pt x="1279" y="1029"/>
                  </a:cubicBezTo>
                  <a:cubicBezTo>
                    <a:pt x="1285" y="1029"/>
                    <a:pt x="1297" y="1019"/>
                    <a:pt x="1296" y="1014"/>
                  </a:cubicBezTo>
                  <a:cubicBezTo>
                    <a:pt x="1295" y="1010"/>
                    <a:pt x="1297" y="1009"/>
                    <a:pt x="1305" y="1011"/>
                  </a:cubicBezTo>
                  <a:cubicBezTo>
                    <a:pt x="1312" y="1012"/>
                    <a:pt x="1311" y="1002"/>
                    <a:pt x="1316" y="1004"/>
                  </a:cubicBezTo>
                  <a:cubicBezTo>
                    <a:pt x="1320" y="1005"/>
                    <a:pt x="1324" y="1008"/>
                    <a:pt x="1325" y="1004"/>
                  </a:cubicBezTo>
                  <a:cubicBezTo>
                    <a:pt x="1325" y="1001"/>
                    <a:pt x="1330" y="1002"/>
                    <a:pt x="1333" y="1006"/>
                  </a:cubicBezTo>
                  <a:cubicBezTo>
                    <a:pt x="1337" y="1011"/>
                    <a:pt x="1347" y="1012"/>
                    <a:pt x="1348" y="1007"/>
                  </a:cubicBezTo>
                  <a:cubicBezTo>
                    <a:pt x="1349" y="1001"/>
                    <a:pt x="1354" y="1007"/>
                    <a:pt x="1359" y="1012"/>
                  </a:cubicBezTo>
                  <a:cubicBezTo>
                    <a:pt x="1365" y="1018"/>
                    <a:pt x="1367" y="1016"/>
                    <a:pt x="1374" y="1017"/>
                  </a:cubicBezTo>
                  <a:cubicBezTo>
                    <a:pt x="1382" y="1017"/>
                    <a:pt x="1382" y="1015"/>
                    <a:pt x="1382" y="1010"/>
                  </a:cubicBezTo>
                  <a:cubicBezTo>
                    <a:pt x="1383" y="1006"/>
                    <a:pt x="1390" y="1020"/>
                    <a:pt x="1398" y="1021"/>
                  </a:cubicBezTo>
                  <a:cubicBezTo>
                    <a:pt x="1405" y="1022"/>
                    <a:pt x="1399" y="1017"/>
                    <a:pt x="1394" y="1012"/>
                  </a:cubicBezTo>
                  <a:cubicBezTo>
                    <a:pt x="1388" y="1008"/>
                    <a:pt x="1395" y="1006"/>
                    <a:pt x="1390" y="1002"/>
                  </a:cubicBezTo>
                  <a:cubicBezTo>
                    <a:pt x="1386" y="999"/>
                    <a:pt x="1396" y="994"/>
                    <a:pt x="1406" y="995"/>
                  </a:cubicBezTo>
                  <a:cubicBezTo>
                    <a:pt x="1415" y="995"/>
                    <a:pt x="1415" y="997"/>
                    <a:pt x="1418" y="992"/>
                  </a:cubicBezTo>
                  <a:cubicBezTo>
                    <a:pt x="1422" y="986"/>
                    <a:pt x="1425" y="992"/>
                    <a:pt x="1425" y="997"/>
                  </a:cubicBezTo>
                  <a:cubicBezTo>
                    <a:pt x="1425" y="1001"/>
                    <a:pt x="1440" y="994"/>
                    <a:pt x="1449" y="994"/>
                  </a:cubicBezTo>
                  <a:cubicBezTo>
                    <a:pt x="1457" y="994"/>
                    <a:pt x="1464" y="1001"/>
                    <a:pt x="1465" y="1006"/>
                  </a:cubicBezTo>
                  <a:cubicBezTo>
                    <a:pt x="1466" y="1010"/>
                    <a:pt x="1471" y="1013"/>
                    <a:pt x="1477" y="1008"/>
                  </a:cubicBezTo>
                  <a:cubicBezTo>
                    <a:pt x="1483" y="1002"/>
                    <a:pt x="1488" y="997"/>
                    <a:pt x="1494" y="1002"/>
                  </a:cubicBezTo>
                  <a:cubicBezTo>
                    <a:pt x="1499" y="1008"/>
                    <a:pt x="1505" y="1015"/>
                    <a:pt x="1511" y="1022"/>
                  </a:cubicBezTo>
                  <a:cubicBezTo>
                    <a:pt x="1518" y="1028"/>
                    <a:pt x="1508" y="1036"/>
                    <a:pt x="1512" y="1042"/>
                  </a:cubicBezTo>
                  <a:cubicBezTo>
                    <a:pt x="1515" y="1047"/>
                    <a:pt x="1511" y="1054"/>
                    <a:pt x="1519" y="1059"/>
                  </a:cubicBezTo>
                  <a:cubicBezTo>
                    <a:pt x="1527" y="1065"/>
                    <a:pt x="1520" y="1076"/>
                    <a:pt x="1526" y="1078"/>
                  </a:cubicBezTo>
                  <a:cubicBezTo>
                    <a:pt x="1532" y="1079"/>
                    <a:pt x="1537" y="1089"/>
                    <a:pt x="1538" y="1093"/>
                  </a:cubicBezTo>
                  <a:cubicBezTo>
                    <a:pt x="1539" y="1097"/>
                    <a:pt x="1551" y="1102"/>
                    <a:pt x="1552" y="1095"/>
                  </a:cubicBezTo>
                  <a:cubicBezTo>
                    <a:pt x="1552" y="1089"/>
                    <a:pt x="1559" y="1081"/>
                    <a:pt x="1559" y="1074"/>
                  </a:cubicBezTo>
                  <a:cubicBezTo>
                    <a:pt x="1560" y="1068"/>
                    <a:pt x="1555" y="1046"/>
                    <a:pt x="1550" y="1039"/>
                  </a:cubicBezTo>
                  <a:cubicBezTo>
                    <a:pt x="1544" y="1032"/>
                    <a:pt x="1551" y="1030"/>
                    <a:pt x="1544" y="1022"/>
                  </a:cubicBezTo>
                  <a:cubicBezTo>
                    <a:pt x="1538" y="1014"/>
                    <a:pt x="1534" y="999"/>
                    <a:pt x="1535" y="988"/>
                  </a:cubicBezTo>
                  <a:cubicBezTo>
                    <a:pt x="1535" y="976"/>
                    <a:pt x="1549" y="957"/>
                    <a:pt x="1555" y="951"/>
                  </a:cubicBezTo>
                  <a:cubicBezTo>
                    <a:pt x="1562" y="945"/>
                    <a:pt x="1570" y="948"/>
                    <a:pt x="1571" y="942"/>
                  </a:cubicBezTo>
                  <a:cubicBezTo>
                    <a:pt x="1573" y="936"/>
                    <a:pt x="1581" y="928"/>
                    <a:pt x="1586" y="928"/>
                  </a:cubicBezTo>
                  <a:cubicBezTo>
                    <a:pt x="1590" y="928"/>
                    <a:pt x="1595" y="929"/>
                    <a:pt x="1596" y="924"/>
                  </a:cubicBezTo>
                  <a:cubicBezTo>
                    <a:pt x="1597" y="919"/>
                    <a:pt x="1605" y="913"/>
                    <a:pt x="1615" y="911"/>
                  </a:cubicBezTo>
                  <a:cubicBezTo>
                    <a:pt x="1625" y="909"/>
                    <a:pt x="1619" y="904"/>
                    <a:pt x="1616" y="899"/>
                  </a:cubicBezTo>
                  <a:cubicBezTo>
                    <a:pt x="1614" y="895"/>
                    <a:pt x="1619" y="890"/>
                    <a:pt x="1621" y="893"/>
                  </a:cubicBezTo>
                  <a:cubicBezTo>
                    <a:pt x="1623" y="896"/>
                    <a:pt x="1629" y="896"/>
                    <a:pt x="1633" y="894"/>
                  </a:cubicBezTo>
                  <a:cubicBezTo>
                    <a:pt x="1637" y="891"/>
                    <a:pt x="1646" y="884"/>
                    <a:pt x="1637" y="883"/>
                  </a:cubicBezTo>
                  <a:cubicBezTo>
                    <a:pt x="1629" y="883"/>
                    <a:pt x="1627" y="879"/>
                    <a:pt x="1632" y="877"/>
                  </a:cubicBezTo>
                  <a:cubicBezTo>
                    <a:pt x="1637" y="875"/>
                    <a:pt x="1632" y="866"/>
                    <a:pt x="1625" y="865"/>
                  </a:cubicBezTo>
                  <a:cubicBezTo>
                    <a:pt x="1618" y="864"/>
                    <a:pt x="1621" y="861"/>
                    <a:pt x="1625" y="857"/>
                  </a:cubicBezTo>
                  <a:cubicBezTo>
                    <a:pt x="1629" y="852"/>
                    <a:pt x="1619" y="845"/>
                    <a:pt x="1614" y="842"/>
                  </a:cubicBezTo>
                  <a:cubicBezTo>
                    <a:pt x="1609" y="838"/>
                    <a:pt x="1617" y="836"/>
                    <a:pt x="1621" y="835"/>
                  </a:cubicBezTo>
                  <a:cubicBezTo>
                    <a:pt x="1625" y="835"/>
                    <a:pt x="1622" y="817"/>
                    <a:pt x="1623" y="812"/>
                  </a:cubicBezTo>
                  <a:cubicBezTo>
                    <a:pt x="1625" y="808"/>
                    <a:pt x="1632" y="808"/>
                    <a:pt x="1629" y="812"/>
                  </a:cubicBezTo>
                  <a:cubicBezTo>
                    <a:pt x="1627" y="817"/>
                    <a:pt x="1623" y="824"/>
                    <a:pt x="1628" y="830"/>
                  </a:cubicBezTo>
                  <a:cubicBezTo>
                    <a:pt x="1633" y="835"/>
                    <a:pt x="1634" y="842"/>
                    <a:pt x="1632" y="851"/>
                  </a:cubicBezTo>
                  <a:cubicBezTo>
                    <a:pt x="1631" y="860"/>
                    <a:pt x="1634" y="857"/>
                    <a:pt x="1640" y="846"/>
                  </a:cubicBezTo>
                  <a:cubicBezTo>
                    <a:pt x="1646" y="834"/>
                    <a:pt x="1647" y="824"/>
                    <a:pt x="1643" y="823"/>
                  </a:cubicBezTo>
                  <a:cubicBezTo>
                    <a:pt x="1639" y="821"/>
                    <a:pt x="1640" y="810"/>
                    <a:pt x="1644" y="815"/>
                  </a:cubicBezTo>
                  <a:cubicBezTo>
                    <a:pt x="1648" y="821"/>
                    <a:pt x="1650" y="821"/>
                    <a:pt x="1656" y="814"/>
                  </a:cubicBezTo>
                  <a:cubicBezTo>
                    <a:pt x="1663" y="807"/>
                    <a:pt x="1670" y="795"/>
                    <a:pt x="1666" y="792"/>
                  </a:cubicBezTo>
                  <a:cubicBezTo>
                    <a:pt x="1661" y="790"/>
                    <a:pt x="1668" y="787"/>
                    <a:pt x="1675" y="787"/>
                  </a:cubicBezTo>
                  <a:cubicBezTo>
                    <a:pt x="1683" y="788"/>
                    <a:pt x="1700" y="783"/>
                    <a:pt x="1701" y="780"/>
                  </a:cubicBezTo>
                  <a:cubicBezTo>
                    <a:pt x="1705" y="773"/>
                    <a:pt x="1674" y="784"/>
                    <a:pt x="1674" y="780"/>
                  </a:cubicBezTo>
                  <a:cubicBezTo>
                    <a:pt x="1674" y="775"/>
                    <a:pt x="1694" y="771"/>
                    <a:pt x="1703" y="771"/>
                  </a:cubicBezTo>
                  <a:cubicBezTo>
                    <a:pt x="1712" y="770"/>
                    <a:pt x="1708" y="758"/>
                    <a:pt x="1711" y="763"/>
                  </a:cubicBezTo>
                  <a:cubicBezTo>
                    <a:pt x="1715" y="768"/>
                    <a:pt x="1721" y="767"/>
                    <a:pt x="1726" y="764"/>
                  </a:cubicBezTo>
                  <a:cubicBezTo>
                    <a:pt x="1731" y="761"/>
                    <a:pt x="1728" y="752"/>
                    <a:pt x="1722" y="751"/>
                  </a:cubicBezTo>
                  <a:cubicBezTo>
                    <a:pt x="1716" y="749"/>
                    <a:pt x="1726" y="745"/>
                    <a:pt x="1724" y="742"/>
                  </a:cubicBezTo>
                  <a:cubicBezTo>
                    <a:pt x="1722" y="738"/>
                    <a:pt x="1728" y="724"/>
                    <a:pt x="1735" y="722"/>
                  </a:cubicBezTo>
                  <a:cubicBezTo>
                    <a:pt x="1743" y="721"/>
                    <a:pt x="1739" y="716"/>
                    <a:pt x="1746" y="716"/>
                  </a:cubicBezTo>
                  <a:cubicBezTo>
                    <a:pt x="1752" y="716"/>
                    <a:pt x="1753" y="709"/>
                    <a:pt x="1758" y="703"/>
                  </a:cubicBezTo>
                  <a:cubicBezTo>
                    <a:pt x="1764" y="698"/>
                    <a:pt x="1772" y="712"/>
                    <a:pt x="1780" y="704"/>
                  </a:cubicBezTo>
                  <a:cubicBezTo>
                    <a:pt x="1784" y="701"/>
                    <a:pt x="1789" y="697"/>
                    <a:pt x="1794" y="694"/>
                  </a:cubicBezTo>
                  <a:cubicBezTo>
                    <a:pt x="1773" y="668"/>
                    <a:pt x="1779" y="650"/>
                    <a:pt x="1779" y="64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6" name="Google Shape;216;p31"/>
            <p:cNvSpPr/>
            <p:nvPr/>
          </p:nvSpPr>
          <p:spPr>
            <a:xfrm>
              <a:off x="4194323" y="1530401"/>
              <a:ext cx="242896" cy="119067"/>
            </a:xfrm>
            <a:custGeom>
              <a:avLst/>
              <a:gdLst/>
              <a:ahLst/>
              <a:cxnLst/>
              <a:rect l="l" t="t" r="r" b="b"/>
              <a:pathLst>
                <a:path w="189" h="95" extrusionOk="0">
                  <a:moveTo>
                    <a:pt x="159" y="67"/>
                  </a:moveTo>
                  <a:cubicBezTo>
                    <a:pt x="169" y="67"/>
                    <a:pt x="169" y="56"/>
                    <a:pt x="173" y="56"/>
                  </a:cubicBezTo>
                  <a:cubicBezTo>
                    <a:pt x="177" y="57"/>
                    <a:pt x="184" y="48"/>
                    <a:pt x="186" y="43"/>
                  </a:cubicBezTo>
                  <a:cubicBezTo>
                    <a:pt x="189" y="38"/>
                    <a:pt x="184" y="28"/>
                    <a:pt x="177" y="28"/>
                  </a:cubicBezTo>
                  <a:cubicBezTo>
                    <a:pt x="171" y="28"/>
                    <a:pt x="166" y="24"/>
                    <a:pt x="168" y="20"/>
                  </a:cubicBezTo>
                  <a:cubicBezTo>
                    <a:pt x="169" y="16"/>
                    <a:pt x="164" y="12"/>
                    <a:pt x="165" y="9"/>
                  </a:cubicBezTo>
                  <a:cubicBezTo>
                    <a:pt x="165" y="6"/>
                    <a:pt x="157" y="9"/>
                    <a:pt x="153" y="10"/>
                  </a:cubicBezTo>
                  <a:cubicBezTo>
                    <a:pt x="148" y="11"/>
                    <a:pt x="139" y="0"/>
                    <a:pt x="136" y="2"/>
                  </a:cubicBezTo>
                  <a:cubicBezTo>
                    <a:pt x="132" y="4"/>
                    <a:pt x="135" y="9"/>
                    <a:pt x="133" y="12"/>
                  </a:cubicBezTo>
                  <a:cubicBezTo>
                    <a:pt x="132" y="15"/>
                    <a:pt x="123" y="9"/>
                    <a:pt x="123" y="13"/>
                  </a:cubicBezTo>
                  <a:cubicBezTo>
                    <a:pt x="123" y="17"/>
                    <a:pt x="119" y="17"/>
                    <a:pt x="116" y="13"/>
                  </a:cubicBezTo>
                  <a:cubicBezTo>
                    <a:pt x="113" y="9"/>
                    <a:pt x="106" y="12"/>
                    <a:pt x="106" y="15"/>
                  </a:cubicBezTo>
                  <a:cubicBezTo>
                    <a:pt x="106" y="18"/>
                    <a:pt x="103" y="15"/>
                    <a:pt x="97" y="12"/>
                  </a:cubicBezTo>
                  <a:cubicBezTo>
                    <a:pt x="91" y="8"/>
                    <a:pt x="84" y="16"/>
                    <a:pt x="85" y="20"/>
                  </a:cubicBezTo>
                  <a:cubicBezTo>
                    <a:pt x="85" y="24"/>
                    <a:pt x="83" y="25"/>
                    <a:pt x="78" y="16"/>
                  </a:cubicBezTo>
                  <a:cubicBezTo>
                    <a:pt x="73" y="8"/>
                    <a:pt x="67" y="17"/>
                    <a:pt x="70" y="22"/>
                  </a:cubicBezTo>
                  <a:cubicBezTo>
                    <a:pt x="72" y="26"/>
                    <a:pt x="71" y="32"/>
                    <a:pt x="68" y="30"/>
                  </a:cubicBezTo>
                  <a:cubicBezTo>
                    <a:pt x="64" y="27"/>
                    <a:pt x="58" y="31"/>
                    <a:pt x="56" y="35"/>
                  </a:cubicBezTo>
                  <a:cubicBezTo>
                    <a:pt x="54" y="39"/>
                    <a:pt x="45" y="24"/>
                    <a:pt x="51" y="21"/>
                  </a:cubicBezTo>
                  <a:cubicBezTo>
                    <a:pt x="57" y="18"/>
                    <a:pt x="32" y="3"/>
                    <a:pt x="24" y="3"/>
                  </a:cubicBezTo>
                  <a:cubicBezTo>
                    <a:pt x="17" y="3"/>
                    <a:pt x="22" y="9"/>
                    <a:pt x="27" y="13"/>
                  </a:cubicBezTo>
                  <a:cubicBezTo>
                    <a:pt x="32" y="17"/>
                    <a:pt x="23" y="16"/>
                    <a:pt x="21" y="13"/>
                  </a:cubicBezTo>
                  <a:cubicBezTo>
                    <a:pt x="18" y="9"/>
                    <a:pt x="12" y="12"/>
                    <a:pt x="9" y="17"/>
                  </a:cubicBezTo>
                  <a:cubicBezTo>
                    <a:pt x="6" y="22"/>
                    <a:pt x="1" y="25"/>
                    <a:pt x="0" y="29"/>
                  </a:cubicBezTo>
                  <a:cubicBezTo>
                    <a:pt x="0" y="32"/>
                    <a:pt x="9" y="36"/>
                    <a:pt x="17" y="33"/>
                  </a:cubicBezTo>
                  <a:cubicBezTo>
                    <a:pt x="25" y="30"/>
                    <a:pt x="34" y="29"/>
                    <a:pt x="39" y="33"/>
                  </a:cubicBezTo>
                  <a:cubicBezTo>
                    <a:pt x="43" y="37"/>
                    <a:pt x="31" y="38"/>
                    <a:pt x="35" y="42"/>
                  </a:cubicBezTo>
                  <a:cubicBezTo>
                    <a:pt x="39" y="45"/>
                    <a:pt x="36" y="47"/>
                    <a:pt x="26" y="46"/>
                  </a:cubicBezTo>
                  <a:cubicBezTo>
                    <a:pt x="16" y="46"/>
                    <a:pt x="4" y="49"/>
                    <a:pt x="6" y="52"/>
                  </a:cubicBezTo>
                  <a:cubicBezTo>
                    <a:pt x="8" y="55"/>
                    <a:pt x="31" y="49"/>
                    <a:pt x="32" y="52"/>
                  </a:cubicBezTo>
                  <a:cubicBezTo>
                    <a:pt x="32" y="56"/>
                    <a:pt x="32" y="62"/>
                    <a:pt x="38" y="59"/>
                  </a:cubicBezTo>
                  <a:cubicBezTo>
                    <a:pt x="44" y="56"/>
                    <a:pt x="40" y="64"/>
                    <a:pt x="43" y="65"/>
                  </a:cubicBezTo>
                  <a:cubicBezTo>
                    <a:pt x="46" y="66"/>
                    <a:pt x="45" y="73"/>
                    <a:pt x="37" y="73"/>
                  </a:cubicBezTo>
                  <a:cubicBezTo>
                    <a:pt x="29" y="74"/>
                    <a:pt x="25" y="75"/>
                    <a:pt x="28" y="79"/>
                  </a:cubicBezTo>
                  <a:cubicBezTo>
                    <a:pt x="33" y="83"/>
                    <a:pt x="42" y="80"/>
                    <a:pt x="51" y="78"/>
                  </a:cubicBezTo>
                  <a:cubicBezTo>
                    <a:pt x="59" y="76"/>
                    <a:pt x="72" y="87"/>
                    <a:pt x="83" y="91"/>
                  </a:cubicBezTo>
                  <a:cubicBezTo>
                    <a:pt x="93" y="95"/>
                    <a:pt x="111" y="89"/>
                    <a:pt x="113" y="84"/>
                  </a:cubicBezTo>
                  <a:cubicBezTo>
                    <a:pt x="115" y="78"/>
                    <a:pt x="129" y="80"/>
                    <a:pt x="135" y="76"/>
                  </a:cubicBezTo>
                  <a:cubicBezTo>
                    <a:pt x="141" y="73"/>
                    <a:pt x="149" y="68"/>
                    <a:pt x="159" y="6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7" name="Google Shape;217;p31"/>
            <p:cNvSpPr/>
            <p:nvPr/>
          </p:nvSpPr>
          <p:spPr>
            <a:xfrm>
              <a:off x="2956029" y="2711540"/>
              <a:ext cx="19051" cy="41276"/>
            </a:xfrm>
            <a:custGeom>
              <a:avLst/>
              <a:gdLst/>
              <a:ahLst/>
              <a:cxnLst/>
              <a:rect l="l" t="t" r="r" b="b"/>
              <a:pathLst>
                <a:path w="15" h="33" extrusionOk="0">
                  <a:moveTo>
                    <a:pt x="13" y="30"/>
                  </a:moveTo>
                  <a:cubicBezTo>
                    <a:pt x="12" y="33"/>
                    <a:pt x="6" y="27"/>
                    <a:pt x="6" y="23"/>
                  </a:cubicBezTo>
                  <a:cubicBezTo>
                    <a:pt x="6" y="19"/>
                    <a:pt x="0" y="18"/>
                    <a:pt x="0" y="11"/>
                  </a:cubicBezTo>
                  <a:cubicBezTo>
                    <a:pt x="0" y="4"/>
                    <a:pt x="3" y="0"/>
                    <a:pt x="6" y="6"/>
                  </a:cubicBezTo>
                  <a:cubicBezTo>
                    <a:pt x="10" y="12"/>
                    <a:pt x="8" y="16"/>
                    <a:pt x="8" y="19"/>
                  </a:cubicBezTo>
                  <a:cubicBezTo>
                    <a:pt x="9" y="22"/>
                    <a:pt x="15" y="26"/>
                    <a:pt x="13" y="3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8" name="Google Shape;218;p31"/>
            <p:cNvSpPr/>
            <p:nvPr/>
          </p:nvSpPr>
          <p:spPr>
            <a:xfrm>
              <a:off x="3054457" y="3175106"/>
              <a:ext cx="901733" cy="898555"/>
            </a:xfrm>
            <a:custGeom>
              <a:avLst/>
              <a:gdLst/>
              <a:ahLst/>
              <a:cxnLst/>
              <a:rect l="l" t="t" r="r" b="b"/>
              <a:pathLst>
                <a:path w="703" h="718" extrusionOk="0">
                  <a:moveTo>
                    <a:pt x="372" y="710"/>
                  </a:moveTo>
                  <a:cubicBezTo>
                    <a:pt x="383" y="702"/>
                    <a:pt x="381" y="697"/>
                    <a:pt x="386" y="688"/>
                  </a:cubicBezTo>
                  <a:cubicBezTo>
                    <a:pt x="391" y="679"/>
                    <a:pt x="386" y="675"/>
                    <a:pt x="395" y="667"/>
                  </a:cubicBezTo>
                  <a:cubicBezTo>
                    <a:pt x="404" y="658"/>
                    <a:pt x="394" y="653"/>
                    <a:pt x="404" y="648"/>
                  </a:cubicBezTo>
                  <a:cubicBezTo>
                    <a:pt x="415" y="643"/>
                    <a:pt x="414" y="652"/>
                    <a:pt x="405" y="664"/>
                  </a:cubicBezTo>
                  <a:cubicBezTo>
                    <a:pt x="396" y="675"/>
                    <a:pt x="394" y="678"/>
                    <a:pt x="406" y="670"/>
                  </a:cubicBezTo>
                  <a:cubicBezTo>
                    <a:pt x="418" y="661"/>
                    <a:pt x="422" y="649"/>
                    <a:pt x="429" y="635"/>
                  </a:cubicBezTo>
                  <a:cubicBezTo>
                    <a:pt x="435" y="622"/>
                    <a:pt x="440" y="617"/>
                    <a:pt x="446" y="617"/>
                  </a:cubicBezTo>
                  <a:cubicBezTo>
                    <a:pt x="452" y="616"/>
                    <a:pt x="452" y="601"/>
                    <a:pt x="451" y="591"/>
                  </a:cubicBezTo>
                  <a:cubicBezTo>
                    <a:pt x="451" y="581"/>
                    <a:pt x="448" y="572"/>
                    <a:pt x="452" y="565"/>
                  </a:cubicBezTo>
                  <a:cubicBezTo>
                    <a:pt x="456" y="558"/>
                    <a:pt x="452" y="552"/>
                    <a:pt x="457" y="552"/>
                  </a:cubicBezTo>
                  <a:cubicBezTo>
                    <a:pt x="463" y="552"/>
                    <a:pt x="471" y="544"/>
                    <a:pt x="480" y="535"/>
                  </a:cubicBezTo>
                  <a:cubicBezTo>
                    <a:pt x="488" y="527"/>
                    <a:pt x="494" y="526"/>
                    <a:pt x="503" y="525"/>
                  </a:cubicBezTo>
                  <a:cubicBezTo>
                    <a:pt x="512" y="524"/>
                    <a:pt x="507" y="521"/>
                    <a:pt x="512" y="520"/>
                  </a:cubicBezTo>
                  <a:cubicBezTo>
                    <a:pt x="518" y="518"/>
                    <a:pt x="522" y="512"/>
                    <a:pt x="526" y="509"/>
                  </a:cubicBezTo>
                  <a:cubicBezTo>
                    <a:pt x="530" y="505"/>
                    <a:pt x="546" y="509"/>
                    <a:pt x="555" y="509"/>
                  </a:cubicBezTo>
                  <a:cubicBezTo>
                    <a:pt x="565" y="509"/>
                    <a:pt x="571" y="510"/>
                    <a:pt x="571" y="504"/>
                  </a:cubicBezTo>
                  <a:cubicBezTo>
                    <a:pt x="571" y="498"/>
                    <a:pt x="575" y="494"/>
                    <a:pt x="581" y="494"/>
                  </a:cubicBezTo>
                  <a:cubicBezTo>
                    <a:pt x="586" y="494"/>
                    <a:pt x="589" y="492"/>
                    <a:pt x="589" y="484"/>
                  </a:cubicBezTo>
                  <a:cubicBezTo>
                    <a:pt x="589" y="476"/>
                    <a:pt x="591" y="472"/>
                    <a:pt x="596" y="468"/>
                  </a:cubicBezTo>
                  <a:cubicBezTo>
                    <a:pt x="600" y="465"/>
                    <a:pt x="601" y="457"/>
                    <a:pt x="603" y="452"/>
                  </a:cubicBezTo>
                  <a:cubicBezTo>
                    <a:pt x="604" y="447"/>
                    <a:pt x="609" y="450"/>
                    <a:pt x="609" y="442"/>
                  </a:cubicBezTo>
                  <a:cubicBezTo>
                    <a:pt x="609" y="435"/>
                    <a:pt x="612" y="427"/>
                    <a:pt x="612" y="421"/>
                  </a:cubicBezTo>
                  <a:cubicBezTo>
                    <a:pt x="612" y="415"/>
                    <a:pt x="618" y="416"/>
                    <a:pt x="621" y="412"/>
                  </a:cubicBezTo>
                  <a:cubicBezTo>
                    <a:pt x="624" y="407"/>
                    <a:pt x="619" y="402"/>
                    <a:pt x="623" y="390"/>
                  </a:cubicBezTo>
                  <a:cubicBezTo>
                    <a:pt x="627" y="378"/>
                    <a:pt x="623" y="366"/>
                    <a:pt x="623" y="355"/>
                  </a:cubicBezTo>
                  <a:cubicBezTo>
                    <a:pt x="623" y="344"/>
                    <a:pt x="623" y="333"/>
                    <a:pt x="627" y="329"/>
                  </a:cubicBezTo>
                  <a:cubicBezTo>
                    <a:pt x="631" y="326"/>
                    <a:pt x="629" y="324"/>
                    <a:pt x="626" y="322"/>
                  </a:cubicBezTo>
                  <a:cubicBezTo>
                    <a:pt x="623" y="321"/>
                    <a:pt x="626" y="317"/>
                    <a:pt x="629" y="317"/>
                  </a:cubicBezTo>
                  <a:cubicBezTo>
                    <a:pt x="632" y="318"/>
                    <a:pt x="635" y="324"/>
                    <a:pt x="640" y="321"/>
                  </a:cubicBezTo>
                  <a:cubicBezTo>
                    <a:pt x="645" y="318"/>
                    <a:pt x="650" y="304"/>
                    <a:pt x="654" y="293"/>
                  </a:cubicBezTo>
                  <a:cubicBezTo>
                    <a:pt x="658" y="282"/>
                    <a:pt x="665" y="283"/>
                    <a:pt x="671" y="281"/>
                  </a:cubicBezTo>
                  <a:cubicBezTo>
                    <a:pt x="676" y="278"/>
                    <a:pt x="688" y="265"/>
                    <a:pt x="695" y="246"/>
                  </a:cubicBezTo>
                  <a:cubicBezTo>
                    <a:pt x="703" y="227"/>
                    <a:pt x="695" y="208"/>
                    <a:pt x="692" y="194"/>
                  </a:cubicBezTo>
                  <a:cubicBezTo>
                    <a:pt x="689" y="181"/>
                    <a:pt x="685" y="184"/>
                    <a:pt x="677" y="184"/>
                  </a:cubicBezTo>
                  <a:cubicBezTo>
                    <a:pt x="669" y="185"/>
                    <a:pt x="654" y="183"/>
                    <a:pt x="634" y="162"/>
                  </a:cubicBezTo>
                  <a:cubicBezTo>
                    <a:pt x="615" y="141"/>
                    <a:pt x="596" y="142"/>
                    <a:pt x="583" y="146"/>
                  </a:cubicBezTo>
                  <a:cubicBezTo>
                    <a:pt x="570" y="149"/>
                    <a:pt x="557" y="139"/>
                    <a:pt x="548" y="137"/>
                  </a:cubicBezTo>
                  <a:cubicBezTo>
                    <a:pt x="539" y="135"/>
                    <a:pt x="531" y="146"/>
                    <a:pt x="525" y="149"/>
                  </a:cubicBezTo>
                  <a:cubicBezTo>
                    <a:pt x="519" y="151"/>
                    <a:pt x="528" y="139"/>
                    <a:pt x="528" y="132"/>
                  </a:cubicBezTo>
                  <a:cubicBezTo>
                    <a:pt x="529" y="124"/>
                    <a:pt x="505" y="114"/>
                    <a:pt x="487" y="107"/>
                  </a:cubicBezTo>
                  <a:cubicBezTo>
                    <a:pt x="469" y="100"/>
                    <a:pt x="461" y="103"/>
                    <a:pt x="461" y="115"/>
                  </a:cubicBezTo>
                  <a:cubicBezTo>
                    <a:pt x="461" y="126"/>
                    <a:pt x="454" y="111"/>
                    <a:pt x="449" y="123"/>
                  </a:cubicBezTo>
                  <a:cubicBezTo>
                    <a:pt x="443" y="135"/>
                    <a:pt x="433" y="128"/>
                    <a:pt x="440" y="124"/>
                  </a:cubicBezTo>
                  <a:cubicBezTo>
                    <a:pt x="446" y="120"/>
                    <a:pt x="453" y="111"/>
                    <a:pt x="455" y="103"/>
                  </a:cubicBezTo>
                  <a:cubicBezTo>
                    <a:pt x="457" y="96"/>
                    <a:pt x="429" y="90"/>
                    <a:pt x="419" y="94"/>
                  </a:cubicBezTo>
                  <a:cubicBezTo>
                    <a:pt x="410" y="98"/>
                    <a:pt x="416" y="112"/>
                    <a:pt x="408" y="108"/>
                  </a:cubicBezTo>
                  <a:cubicBezTo>
                    <a:pt x="400" y="103"/>
                    <a:pt x="406" y="93"/>
                    <a:pt x="413" y="93"/>
                  </a:cubicBezTo>
                  <a:cubicBezTo>
                    <a:pt x="419" y="94"/>
                    <a:pt x="426" y="81"/>
                    <a:pt x="430" y="71"/>
                  </a:cubicBezTo>
                  <a:cubicBezTo>
                    <a:pt x="435" y="62"/>
                    <a:pt x="423" y="60"/>
                    <a:pt x="416" y="52"/>
                  </a:cubicBezTo>
                  <a:cubicBezTo>
                    <a:pt x="409" y="45"/>
                    <a:pt x="410" y="22"/>
                    <a:pt x="403" y="19"/>
                  </a:cubicBezTo>
                  <a:cubicBezTo>
                    <a:pt x="396" y="26"/>
                    <a:pt x="385" y="38"/>
                    <a:pt x="382" y="47"/>
                  </a:cubicBezTo>
                  <a:cubicBezTo>
                    <a:pt x="379" y="58"/>
                    <a:pt x="374" y="52"/>
                    <a:pt x="364" y="55"/>
                  </a:cubicBezTo>
                  <a:cubicBezTo>
                    <a:pt x="354" y="58"/>
                    <a:pt x="349" y="54"/>
                    <a:pt x="346" y="49"/>
                  </a:cubicBezTo>
                  <a:cubicBezTo>
                    <a:pt x="344" y="45"/>
                    <a:pt x="334" y="49"/>
                    <a:pt x="327" y="49"/>
                  </a:cubicBezTo>
                  <a:cubicBezTo>
                    <a:pt x="320" y="48"/>
                    <a:pt x="324" y="57"/>
                    <a:pt x="319" y="60"/>
                  </a:cubicBezTo>
                  <a:cubicBezTo>
                    <a:pt x="315" y="63"/>
                    <a:pt x="302" y="55"/>
                    <a:pt x="298" y="59"/>
                  </a:cubicBezTo>
                  <a:cubicBezTo>
                    <a:pt x="294" y="64"/>
                    <a:pt x="291" y="59"/>
                    <a:pt x="289" y="64"/>
                  </a:cubicBezTo>
                  <a:cubicBezTo>
                    <a:pt x="287" y="68"/>
                    <a:pt x="280" y="65"/>
                    <a:pt x="278" y="68"/>
                  </a:cubicBezTo>
                  <a:cubicBezTo>
                    <a:pt x="275" y="71"/>
                    <a:pt x="268" y="72"/>
                    <a:pt x="258" y="62"/>
                  </a:cubicBezTo>
                  <a:cubicBezTo>
                    <a:pt x="249" y="51"/>
                    <a:pt x="250" y="34"/>
                    <a:pt x="255" y="30"/>
                  </a:cubicBezTo>
                  <a:cubicBezTo>
                    <a:pt x="259" y="27"/>
                    <a:pt x="259" y="18"/>
                    <a:pt x="253" y="15"/>
                  </a:cubicBezTo>
                  <a:cubicBezTo>
                    <a:pt x="247" y="13"/>
                    <a:pt x="253" y="2"/>
                    <a:pt x="246" y="1"/>
                  </a:cubicBezTo>
                  <a:cubicBezTo>
                    <a:pt x="238" y="0"/>
                    <a:pt x="239" y="9"/>
                    <a:pt x="235" y="11"/>
                  </a:cubicBezTo>
                  <a:cubicBezTo>
                    <a:pt x="230" y="12"/>
                    <a:pt x="218" y="20"/>
                    <a:pt x="213" y="19"/>
                  </a:cubicBezTo>
                  <a:cubicBezTo>
                    <a:pt x="208" y="18"/>
                    <a:pt x="201" y="20"/>
                    <a:pt x="201" y="26"/>
                  </a:cubicBezTo>
                  <a:cubicBezTo>
                    <a:pt x="201" y="32"/>
                    <a:pt x="195" y="30"/>
                    <a:pt x="194" y="26"/>
                  </a:cubicBezTo>
                  <a:cubicBezTo>
                    <a:pt x="193" y="21"/>
                    <a:pt x="182" y="23"/>
                    <a:pt x="178" y="20"/>
                  </a:cubicBezTo>
                  <a:cubicBezTo>
                    <a:pt x="175" y="17"/>
                    <a:pt x="160" y="19"/>
                    <a:pt x="167" y="22"/>
                  </a:cubicBezTo>
                  <a:cubicBezTo>
                    <a:pt x="173" y="26"/>
                    <a:pt x="174" y="30"/>
                    <a:pt x="174" y="36"/>
                  </a:cubicBezTo>
                  <a:cubicBezTo>
                    <a:pt x="174" y="41"/>
                    <a:pt x="178" y="40"/>
                    <a:pt x="178" y="47"/>
                  </a:cubicBezTo>
                  <a:cubicBezTo>
                    <a:pt x="178" y="54"/>
                    <a:pt x="184" y="49"/>
                    <a:pt x="187" y="49"/>
                  </a:cubicBezTo>
                  <a:cubicBezTo>
                    <a:pt x="191" y="49"/>
                    <a:pt x="191" y="55"/>
                    <a:pt x="185" y="56"/>
                  </a:cubicBezTo>
                  <a:cubicBezTo>
                    <a:pt x="180" y="57"/>
                    <a:pt x="177" y="61"/>
                    <a:pt x="175" y="66"/>
                  </a:cubicBezTo>
                  <a:cubicBezTo>
                    <a:pt x="174" y="71"/>
                    <a:pt x="168" y="67"/>
                    <a:pt x="164" y="72"/>
                  </a:cubicBezTo>
                  <a:cubicBezTo>
                    <a:pt x="159" y="76"/>
                    <a:pt x="155" y="80"/>
                    <a:pt x="151" y="78"/>
                  </a:cubicBezTo>
                  <a:cubicBezTo>
                    <a:pt x="148" y="76"/>
                    <a:pt x="146" y="77"/>
                    <a:pt x="142" y="80"/>
                  </a:cubicBezTo>
                  <a:cubicBezTo>
                    <a:pt x="138" y="82"/>
                    <a:pt x="137" y="80"/>
                    <a:pt x="131" y="75"/>
                  </a:cubicBezTo>
                  <a:cubicBezTo>
                    <a:pt x="127" y="72"/>
                    <a:pt x="125" y="65"/>
                    <a:pt x="118" y="58"/>
                  </a:cubicBezTo>
                  <a:cubicBezTo>
                    <a:pt x="114" y="60"/>
                    <a:pt x="105" y="63"/>
                    <a:pt x="101" y="63"/>
                  </a:cubicBezTo>
                  <a:cubicBezTo>
                    <a:pt x="94" y="63"/>
                    <a:pt x="75" y="61"/>
                    <a:pt x="74" y="65"/>
                  </a:cubicBezTo>
                  <a:cubicBezTo>
                    <a:pt x="73" y="68"/>
                    <a:pt x="75" y="74"/>
                    <a:pt x="79" y="74"/>
                  </a:cubicBezTo>
                  <a:cubicBezTo>
                    <a:pt x="82" y="75"/>
                    <a:pt x="88" y="77"/>
                    <a:pt x="82" y="81"/>
                  </a:cubicBezTo>
                  <a:cubicBezTo>
                    <a:pt x="76" y="86"/>
                    <a:pt x="70" y="80"/>
                    <a:pt x="70" y="91"/>
                  </a:cubicBezTo>
                  <a:cubicBezTo>
                    <a:pt x="70" y="102"/>
                    <a:pt x="84" y="109"/>
                    <a:pt x="81" y="120"/>
                  </a:cubicBezTo>
                  <a:cubicBezTo>
                    <a:pt x="80" y="125"/>
                    <a:pt x="78" y="138"/>
                    <a:pt x="78" y="144"/>
                  </a:cubicBezTo>
                  <a:cubicBezTo>
                    <a:pt x="78" y="149"/>
                    <a:pt x="76" y="167"/>
                    <a:pt x="71" y="168"/>
                  </a:cubicBezTo>
                  <a:cubicBezTo>
                    <a:pt x="66" y="169"/>
                    <a:pt x="62" y="163"/>
                    <a:pt x="56" y="169"/>
                  </a:cubicBezTo>
                  <a:cubicBezTo>
                    <a:pt x="50" y="174"/>
                    <a:pt x="42" y="171"/>
                    <a:pt x="34" y="176"/>
                  </a:cubicBezTo>
                  <a:cubicBezTo>
                    <a:pt x="27" y="182"/>
                    <a:pt x="19" y="180"/>
                    <a:pt x="19" y="187"/>
                  </a:cubicBezTo>
                  <a:cubicBezTo>
                    <a:pt x="18" y="194"/>
                    <a:pt x="12" y="197"/>
                    <a:pt x="13" y="204"/>
                  </a:cubicBezTo>
                  <a:cubicBezTo>
                    <a:pt x="15" y="210"/>
                    <a:pt x="10" y="208"/>
                    <a:pt x="5" y="213"/>
                  </a:cubicBezTo>
                  <a:cubicBezTo>
                    <a:pt x="1" y="218"/>
                    <a:pt x="6" y="221"/>
                    <a:pt x="3" y="224"/>
                  </a:cubicBezTo>
                  <a:cubicBezTo>
                    <a:pt x="0" y="228"/>
                    <a:pt x="4" y="234"/>
                    <a:pt x="7" y="240"/>
                  </a:cubicBezTo>
                  <a:cubicBezTo>
                    <a:pt x="11" y="245"/>
                    <a:pt x="15" y="249"/>
                    <a:pt x="15" y="255"/>
                  </a:cubicBezTo>
                  <a:cubicBezTo>
                    <a:pt x="14" y="260"/>
                    <a:pt x="18" y="262"/>
                    <a:pt x="24" y="261"/>
                  </a:cubicBezTo>
                  <a:cubicBezTo>
                    <a:pt x="29" y="261"/>
                    <a:pt x="25" y="271"/>
                    <a:pt x="33" y="271"/>
                  </a:cubicBezTo>
                  <a:cubicBezTo>
                    <a:pt x="41" y="271"/>
                    <a:pt x="50" y="273"/>
                    <a:pt x="52" y="269"/>
                  </a:cubicBezTo>
                  <a:cubicBezTo>
                    <a:pt x="54" y="264"/>
                    <a:pt x="60" y="260"/>
                    <a:pt x="60" y="267"/>
                  </a:cubicBezTo>
                  <a:cubicBezTo>
                    <a:pt x="60" y="274"/>
                    <a:pt x="58" y="292"/>
                    <a:pt x="64" y="290"/>
                  </a:cubicBezTo>
                  <a:cubicBezTo>
                    <a:pt x="69" y="288"/>
                    <a:pt x="81" y="289"/>
                    <a:pt x="87" y="291"/>
                  </a:cubicBezTo>
                  <a:cubicBezTo>
                    <a:pt x="92" y="293"/>
                    <a:pt x="98" y="291"/>
                    <a:pt x="102" y="287"/>
                  </a:cubicBezTo>
                  <a:cubicBezTo>
                    <a:pt x="105" y="283"/>
                    <a:pt x="110" y="283"/>
                    <a:pt x="117" y="279"/>
                  </a:cubicBezTo>
                  <a:cubicBezTo>
                    <a:pt x="124" y="275"/>
                    <a:pt x="131" y="270"/>
                    <a:pt x="138" y="270"/>
                  </a:cubicBezTo>
                  <a:cubicBezTo>
                    <a:pt x="145" y="270"/>
                    <a:pt x="156" y="266"/>
                    <a:pt x="154" y="271"/>
                  </a:cubicBezTo>
                  <a:cubicBezTo>
                    <a:pt x="153" y="276"/>
                    <a:pt x="152" y="295"/>
                    <a:pt x="160" y="305"/>
                  </a:cubicBezTo>
                  <a:cubicBezTo>
                    <a:pt x="169" y="315"/>
                    <a:pt x="173" y="319"/>
                    <a:pt x="181" y="318"/>
                  </a:cubicBezTo>
                  <a:cubicBezTo>
                    <a:pt x="189" y="317"/>
                    <a:pt x="188" y="321"/>
                    <a:pt x="194" y="320"/>
                  </a:cubicBezTo>
                  <a:cubicBezTo>
                    <a:pt x="199" y="320"/>
                    <a:pt x="196" y="327"/>
                    <a:pt x="201" y="327"/>
                  </a:cubicBezTo>
                  <a:cubicBezTo>
                    <a:pt x="206" y="327"/>
                    <a:pt x="215" y="328"/>
                    <a:pt x="215" y="333"/>
                  </a:cubicBezTo>
                  <a:cubicBezTo>
                    <a:pt x="215" y="339"/>
                    <a:pt x="231" y="334"/>
                    <a:pt x="235" y="338"/>
                  </a:cubicBezTo>
                  <a:cubicBezTo>
                    <a:pt x="238" y="341"/>
                    <a:pt x="243" y="343"/>
                    <a:pt x="242" y="350"/>
                  </a:cubicBezTo>
                  <a:cubicBezTo>
                    <a:pt x="240" y="356"/>
                    <a:pt x="249" y="361"/>
                    <a:pt x="244" y="363"/>
                  </a:cubicBezTo>
                  <a:cubicBezTo>
                    <a:pt x="239" y="366"/>
                    <a:pt x="246" y="371"/>
                    <a:pt x="246" y="378"/>
                  </a:cubicBezTo>
                  <a:cubicBezTo>
                    <a:pt x="247" y="385"/>
                    <a:pt x="254" y="387"/>
                    <a:pt x="266" y="387"/>
                  </a:cubicBezTo>
                  <a:cubicBezTo>
                    <a:pt x="277" y="386"/>
                    <a:pt x="280" y="387"/>
                    <a:pt x="280" y="396"/>
                  </a:cubicBezTo>
                  <a:cubicBezTo>
                    <a:pt x="280" y="404"/>
                    <a:pt x="288" y="405"/>
                    <a:pt x="291" y="413"/>
                  </a:cubicBezTo>
                  <a:cubicBezTo>
                    <a:pt x="293" y="421"/>
                    <a:pt x="287" y="429"/>
                    <a:pt x="288" y="436"/>
                  </a:cubicBezTo>
                  <a:cubicBezTo>
                    <a:pt x="289" y="440"/>
                    <a:pt x="286" y="446"/>
                    <a:pt x="283" y="448"/>
                  </a:cubicBezTo>
                  <a:cubicBezTo>
                    <a:pt x="287" y="453"/>
                    <a:pt x="287" y="455"/>
                    <a:pt x="284" y="457"/>
                  </a:cubicBezTo>
                  <a:cubicBezTo>
                    <a:pt x="279" y="460"/>
                    <a:pt x="290" y="467"/>
                    <a:pt x="287" y="479"/>
                  </a:cubicBezTo>
                  <a:cubicBezTo>
                    <a:pt x="284" y="490"/>
                    <a:pt x="284" y="493"/>
                    <a:pt x="296" y="493"/>
                  </a:cubicBezTo>
                  <a:cubicBezTo>
                    <a:pt x="308" y="494"/>
                    <a:pt x="307" y="497"/>
                    <a:pt x="311" y="495"/>
                  </a:cubicBezTo>
                  <a:cubicBezTo>
                    <a:pt x="316" y="492"/>
                    <a:pt x="322" y="504"/>
                    <a:pt x="324" y="510"/>
                  </a:cubicBezTo>
                  <a:cubicBezTo>
                    <a:pt x="325" y="515"/>
                    <a:pt x="330" y="529"/>
                    <a:pt x="332" y="529"/>
                  </a:cubicBezTo>
                  <a:cubicBezTo>
                    <a:pt x="334" y="529"/>
                    <a:pt x="341" y="523"/>
                    <a:pt x="347" y="526"/>
                  </a:cubicBezTo>
                  <a:cubicBezTo>
                    <a:pt x="353" y="529"/>
                    <a:pt x="345" y="549"/>
                    <a:pt x="345" y="557"/>
                  </a:cubicBezTo>
                  <a:cubicBezTo>
                    <a:pt x="350" y="557"/>
                    <a:pt x="355" y="557"/>
                    <a:pt x="357" y="558"/>
                  </a:cubicBezTo>
                  <a:cubicBezTo>
                    <a:pt x="360" y="560"/>
                    <a:pt x="362" y="581"/>
                    <a:pt x="360" y="585"/>
                  </a:cubicBezTo>
                  <a:cubicBezTo>
                    <a:pt x="358" y="589"/>
                    <a:pt x="345" y="593"/>
                    <a:pt x="339" y="597"/>
                  </a:cubicBezTo>
                  <a:cubicBezTo>
                    <a:pt x="332" y="601"/>
                    <a:pt x="316" y="617"/>
                    <a:pt x="308" y="629"/>
                  </a:cubicBezTo>
                  <a:cubicBezTo>
                    <a:pt x="304" y="636"/>
                    <a:pt x="297" y="642"/>
                    <a:pt x="292" y="648"/>
                  </a:cubicBezTo>
                  <a:cubicBezTo>
                    <a:pt x="295" y="648"/>
                    <a:pt x="297" y="648"/>
                    <a:pt x="298" y="647"/>
                  </a:cubicBezTo>
                  <a:cubicBezTo>
                    <a:pt x="301" y="646"/>
                    <a:pt x="307" y="646"/>
                    <a:pt x="313" y="653"/>
                  </a:cubicBezTo>
                  <a:cubicBezTo>
                    <a:pt x="319" y="660"/>
                    <a:pt x="318" y="666"/>
                    <a:pt x="321" y="665"/>
                  </a:cubicBezTo>
                  <a:cubicBezTo>
                    <a:pt x="323" y="665"/>
                    <a:pt x="326" y="656"/>
                    <a:pt x="331" y="662"/>
                  </a:cubicBezTo>
                  <a:cubicBezTo>
                    <a:pt x="335" y="669"/>
                    <a:pt x="348" y="674"/>
                    <a:pt x="350" y="678"/>
                  </a:cubicBezTo>
                  <a:cubicBezTo>
                    <a:pt x="353" y="681"/>
                    <a:pt x="362" y="683"/>
                    <a:pt x="362" y="691"/>
                  </a:cubicBezTo>
                  <a:cubicBezTo>
                    <a:pt x="362" y="697"/>
                    <a:pt x="360" y="709"/>
                    <a:pt x="364" y="718"/>
                  </a:cubicBezTo>
                  <a:cubicBezTo>
                    <a:pt x="366" y="715"/>
                    <a:pt x="369" y="712"/>
                    <a:pt x="372" y="71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19" name="Google Shape;219;p31"/>
            <p:cNvSpPr/>
            <p:nvPr/>
          </p:nvSpPr>
          <p:spPr>
            <a:xfrm>
              <a:off x="3408483" y="3983171"/>
              <a:ext cx="112717" cy="120654"/>
            </a:xfrm>
            <a:custGeom>
              <a:avLst/>
              <a:gdLst/>
              <a:ahLst/>
              <a:cxnLst/>
              <a:rect l="l" t="t" r="r" b="b"/>
              <a:pathLst>
                <a:path w="88" h="96" extrusionOk="0">
                  <a:moveTo>
                    <a:pt x="86" y="45"/>
                  </a:moveTo>
                  <a:cubicBezTo>
                    <a:pt x="86" y="37"/>
                    <a:pt x="77" y="35"/>
                    <a:pt x="74" y="32"/>
                  </a:cubicBezTo>
                  <a:cubicBezTo>
                    <a:pt x="72" y="28"/>
                    <a:pt x="59" y="23"/>
                    <a:pt x="55" y="16"/>
                  </a:cubicBezTo>
                  <a:cubicBezTo>
                    <a:pt x="50" y="10"/>
                    <a:pt x="47" y="19"/>
                    <a:pt x="45" y="19"/>
                  </a:cubicBezTo>
                  <a:cubicBezTo>
                    <a:pt x="42" y="20"/>
                    <a:pt x="43" y="14"/>
                    <a:pt x="37" y="7"/>
                  </a:cubicBezTo>
                  <a:cubicBezTo>
                    <a:pt x="31" y="0"/>
                    <a:pt x="25" y="0"/>
                    <a:pt x="22" y="1"/>
                  </a:cubicBezTo>
                  <a:cubicBezTo>
                    <a:pt x="21" y="2"/>
                    <a:pt x="19" y="2"/>
                    <a:pt x="16" y="2"/>
                  </a:cubicBezTo>
                  <a:cubicBezTo>
                    <a:pt x="13" y="5"/>
                    <a:pt x="11" y="9"/>
                    <a:pt x="11" y="12"/>
                  </a:cubicBezTo>
                  <a:cubicBezTo>
                    <a:pt x="11" y="19"/>
                    <a:pt x="6" y="28"/>
                    <a:pt x="5" y="42"/>
                  </a:cubicBezTo>
                  <a:cubicBezTo>
                    <a:pt x="5" y="56"/>
                    <a:pt x="1" y="54"/>
                    <a:pt x="0" y="65"/>
                  </a:cubicBezTo>
                  <a:cubicBezTo>
                    <a:pt x="0" y="76"/>
                    <a:pt x="4" y="74"/>
                    <a:pt x="6" y="75"/>
                  </a:cubicBezTo>
                  <a:cubicBezTo>
                    <a:pt x="6" y="76"/>
                    <a:pt x="5" y="80"/>
                    <a:pt x="4" y="83"/>
                  </a:cubicBezTo>
                  <a:cubicBezTo>
                    <a:pt x="6" y="84"/>
                    <a:pt x="8" y="87"/>
                    <a:pt x="11" y="86"/>
                  </a:cubicBezTo>
                  <a:cubicBezTo>
                    <a:pt x="18" y="85"/>
                    <a:pt x="25" y="88"/>
                    <a:pt x="34" y="92"/>
                  </a:cubicBezTo>
                  <a:cubicBezTo>
                    <a:pt x="42" y="96"/>
                    <a:pt x="39" y="91"/>
                    <a:pt x="48" y="92"/>
                  </a:cubicBezTo>
                  <a:cubicBezTo>
                    <a:pt x="56" y="93"/>
                    <a:pt x="65" y="94"/>
                    <a:pt x="74" y="89"/>
                  </a:cubicBezTo>
                  <a:cubicBezTo>
                    <a:pt x="80" y="85"/>
                    <a:pt x="83" y="78"/>
                    <a:pt x="88" y="72"/>
                  </a:cubicBezTo>
                  <a:cubicBezTo>
                    <a:pt x="84" y="63"/>
                    <a:pt x="86" y="51"/>
                    <a:pt x="86" y="4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0" name="Google Shape;220;p31"/>
            <p:cNvSpPr/>
            <p:nvPr/>
          </p:nvSpPr>
          <p:spPr>
            <a:xfrm>
              <a:off x="3059220" y="3781551"/>
              <a:ext cx="458804" cy="882679"/>
            </a:xfrm>
            <a:custGeom>
              <a:avLst/>
              <a:gdLst/>
              <a:ahLst/>
              <a:cxnLst/>
              <a:rect l="l" t="t" r="r" b="b"/>
              <a:pathLst>
                <a:path w="358" h="705" extrusionOk="0">
                  <a:moveTo>
                    <a:pt x="136" y="691"/>
                  </a:moveTo>
                  <a:cubicBezTo>
                    <a:pt x="126" y="690"/>
                    <a:pt x="107" y="672"/>
                    <a:pt x="101" y="668"/>
                  </a:cubicBezTo>
                  <a:cubicBezTo>
                    <a:pt x="95" y="663"/>
                    <a:pt x="100" y="658"/>
                    <a:pt x="93" y="660"/>
                  </a:cubicBezTo>
                  <a:cubicBezTo>
                    <a:pt x="86" y="661"/>
                    <a:pt x="90" y="654"/>
                    <a:pt x="94" y="652"/>
                  </a:cubicBezTo>
                  <a:cubicBezTo>
                    <a:pt x="98" y="650"/>
                    <a:pt x="93" y="644"/>
                    <a:pt x="88" y="643"/>
                  </a:cubicBezTo>
                  <a:cubicBezTo>
                    <a:pt x="88" y="653"/>
                    <a:pt x="85" y="700"/>
                    <a:pt x="88" y="701"/>
                  </a:cubicBezTo>
                  <a:cubicBezTo>
                    <a:pt x="91" y="701"/>
                    <a:pt x="112" y="698"/>
                    <a:pt x="118" y="702"/>
                  </a:cubicBezTo>
                  <a:cubicBezTo>
                    <a:pt x="120" y="703"/>
                    <a:pt x="123" y="705"/>
                    <a:pt x="126" y="702"/>
                  </a:cubicBezTo>
                  <a:cubicBezTo>
                    <a:pt x="130" y="698"/>
                    <a:pt x="142" y="700"/>
                    <a:pt x="148" y="696"/>
                  </a:cubicBezTo>
                  <a:cubicBezTo>
                    <a:pt x="154" y="692"/>
                    <a:pt x="146" y="691"/>
                    <a:pt x="136" y="691"/>
                  </a:cubicBezTo>
                  <a:close/>
                  <a:moveTo>
                    <a:pt x="353" y="73"/>
                  </a:moveTo>
                  <a:cubicBezTo>
                    <a:pt x="351" y="72"/>
                    <a:pt x="346" y="72"/>
                    <a:pt x="341" y="72"/>
                  </a:cubicBezTo>
                  <a:cubicBezTo>
                    <a:pt x="341" y="73"/>
                    <a:pt x="341" y="74"/>
                    <a:pt x="341" y="74"/>
                  </a:cubicBezTo>
                  <a:cubicBezTo>
                    <a:pt x="342" y="82"/>
                    <a:pt x="338" y="101"/>
                    <a:pt x="332" y="100"/>
                  </a:cubicBezTo>
                  <a:cubicBezTo>
                    <a:pt x="327" y="100"/>
                    <a:pt x="323" y="108"/>
                    <a:pt x="319" y="107"/>
                  </a:cubicBezTo>
                  <a:cubicBezTo>
                    <a:pt x="314" y="106"/>
                    <a:pt x="308" y="113"/>
                    <a:pt x="303" y="110"/>
                  </a:cubicBezTo>
                  <a:cubicBezTo>
                    <a:pt x="298" y="107"/>
                    <a:pt x="290" y="111"/>
                    <a:pt x="286" y="109"/>
                  </a:cubicBezTo>
                  <a:cubicBezTo>
                    <a:pt x="282" y="106"/>
                    <a:pt x="270" y="108"/>
                    <a:pt x="270" y="105"/>
                  </a:cubicBezTo>
                  <a:cubicBezTo>
                    <a:pt x="270" y="102"/>
                    <a:pt x="276" y="103"/>
                    <a:pt x="276" y="93"/>
                  </a:cubicBezTo>
                  <a:cubicBezTo>
                    <a:pt x="276" y="84"/>
                    <a:pt x="292" y="73"/>
                    <a:pt x="289" y="70"/>
                  </a:cubicBezTo>
                  <a:cubicBezTo>
                    <a:pt x="287" y="66"/>
                    <a:pt x="260" y="58"/>
                    <a:pt x="257" y="53"/>
                  </a:cubicBezTo>
                  <a:cubicBezTo>
                    <a:pt x="253" y="48"/>
                    <a:pt x="248" y="44"/>
                    <a:pt x="237" y="43"/>
                  </a:cubicBezTo>
                  <a:cubicBezTo>
                    <a:pt x="226" y="42"/>
                    <a:pt x="227" y="37"/>
                    <a:pt x="217" y="31"/>
                  </a:cubicBezTo>
                  <a:cubicBezTo>
                    <a:pt x="209" y="26"/>
                    <a:pt x="197" y="13"/>
                    <a:pt x="193" y="6"/>
                  </a:cubicBezTo>
                  <a:cubicBezTo>
                    <a:pt x="186" y="5"/>
                    <a:pt x="177" y="4"/>
                    <a:pt x="175" y="6"/>
                  </a:cubicBezTo>
                  <a:cubicBezTo>
                    <a:pt x="173" y="9"/>
                    <a:pt x="169" y="24"/>
                    <a:pt x="165" y="16"/>
                  </a:cubicBezTo>
                  <a:cubicBezTo>
                    <a:pt x="161" y="9"/>
                    <a:pt x="153" y="9"/>
                    <a:pt x="145" y="8"/>
                  </a:cubicBezTo>
                  <a:cubicBezTo>
                    <a:pt x="137" y="7"/>
                    <a:pt x="137" y="0"/>
                    <a:pt x="129" y="9"/>
                  </a:cubicBezTo>
                  <a:cubicBezTo>
                    <a:pt x="125" y="13"/>
                    <a:pt x="121" y="16"/>
                    <a:pt x="116" y="19"/>
                  </a:cubicBezTo>
                  <a:cubicBezTo>
                    <a:pt x="116" y="28"/>
                    <a:pt x="114" y="37"/>
                    <a:pt x="113" y="40"/>
                  </a:cubicBezTo>
                  <a:cubicBezTo>
                    <a:pt x="110" y="44"/>
                    <a:pt x="93" y="51"/>
                    <a:pt x="92" y="56"/>
                  </a:cubicBezTo>
                  <a:cubicBezTo>
                    <a:pt x="92" y="60"/>
                    <a:pt x="95" y="66"/>
                    <a:pt x="91" y="68"/>
                  </a:cubicBezTo>
                  <a:cubicBezTo>
                    <a:pt x="88" y="71"/>
                    <a:pt x="99" y="84"/>
                    <a:pt x="93" y="88"/>
                  </a:cubicBezTo>
                  <a:cubicBezTo>
                    <a:pt x="87" y="91"/>
                    <a:pt x="97" y="96"/>
                    <a:pt x="93" y="99"/>
                  </a:cubicBezTo>
                  <a:cubicBezTo>
                    <a:pt x="90" y="102"/>
                    <a:pt x="83" y="104"/>
                    <a:pt x="83" y="108"/>
                  </a:cubicBezTo>
                  <a:cubicBezTo>
                    <a:pt x="83" y="111"/>
                    <a:pt x="82" y="120"/>
                    <a:pt x="78" y="122"/>
                  </a:cubicBezTo>
                  <a:cubicBezTo>
                    <a:pt x="73" y="125"/>
                    <a:pt x="70" y="133"/>
                    <a:pt x="70" y="138"/>
                  </a:cubicBezTo>
                  <a:cubicBezTo>
                    <a:pt x="70" y="144"/>
                    <a:pt x="62" y="140"/>
                    <a:pt x="65" y="148"/>
                  </a:cubicBezTo>
                  <a:cubicBezTo>
                    <a:pt x="68" y="155"/>
                    <a:pt x="71" y="164"/>
                    <a:pt x="65" y="166"/>
                  </a:cubicBezTo>
                  <a:cubicBezTo>
                    <a:pt x="59" y="167"/>
                    <a:pt x="61" y="180"/>
                    <a:pt x="57" y="180"/>
                  </a:cubicBezTo>
                  <a:cubicBezTo>
                    <a:pt x="54" y="180"/>
                    <a:pt x="53" y="192"/>
                    <a:pt x="57" y="199"/>
                  </a:cubicBezTo>
                  <a:cubicBezTo>
                    <a:pt x="62" y="205"/>
                    <a:pt x="63" y="210"/>
                    <a:pt x="63" y="216"/>
                  </a:cubicBezTo>
                  <a:cubicBezTo>
                    <a:pt x="63" y="222"/>
                    <a:pt x="70" y="225"/>
                    <a:pt x="68" y="232"/>
                  </a:cubicBezTo>
                  <a:cubicBezTo>
                    <a:pt x="65" y="238"/>
                    <a:pt x="66" y="244"/>
                    <a:pt x="63" y="246"/>
                  </a:cubicBezTo>
                  <a:cubicBezTo>
                    <a:pt x="59" y="249"/>
                    <a:pt x="62" y="257"/>
                    <a:pt x="57" y="259"/>
                  </a:cubicBezTo>
                  <a:cubicBezTo>
                    <a:pt x="53" y="261"/>
                    <a:pt x="61" y="278"/>
                    <a:pt x="57" y="281"/>
                  </a:cubicBezTo>
                  <a:cubicBezTo>
                    <a:pt x="54" y="284"/>
                    <a:pt x="44" y="287"/>
                    <a:pt x="44" y="299"/>
                  </a:cubicBezTo>
                  <a:cubicBezTo>
                    <a:pt x="44" y="310"/>
                    <a:pt x="46" y="317"/>
                    <a:pt x="45" y="322"/>
                  </a:cubicBezTo>
                  <a:cubicBezTo>
                    <a:pt x="44" y="326"/>
                    <a:pt x="50" y="325"/>
                    <a:pt x="49" y="332"/>
                  </a:cubicBezTo>
                  <a:cubicBezTo>
                    <a:pt x="48" y="339"/>
                    <a:pt x="39" y="335"/>
                    <a:pt x="39" y="339"/>
                  </a:cubicBezTo>
                  <a:cubicBezTo>
                    <a:pt x="38" y="343"/>
                    <a:pt x="41" y="352"/>
                    <a:pt x="38" y="352"/>
                  </a:cubicBezTo>
                  <a:cubicBezTo>
                    <a:pt x="35" y="353"/>
                    <a:pt x="33" y="356"/>
                    <a:pt x="33" y="363"/>
                  </a:cubicBezTo>
                  <a:cubicBezTo>
                    <a:pt x="33" y="371"/>
                    <a:pt x="29" y="372"/>
                    <a:pt x="28" y="376"/>
                  </a:cubicBezTo>
                  <a:cubicBezTo>
                    <a:pt x="28" y="379"/>
                    <a:pt x="32" y="383"/>
                    <a:pt x="32" y="388"/>
                  </a:cubicBezTo>
                  <a:cubicBezTo>
                    <a:pt x="32" y="392"/>
                    <a:pt x="35" y="406"/>
                    <a:pt x="31" y="407"/>
                  </a:cubicBezTo>
                  <a:cubicBezTo>
                    <a:pt x="27" y="407"/>
                    <a:pt x="25" y="423"/>
                    <a:pt x="28" y="425"/>
                  </a:cubicBezTo>
                  <a:cubicBezTo>
                    <a:pt x="32" y="427"/>
                    <a:pt x="32" y="432"/>
                    <a:pt x="30" y="435"/>
                  </a:cubicBezTo>
                  <a:cubicBezTo>
                    <a:pt x="28" y="438"/>
                    <a:pt x="37" y="441"/>
                    <a:pt x="33" y="446"/>
                  </a:cubicBezTo>
                  <a:cubicBezTo>
                    <a:pt x="28" y="451"/>
                    <a:pt x="32" y="457"/>
                    <a:pt x="38" y="455"/>
                  </a:cubicBezTo>
                  <a:cubicBezTo>
                    <a:pt x="43" y="453"/>
                    <a:pt x="46" y="463"/>
                    <a:pt x="41" y="463"/>
                  </a:cubicBezTo>
                  <a:cubicBezTo>
                    <a:pt x="35" y="463"/>
                    <a:pt x="29" y="463"/>
                    <a:pt x="34" y="467"/>
                  </a:cubicBezTo>
                  <a:cubicBezTo>
                    <a:pt x="38" y="470"/>
                    <a:pt x="43" y="476"/>
                    <a:pt x="36" y="478"/>
                  </a:cubicBezTo>
                  <a:cubicBezTo>
                    <a:pt x="29" y="481"/>
                    <a:pt x="35" y="486"/>
                    <a:pt x="34" y="492"/>
                  </a:cubicBezTo>
                  <a:cubicBezTo>
                    <a:pt x="32" y="498"/>
                    <a:pt x="38" y="504"/>
                    <a:pt x="33" y="506"/>
                  </a:cubicBezTo>
                  <a:cubicBezTo>
                    <a:pt x="28" y="507"/>
                    <a:pt x="35" y="517"/>
                    <a:pt x="28" y="518"/>
                  </a:cubicBezTo>
                  <a:cubicBezTo>
                    <a:pt x="20" y="519"/>
                    <a:pt x="25" y="526"/>
                    <a:pt x="20" y="530"/>
                  </a:cubicBezTo>
                  <a:cubicBezTo>
                    <a:pt x="16" y="533"/>
                    <a:pt x="27" y="540"/>
                    <a:pt x="21" y="543"/>
                  </a:cubicBezTo>
                  <a:cubicBezTo>
                    <a:pt x="15" y="547"/>
                    <a:pt x="19" y="556"/>
                    <a:pt x="14" y="556"/>
                  </a:cubicBezTo>
                  <a:cubicBezTo>
                    <a:pt x="8" y="556"/>
                    <a:pt x="5" y="564"/>
                    <a:pt x="4" y="567"/>
                  </a:cubicBezTo>
                  <a:cubicBezTo>
                    <a:pt x="3" y="571"/>
                    <a:pt x="0" y="578"/>
                    <a:pt x="5" y="584"/>
                  </a:cubicBezTo>
                  <a:cubicBezTo>
                    <a:pt x="9" y="589"/>
                    <a:pt x="3" y="593"/>
                    <a:pt x="8" y="595"/>
                  </a:cubicBezTo>
                  <a:cubicBezTo>
                    <a:pt x="12" y="597"/>
                    <a:pt x="26" y="594"/>
                    <a:pt x="24" y="601"/>
                  </a:cubicBezTo>
                  <a:cubicBezTo>
                    <a:pt x="22" y="607"/>
                    <a:pt x="23" y="621"/>
                    <a:pt x="25" y="621"/>
                  </a:cubicBezTo>
                  <a:cubicBezTo>
                    <a:pt x="28" y="621"/>
                    <a:pt x="29" y="629"/>
                    <a:pt x="34" y="628"/>
                  </a:cubicBezTo>
                  <a:cubicBezTo>
                    <a:pt x="38" y="628"/>
                    <a:pt x="57" y="625"/>
                    <a:pt x="65" y="628"/>
                  </a:cubicBezTo>
                  <a:cubicBezTo>
                    <a:pt x="69" y="629"/>
                    <a:pt x="72" y="631"/>
                    <a:pt x="74" y="633"/>
                  </a:cubicBezTo>
                  <a:cubicBezTo>
                    <a:pt x="79" y="631"/>
                    <a:pt x="89" y="638"/>
                    <a:pt x="91" y="635"/>
                  </a:cubicBezTo>
                  <a:cubicBezTo>
                    <a:pt x="94" y="633"/>
                    <a:pt x="81" y="622"/>
                    <a:pt x="82" y="619"/>
                  </a:cubicBezTo>
                  <a:cubicBezTo>
                    <a:pt x="82" y="615"/>
                    <a:pt x="80" y="609"/>
                    <a:pt x="80" y="606"/>
                  </a:cubicBezTo>
                  <a:cubicBezTo>
                    <a:pt x="80" y="602"/>
                    <a:pt x="78" y="593"/>
                    <a:pt x="83" y="589"/>
                  </a:cubicBezTo>
                  <a:cubicBezTo>
                    <a:pt x="89" y="585"/>
                    <a:pt x="89" y="581"/>
                    <a:pt x="93" y="582"/>
                  </a:cubicBezTo>
                  <a:cubicBezTo>
                    <a:pt x="96" y="583"/>
                    <a:pt x="103" y="579"/>
                    <a:pt x="104" y="570"/>
                  </a:cubicBezTo>
                  <a:cubicBezTo>
                    <a:pt x="104" y="560"/>
                    <a:pt x="108" y="557"/>
                    <a:pt x="116" y="550"/>
                  </a:cubicBezTo>
                  <a:cubicBezTo>
                    <a:pt x="125" y="543"/>
                    <a:pt x="139" y="536"/>
                    <a:pt x="137" y="533"/>
                  </a:cubicBezTo>
                  <a:cubicBezTo>
                    <a:pt x="135" y="530"/>
                    <a:pt x="140" y="520"/>
                    <a:pt x="140" y="516"/>
                  </a:cubicBezTo>
                  <a:cubicBezTo>
                    <a:pt x="140" y="512"/>
                    <a:pt x="127" y="512"/>
                    <a:pt x="122" y="511"/>
                  </a:cubicBezTo>
                  <a:cubicBezTo>
                    <a:pt x="118" y="509"/>
                    <a:pt x="102" y="498"/>
                    <a:pt x="110" y="484"/>
                  </a:cubicBezTo>
                  <a:cubicBezTo>
                    <a:pt x="118" y="469"/>
                    <a:pt x="135" y="468"/>
                    <a:pt x="139" y="467"/>
                  </a:cubicBezTo>
                  <a:cubicBezTo>
                    <a:pt x="144" y="467"/>
                    <a:pt x="140" y="460"/>
                    <a:pt x="144" y="458"/>
                  </a:cubicBezTo>
                  <a:cubicBezTo>
                    <a:pt x="147" y="456"/>
                    <a:pt x="148" y="452"/>
                    <a:pt x="148" y="446"/>
                  </a:cubicBezTo>
                  <a:cubicBezTo>
                    <a:pt x="148" y="439"/>
                    <a:pt x="148" y="429"/>
                    <a:pt x="155" y="428"/>
                  </a:cubicBezTo>
                  <a:cubicBezTo>
                    <a:pt x="162" y="427"/>
                    <a:pt x="164" y="423"/>
                    <a:pt x="160" y="422"/>
                  </a:cubicBezTo>
                  <a:cubicBezTo>
                    <a:pt x="156" y="421"/>
                    <a:pt x="154" y="416"/>
                    <a:pt x="161" y="415"/>
                  </a:cubicBezTo>
                  <a:cubicBezTo>
                    <a:pt x="168" y="414"/>
                    <a:pt x="165" y="421"/>
                    <a:pt x="171" y="421"/>
                  </a:cubicBezTo>
                  <a:cubicBezTo>
                    <a:pt x="176" y="421"/>
                    <a:pt x="184" y="412"/>
                    <a:pt x="178" y="407"/>
                  </a:cubicBezTo>
                  <a:cubicBezTo>
                    <a:pt x="171" y="402"/>
                    <a:pt x="169" y="410"/>
                    <a:pt x="165" y="410"/>
                  </a:cubicBezTo>
                  <a:cubicBezTo>
                    <a:pt x="162" y="411"/>
                    <a:pt x="159" y="406"/>
                    <a:pt x="156" y="406"/>
                  </a:cubicBezTo>
                  <a:cubicBezTo>
                    <a:pt x="152" y="406"/>
                    <a:pt x="154" y="396"/>
                    <a:pt x="153" y="392"/>
                  </a:cubicBezTo>
                  <a:cubicBezTo>
                    <a:pt x="151" y="389"/>
                    <a:pt x="149" y="380"/>
                    <a:pt x="152" y="376"/>
                  </a:cubicBezTo>
                  <a:cubicBezTo>
                    <a:pt x="155" y="372"/>
                    <a:pt x="169" y="383"/>
                    <a:pt x="180" y="383"/>
                  </a:cubicBezTo>
                  <a:cubicBezTo>
                    <a:pt x="192" y="384"/>
                    <a:pt x="201" y="378"/>
                    <a:pt x="201" y="373"/>
                  </a:cubicBezTo>
                  <a:cubicBezTo>
                    <a:pt x="201" y="369"/>
                    <a:pt x="195" y="361"/>
                    <a:pt x="202" y="356"/>
                  </a:cubicBezTo>
                  <a:cubicBezTo>
                    <a:pt x="209" y="352"/>
                    <a:pt x="203" y="350"/>
                    <a:pt x="201" y="344"/>
                  </a:cubicBezTo>
                  <a:cubicBezTo>
                    <a:pt x="199" y="338"/>
                    <a:pt x="205" y="334"/>
                    <a:pt x="208" y="337"/>
                  </a:cubicBezTo>
                  <a:cubicBezTo>
                    <a:pt x="211" y="340"/>
                    <a:pt x="234" y="338"/>
                    <a:pt x="253" y="334"/>
                  </a:cubicBezTo>
                  <a:cubicBezTo>
                    <a:pt x="272" y="330"/>
                    <a:pt x="285" y="323"/>
                    <a:pt x="287" y="318"/>
                  </a:cubicBezTo>
                  <a:cubicBezTo>
                    <a:pt x="288" y="312"/>
                    <a:pt x="300" y="299"/>
                    <a:pt x="303" y="295"/>
                  </a:cubicBezTo>
                  <a:cubicBezTo>
                    <a:pt x="305" y="290"/>
                    <a:pt x="303" y="284"/>
                    <a:pt x="295" y="283"/>
                  </a:cubicBezTo>
                  <a:cubicBezTo>
                    <a:pt x="287" y="282"/>
                    <a:pt x="288" y="273"/>
                    <a:pt x="292" y="268"/>
                  </a:cubicBezTo>
                  <a:cubicBezTo>
                    <a:pt x="296" y="263"/>
                    <a:pt x="290" y="258"/>
                    <a:pt x="282" y="257"/>
                  </a:cubicBezTo>
                  <a:cubicBezTo>
                    <a:pt x="275" y="256"/>
                    <a:pt x="263" y="251"/>
                    <a:pt x="270" y="245"/>
                  </a:cubicBezTo>
                  <a:cubicBezTo>
                    <a:pt x="273" y="242"/>
                    <a:pt x="275" y="243"/>
                    <a:pt x="276" y="244"/>
                  </a:cubicBezTo>
                  <a:cubicBezTo>
                    <a:pt x="277" y="241"/>
                    <a:pt x="278" y="237"/>
                    <a:pt x="278" y="236"/>
                  </a:cubicBezTo>
                  <a:cubicBezTo>
                    <a:pt x="276" y="235"/>
                    <a:pt x="272" y="237"/>
                    <a:pt x="272" y="226"/>
                  </a:cubicBezTo>
                  <a:cubicBezTo>
                    <a:pt x="273" y="215"/>
                    <a:pt x="277" y="217"/>
                    <a:pt x="277" y="203"/>
                  </a:cubicBezTo>
                  <a:cubicBezTo>
                    <a:pt x="278" y="189"/>
                    <a:pt x="283" y="180"/>
                    <a:pt x="283" y="173"/>
                  </a:cubicBezTo>
                  <a:cubicBezTo>
                    <a:pt x="283" y="165"/>
                    <a:pt x="297" y="156"/>
                    <a:pt x="304" y="144"/>
                  </a:cubicBezTo>
                  <a:cubicBezTo>
                    <a:pt x="312" y="132"/>
                    <a:pt x="328" y="116"/>
                    <a:pt x="335" y="112"/>
                  </a:cubicBezTo>
                  <a:cubicBezTo>
                    <a:pt x="341" y="108"/>
                    <a:pt x="354" y="104"/>
                    <a:pt x="356" y="100"/>
                  </a:cubicBezTo>
                  <a:cubicBezTo>
                    <a:pt x="358" y="96"/>
                    <a:pt x="356" y="75"/>
                    <a:pt x="353" y="7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1" name="Google Shape;221;p31"/>
            <p:cNvSpPr/>
            <p:nvPr/>
          </p:nvSpPr>
          <p:spPr>
            <a:xfrm>
              <a:off x="3010006" y="3683123"/>
              <a:ext cx="201620" cy="998571"/>
            </a:xfrm>
            <a:custGeom>
              <a:avLst/>
              <a:gdLst/>
              <a:ahLst/>
              <a:cxnLst/>
              <a:rect l="l" t="t" r="r" b="b"/>
              <a:pathLst>
                <a:path w="156" h="797" extrusionOk="0">
                  <a:moveTo>
                    <a:pt x="72" y="707"/>
                  </a:moveTo>
                  <a:cubicBezTo>
                    <a:pt x="67" y="708"/>
                    <a:pt x="66" y="700"/>
                    <a:pt x="63" y="700"/>
                  </a:cubicBezTo>
                  <a:cubicBezTo>
                    <a:pt x="61" y="700"/>
                    <a:pt x="60" y="686"/>
                    <a:pt x="62" y="680"/>
                  </a:cubicBezTo>
                  <a:cubicBezTo>
                    <a:pt x="64" y="673"/>
                    <a:pt x="50" y="676"/>
                    <a:pt x="46" y="674"/>
                  </a:cubicBezTo>
                  <a:cubicBezTo>
                    <a:pt x="41" y="672"/>
                    <a:pt x="47" y="668"/>
                    <a:pt x="43" y="663"/>
                  </a:cubicBezTo>
                  <a:cubicBezTo>
                    <a:pt x="38" y="657"/>
                    <a:pt x="41" y="650"/>
                    <a:pt x="42" y="646"/>
                  </a:cubicBezTo>
                  <a:cubicBezTo>
                    <a:pt x="43" y="643"/>
                    <a:pt x="46" y="635"/>
                    <a:pt x="52" y="635"/>
                  </a:cubicBezTo>
                  <a:cubicBezTo>
                    <a:pt x="57" y="635"/>
                    <a:pt x="53" y="626"/>
                    <a:pt x="59" y="622"/>
                  </a:cubicBezTo>
                  <a:cubicBezTo>
                    <a:pt x="65" y="619"/>
                    <a:pt x="54" y="612"/>
                    <a:pt x="58" y="609"/>
                  </a:cubicBezTo>
                  <a:cubicBezTo>
                    <a:pt x="63" y="605"/>
                    <a:pt x="58" y="598"/>
                    <a:pt x="66" y="597"/>
                  </a:cubicBezTo>
                  <a:cubicBezTo>
                    <a:pt x="73" y="596"/>
                    <a:pt x="66" y="586"/>
                    <a:pt x="71" y="585"/>
                  </a:cubicBezTo>
                  <a:cubicBezTo>
                    <a:pt x="76" y="583"/>
                    <a:pt x="70" y="577"/>
                    <a:pt x="72" y="571"/>
                  </a:cubicBezTo>
                  <a:cubicBezTo>
                    <a:pt x="73" y="565"/>
                    <a:pt x="67" y="560"/>
                    <a:pt x="74" y="557"/>
                  </a:cubicBezTo>
                  <a:cubicBezTo>
                    <a:pt x="81" y="555"/>
                    <a:pt x="76" y="549"/>
                    <a:pt x="72" y="546"/>
                  </a:cubicBezTo>
                  <a:cubicBezTo>
                    <a:pt x="67" y="542"/>
                    <a:pt x="73" y="542"/>
                    <a:pt x="79" y="542"/>
                  </a:cubicBezTo>
                  <a:cubicBezTo>
                    <a:pt x="84" y="542"/>
                    <a:pt x="81" y="532"/>
                    <a:pt x="76" y="534"/>
                  </a:cubicBezTo>
                  <a:cubicBezTo>
                    <a:pt x="70" y="536"/>
                    <a:pt x="66" y="530"/>
                    <a:pt x="71" y="525"/>
                  </a:cubicBezTo>
                  <a:cubicBezTo>
                    <a:pt x="75" y="520"/>
                    <a:pt x="66" y="517"/>
                    <a:pt x="68" y="514"/>
                  </a:cubicBezTo>
                  <a:cubicBezTo>
                    <a:pt x="70" y="511"/>
                    <a:pt x="70" y="506"/>
                    <a:pt x="66" y="504"/>
                  </a:cubicBezTo>
                  <a:cubicBezTo>
                    <a:pt x="63" y="502"/>
                    <a:pt x="65" y="486"/>
                    <a:pt x="69" y="486"/>
                  </a:cubicBezTo>
                  <a:cubicBezTo>
                    <a:pt x="73" y="485"/>
                    <a:pt x="70" y="471"/>
                    <a:pt x="70" y="467"/>
                  </a:cubicBezTo>
                  <a:cubicBezTo>
                    <a:pt x="70" y="462"/>
                    <a:pt x="66" y="458"/>
                    <a:pt x="66" y="455"/>
                  </a:cubicBezTo>
                  <a:cubicBezTo>
                    <a:pt x="67" y="451"/>
                    <a:pt x="71" y="450"/>
                    <a:pt x="71" y="442"/>
                  </a:cubicBezTo>
                  <a:cubicBezTo>
                    <a:pt x="71" y="435"/>
                    <a:pt x="73" y="432"/>
                    <a:pt x="76" y="431"/>
                  </a:cubicBezTo>
                  <a:cubicBezTo>
                    <a:pt x="79" y="431"/>
                    <a:pt x="76" y="422"/>
                    <a:pt x="77" y="418"/>
                  </a:cubicBezTo>
                  <a:cubicBezTo>
                    <a:pt x="77" y="414"/>
                    <a:pt x="86" y="418"/>
                    <a:pt x="87" y="411"/>
                  </a:cubicBezTo>
                  <a:cubicBezTo>
                    <a:pt x="88" y="404"/>
                    <a:pt x="82" y="405"/>
                    <a:pt x="83" y="401"/>
                  </a:cubicBezTo>
                  <a:cubicBezTo>
                    <a:pt x="84" y="396"/>
                    <a:pt x="82" y="389"/>
                    <a:pt x="82" y="378"/>
                  </a:cubicBezTo>
                  <a:cubicBezTo>
                    <a:pt x="82" y="366"/>
                    <a:pt x="92" y="363"/>
                    <a:pt x="95" y="360"/>
                  </a:cubicBezTo>
                  <a:cubicBezTo>
                    <a:pt x="99" y="357"/>
                    <a:pt x="91" y="340"/>
                    <a:pt x="95" y="338"/>
                  </a:cubicBezTo>
                  <a:cubicBezTo>
                    <a:pt x="100" y="336"/>
                    <a:pt x="97" y="328"/>
                    <a:pt x="101" y="325"/>
                  </a:cubicBezTo>
                  <a:cubicBezTo>
                    <a:pt x="104" y="323"/>
                    <a:pt x="103" y="317"/>
                    <a:pt x="106" y="311"/>
                  </a:cubicBezTo>
                  <a:cubicBezTo>
                    <a:pt x="108" y="304"/>
                    <a:pt x="101" y="301"/>
                    <a:pt x="101" y="295"/>
                  </a:cubicBezTo>
                  <a:cubicBezTo>
                    <a:pt x="101" y="289"/>
                    <a:pt x="100" y="284"/>
                    <a:pt x="95" y="278"/>
                  </a:cubicBezTo>
                  <a:cubicBezTo>
                    <a:pt x="91" y="271"/>
                    <a:pt x="92" y="259"/>
                    <a:pt x="95" y="259"/>
                  </a:cubicBezTo>
                  <a:cubicBezTo>
                    <a:pt x="99" y="259"/>
                    <a:pt x="97" y="246"/>
                    <a:pt x="103" y="245"/>
                  </a:cubicBezTo>
                  <a:cubicBezTo>
                    <a:pt x="109" y="243"/>
                    <a:pt x="106" y="234"/>
                    <a:pt x="103" y="227"/>
                  </a:cubicBezTo>
                  <a:cubicBezTo>
                    <a:pt x="100" y="219"/>
                    <a:pt x="108" y="223"/>
                    <a:pt x="108" y="217"/>
                  </a:cubicBezTo>
                  <a:cubicBezTo>
                    <a:pt x="108" y="212"/>
                    <a:pt x="111" y="204"/>
                    <a:pt x="116" y="201"/>
                  </a:cubicBezTo>
                  <a:cubicBezTo>
                    <a:pt x="120" y="199"/>
                    <a:pt x="121" y="190"/>
                    <a:pt x="121" y="187"/>
                  </a:cubicBezTo>
                  <a:cubicBezTo>
                    <a:pt x="121" y="183"/>
                    <a:pt x="128" y="181"/>
                    <a:pt x="131" y="178"/>
                  </a:cubicBezTo>
                  <a:cubicBezTo>
                    <a:pt x="135" y="175"/>
                    <a:pt x="125" y="170"/>
                    <a:pt x="131" y="167"/>
                  </a:cubicBezTo>
                  <a:cubicBezTo>
                    <a:pt x="137" y="163"/>
                    <a:pt x="126" y="150"/>
                    <a:pt x="129" y="147"/>
                  </a:cubicBezTo>
                  <a:cubicBezTo>
                    <a:pt x="133" y="145"/>
                    <a:pt x="130" y="139"/>
                    <a:pt x="130" y="135"/>
                  </a:cubicBezTo>
                  <a:cubicBezTo>
                    <a:pt x="131" y="130"/>
                    <a:pt x="148" y="123"/>
                    <a:pt x="151" y="119"/>
                  </a:cubicBezTo>
                  <a:cubicBezTo>
                    <a:pt x="152" y="116"/>
                    <a:pt x="154" y="107"/>
                    <a:pt x="154" y="98"/>
                  </a:cubicBezTo>
                  <a:cubicBezTo>
                    <a:pt x="149" y="102"/>
                    <a:pt x="144" y="104"/>
                    <a:pt x="143" y="102"/>
                  </a:cubicBezTo>
                  <a:cubicBezTo>
                    <a:pt x="142" y="98"/>
                    <a:pt x="144" y="87"/>
                    <a:pt x="139" y="82"/>
                  </a:cubicBezTo>
                  <a:cubicBezTo>
                    <a:pt x="134" y="78"/>
                    <a:pt x="137" y="68"/>
                    <a:pt x="133" y="66"/>
                  </a:cubicBezTo>
                  <a:cubicBezTo>
                    <a:pt x="128" y="64"/>
                    <a:pt x="122" y="55"/>
                    <a:pt x="126" y="52"/>
                  </a:cubicBezTo>
                  <a:cubicBezTo>
                    <a:pt x="131" y="48"/>
                    <a:pt x="126" y="42"/>
                    <a:pt x="130" y="39"/>
                  </a:cubicBezTo>
                  <a:cubicBezTo>
                    <a:pt x="134" y="36"/>
                    <a:pt x="128" y="35"/>
                    <a:pt x="123" y="29"/>
                  </a:cubicBezTo>
                  <a:cubicBezTo>
                    <a:pt x="118" y="23"/>
                    <a:pt x="125" y="15"/>
                    <a:pt x="119" y="10"/>
                  </a:cubicBezTo>
                  <a:cubicBezTo>
                    <a:pt x="112" y="6"/>
                    <a:pt x="112" y="0"/>
                    <a:pt x="111" y="3"/>
                  </a:cubicBezTo>
                  <a:cubicBezTo>
                    <a:pt x="109" y="5"/>
                    <a:pt x="109" y="14"/>
                    <a:pt x="103" y="17"/>
                  </a:cubicBezTo>
                  <a:cubicBezTo>
                    <a:pt x="103" y="17"/>
                    <a:pt x="101" y="18"/>
                    <a:pt x="100" y="19"/>
                  </a:cubicBezTo>
                  <a:cubicBezTo>
                    <a:pt x="100" y="24"/>
                    <a:pt x="98" y="31"/>
                    <a:pt x="100" y="35"/>
                  </a:cubicBezTo>
                  <a:cubicBezTo>
                    <a:pt x="102" y="41"/>
                    <a:pt x="103" y="70"/>
                    <a:pt x="101" y="81"/>
                  </a:cubicBezTo>
                  <a:cubicBezTo>
                    <a:pt x="99" y="92"/>
                    <a:pt x="96" y="101"/>
                    <a:pt x="94" y="107"/>
                  </a:cubicBezTo>
                  <a:cubicBezTo>
                    <a:pt x="92" y="114"/>
                    <a:pt x="99" y="114"/>
                    <a:pt x="96" y="117"/>
                  </a:cubicBezTo>
                  <a:cubicBezTo>
                    <a:pt x="93" y="121"/>
                    <a:pt x="94" y="128"/>
                    <a:pt x="94" y="141"/>
                  </a:cubicBezTo>
                  <a:cubicBezTo>
                    <a:pt x="94" y="153"/>
                    <a:pt x="87" y="175"/>
                    <a:pt x="86" y="181"/>
                  </a:cubicBezTo>
                  <a:cubicBezTo>
                    <a:pt x="86" y="188"/>
                    <a:pt x="81" y="192"/>
                    <a:pt x="82" y="200"/>
                  </a:cubicBezTo>
                  <a:cubicBezTo>
                    <a:pt x="83" y="207"/>
                    <a:pt x="78" y="211"/>
                    <a:pt x="74" y="215"/>
                  </a:cubicBezTo>
                  <a:cubicBezTo>
                    <a:pt x="70" y="218"/>
                    <a:pt x="81" y="230"/>
                    <a:pt x="81" y="236"/>
                  </a:cubicBezTo>
                  <a:cubicBezTo>
                    <a:pt x="80" y="242"/>
                    <a:pt x="72" y="245"/>
                    <a:pt x="74" y="255"/>
                  </a:cubicBezTo>
                  <a:cubicBezTo>
                    <a:pt x="76" y="268"/>
                    <a:pt x="74" y="290"/>
                    <a:pt x="74" y="294"/>
                  </a:cubicBezTo>
                  <a:cubicBezTo>
                    <a:pt x="74" y="298"/>
                    <a:pt x="69" y="298"/>
                    <a:pt x="70" y="306"/>
                  </a:cubicBezTo>
                  <a:cubicBezTo>
                    <a:pt x="71" y="314"/>
                    <a:pt x="65" y="316"/>
                    <a:pt x="64" y="328"/>
                  </a:cubicBezTo>
                  <a:cubicBezTo>
                    <a:pt x="63" y="340"/>
                    <a:pt x="54" y="356"/>
                    <a:pt x="50" y="365"/>
                  </a:cubicBezTo>
                  <a:cubicBezTo>
                    <a:pt x="47" y="374"/>
                    <a:pt x="47" y="379"/>
                    <a:pt x="42" y="379"/>
                  </a:cubicBezTo>
                  <a:cubicBezTo>
                    <a:pt x="37" y="379"/>
                    <a:pt x="36" y="385"/>
                    <a:pt x="40" y="392"/>
                  </a:cubicBezTo>
                  <a:cubicBezTo>
                    <a:pt x="43" y="400"/>
                    <a:pt x="37" y="407"/>
                    <a:pt x="42" y="415"/>
                  </a:cubicBezTo>
                  <a:cubicBezTo>
                    <a:pt x="47" y="423"/>
                    <a:pt x="45" y="425"/>
                    <a:pt x="43" y="433"/>
                  </a:cubicBezTo>
                  <a:cubicBezTo>
                    <a:pt x="40" y="440"/>
                    <a:pt x="37" y="440"/>
                    <a:pt x="37" y="448"/>
                  </a:cubicBezTo>
                  <a:cubicBezTo>
                    <a:pt x="37" y="455"/>
                    <a:pt x="32" y="460"/>
                    <a:pt x="35" y="468"/>
                  </a:cubicBezTo>
                  <a:cubicBezTo>
                    <a:pt x="38" y="476"/>
                    <a:pt x="37" y="479"/>
                    <a:pt x="33" y="479"/>
                  </a:cubicBezTo>
                  <a:cubicBezTo>
                    <a:pt x="29" y="479"/>
                    <a:pt x="27" y="485"/>
                    <a:pt x="26" y="498"/>
                  </a:cubicBezTo>
                  <a:cubicBezTo>
                    <a:pt x="24" y="511"/>
                    <a:pt x="25" y="511"/>
                    <a:pt x="34" y="510"/>
                  </a:cubicBezTo>
                  <a:cubicBezTo>
                    <a:pt x="43" y="509"/>
                    <a:pt x="36" y="478"/>
                    <a:pt x="42" y="478"/>
                  </a:cubicBezTo>
                  <a:cubicBezTo>
                    <a:pt x="48" y="478"/>
                    <a:pt x="43" y="473"/>
                    <a:pt x="49" y="471"/>
                  </a:cubicBezTo>
                  <a:cubicBezTo>
                    <a:pt x="54" y="470"/>
                    <a:pt x="49" y="477"/>
                    <a:pt x="53" y="478"/>
                  </a:cubicBezTo>
                  <a:cubicBezTo>
                    <a:pt x="57" y="479"/>
                    <a:pt x="60" y="482"/>
                    <a:pt x="54" y="486"/>
                  </a:cubicBezTo>
                  <a:cubicBezTo>
                    <a:pt x="49" y="489"/>
                    <a:pt x="56" y="496"/>
                    <a:pt x="53" y="501"/>
                  </a:cubicBezTo>
                  <a:cubicBezTo>
                    <a:pt x="50" y="505"/>
                    <a:pt x="46" y="510"/>
                    <a:pt x="49" y="515"/>
                  </a:cubicBezTo>
                  <a:cubicBezTo>
                    <a:pt x="51" y="520"/>
                    <a:pt x="46" y="519"/>
                    <a:pt x="45" y="526"/>
                  </a:cubicBezTo>
                  <a:cubicBezTo>
                    <a:pt x="45" y="533"/>
                    <a:pt x="49" y="533"/>
                    <a:pt x="46" y="535"/>
                  </a:cubicBezTo>
                  <a:cubicBezTo>
                    <a:pt x="43" y="536"/>
                    <a:pt x="50" y="541"/>
                    <a:pt x="46" y="542"/>
                  </a:cubicBezTo>
                  <a:cubicBezTo>
                    <a:pt x="42" y="543"/>
                    <a:pt x="44" y="548"/>
                    <a:pt x="47" y="553"/>
                  </a:cubicBezTo>
                  <a:cubicBezTo>
                    <a:pt x="49" y="557"/>
                    <a:pt x="41" y="555"/>
                    <a:pt x="38" y="558"/>
                  </a:cubicBezTo>
                  <a:cubicBezTo>
                    <a:pt x="34" y="561"/>
                    <a:pt x="41" y="565"/>
                    <a:pt x="39" y="570"/>
                  </a:cubicBezTo>
                  <a:cubicBezTo>
                    <a:pt x="37" y="574"/>
                    <a:pt x="31" y="567"/>
                    <a:pt x="28" y="565"/>
                  </a:cubicBezTo>
                  <a:cubicBezTo>
                    <a:pt x="25" y="563"/>
                    <a:pt x="32" y="558"/>
                    <a:pt x="36" y="553"/>
                  </a:cubicBezTo>
                  <a:cubicBezTo>
                    <a:pt x="39" y="548"/>
                    <a:pt x="32" y="538"/>
                    <a:pt x="26" y="540"/>
                  </a:cubicBezTo>
                  <a:cubicBezTo>
                    <a:pt x="20" y="543"/>
                    <a:pt x="32" y="549"/>
                    <a:pt x="32" y="554"/>
                  </a:cubicBezTo>
                  <a:cubicBezTo>
                    <a:pt x="32" y="559"/>
                    <a:pt x="22" y="553"/>
                    <a:pt x="23" y="559"/>
                  </a:cubicBezTo>
                  <a:cubicBezTo>
                    <a:pt x="23" y="564"/>
                    <a:pt x="16" y="562"/>
                    <a:pt x="13" y="566"/>
                  </a:cubicBezTo>
                  <a:cubicBezTo>
                    <a:pt x="9" y="570"/>
                    <a:pt x="17" y="573"/>
                    <a:pt x="13" y="575"/>
                  </a:cubicBezTo>
                  <a:cubicBezTo>
                    <a:pt x="9" y="576"/>
                    <a:pt x="3" y="581"/>
                    <a:pt x="2" y="585"/>
                  </a:cubicBezTo>
                  <a:cubicBezTo>
                    <a:pt x="2" y="589"/>
                    <a:pt x="7" y="590"/>
                    <a:pt x="7" y="586"/>
                  </a:cubicBezTo>
                  <a:cubicBezTo>
                    <a:pt x="7" y="582"/>
                    <a:pt x="13" y="581"/>
                    <a:pt x="15" y="586"/>
                  </a:cubicBezTo>
                  <a:cubicBezTo>
                    <a:pt x="17" y="591"/>
                    <a:pt x="20" y="586"/>
                    <a:pt x="25" y="587"/>
                  </a:cubicBezTo>
                  <a:cubicBezTo>
                    <a:pt x="31" y="588"/>
                    <a:pt x="30" y="597"/>
                    <a:pt x="27" y="596"/>
                  </a:cubicBezTo>
                  <a:cubicBezTo>
                    <a:pt x="24" y="596"/>
                    <a:pt x="20" y="601"/>
                    <a:pt x="21" y="607"/>
                  </a:cubicBezTo>
                  <a:cubicBezTo>
                    <a:pt x="22" y="613"/>
                    <a:pt x="33" y="607"/>
                    <a:pt x="38" y="609"/>
                  </a:cubicBezTo>
                  <a:cubicBezTo>
                    <a:pt x="42" y="610"/>
                    <a:pt x="41" y="618"/>
                    <a:pt x="38" y="616"/>
                  </a:cubicBezTo>
                  <a:cubicBezTo>
                    <a:pt x="35" y="613"/>
                    <a:pt x="29" y="608"/>
                    <a:pt x="26" y="613"/>
                  </a:cubicBezTo>
                  <a:cubicBezTo>
                    <a:pt x="24" y="618"/>
                    <a:pt x="19" y="615"/>
                    <a:pt x="16" y="614"/>
                  </a:cubicBezTo>
                  <a:cubicBezTo>
                    <a:pt x="12" y="612"/>
                    <a:pt x="0" y="620"/>
                    <a:pt x="4" y="624"/>
                  </a:cubicBezTo>
                  <a:cubicBezTo>
                    <a:pt x="8" y="627"/>
                    <a:pt x="8" y="632"/>
                    <a:pt x="11" y="631"/>
                  </a:cubicBezTo>
                  <a:cubicBezTo>
                    <a:pt x="13" y="631"/>
                    <a:pt x="18" y="629"/>
                    <a:pt x="19" y="626"/>
                  </a:cubicBezTo>
                  <a:cubicBezTo>
                    <a:pt x="21" y="623"/>
                    <a:pt x="26" y="620"/>
                    <a:pt x="27" y="627"/>
                  </a:cubicBezTo>
                  <a:cubicBezTo>
                    <a:pt x="27" y="634"/>
                    <a:pt x="19" y="630"/>
                    <a:pt x="18" y="634"/>
                  </a:cubicBezTo>
                  <a:cubicBezTo>
                    <a:pt x="16" y="638"/>
                    <a:pt x="13" y="641"/>
                    <a:pt x="8" y="645"/>
                  </a:cubicBezTo>
                  <a:cubicBezTo>
                    <a:pt x="4" y="648"/>
                    <a:pt x="8" y="654"/>
                    <a:pt x="12" y="652"/>
                  </a:cubicBezTo>
                  <a:cubicBezTo>
                    <a:pt x="16" y="650"/>
                    <a:pt x="11" y="657"/>
                    <a:pt x="16" y="658"/>
                  </a:cubicBezTo>
                  <a:cubicBezTo>
                    <a:pt x="22" y="658"/>
                    <a:pt x="23" y="654"/>
                    <a:pt x="22" y="651"/>
                  </a:cubicBezTo>
                  <a:cubicBezTo>
                    <a:pt x="21" y="647"/>
                    <a:pt x="25" y="638"/>
                    <a:pt x="29" y="642"/>
                  </a:cubicBezTo>
                  <a:cubicBezTo>
                    <a:pt x="34" y="647"/>
                    <a:pt x="27" y="651"/>
                    <a:pt x="27" y="655"/>
                  </a:cubicBezTo>
                  <a:cubicBezTo>
                    <a:pt x="27" y="659"/>
                    <a:pt x="24" y="664"/>
                    <a:pt x="24" y="668"/>
                  </a:cubicBezTo>
                  <a:cubicBezTo>
                    <a:pt x="24" y="672"/>
                    <a:pt x="19" y="670"/>
                    <a:pt x="20" y="675"/>
                  </a:cubicBezTo>
                  <a:cubicBezTo>
                    <a:pt x="20" y="679"/>
                    <a:pt x="9" y="676"/>
                    <a:pt x="14" y="679"/>
                  </a:cubicBezTo>
                  <a:cubicBezTo>
                    <a:pt x="19" y="683"/>
                    <a:pt x="11" y="687"/>
                    <a:pt x="13" y="690"/>
                  </a:cubicBezTo>
                  <a:cubicBezTo>
                    <a:pt x="16" y="693"/>
                    <a:pt x="18" y="686"/>
                    <a:pt x="23" y="687"/>
                  </a:cubicBezTo>
                  <a:cubicBezTo>
                    <a:pt x="27" y="689"/>
                    <a:pt x="26" y="690"/>
                    <a:pt x="32" y="688"/>
                  </a:cubicBezTo>
                  <a:cubicBezTo>
                    <a:pt x="37" y="685"/>
                    <a:pt x="40" y="692"/>
                    <a:pt x="35" y="694"/>
                  </a:cubicBezTo>
                  <a:cubicBezTo>
                    <a:pt x="30" y="695"/>
                    <a:pt x="25" y="701"/>
                    <a:pt x="27" y="702"/>
                  </a:cubicBezTo>
                  <a:cubicBezTo>
                    <a:pt x="29" y="703"/>
                    <a:pt x="36" y="698"/>
                    <a:pt x="38" y="703"/>
                  </a:cubicBezTo>
                  <a:cubicBezTo>
                    <a:pt x="39" y="708"/>
                    <a:pt x="43" y="706"/>
                    <a:pt x="43" y="701"/>
                  </a:cubicBezTo>
                  <a:cubicBezTo>
                    <a:pt x="44" y="695"/>
                    <a:pt x="53" y="700"/>
                    <a:pt x="55" y="705"/>
                  </a:cubicBezTo>
                  <a:cubicBezTo>
                    <a:pt x="56" y="710"/>
                    <a:pt x="45" y="712"/>
                    <a:pt x="39" y="711"/>
                  </a:cubicBezTo>
                  <a:cubicBezTo>
                    <a:pt x="33" y="710"/>
                    <a:pt x="30" y="717"/>
                    <a:pt x="34" y="722"/>
                  </a:cubicBezTo>
                  <a:cubicBezTo>
                    <a:pt x="38" y="727"/>
                    <a:pt x="43" y="722"/>
                    <a:pt x="47" y="717"/>
                  </a:cubicBezTo>
                  <a:cubicBezTo>
                    <a:pt x="51" y="713"/>
                    <a:pt x="72" y="714"/>
                    <a:pt x="74" y="719"/>
                  </a:cubicBezTo>
                  <a:cubicBezTo>
                    <a:pt x="76" y="724"/>
                    <a:pt x="64" y="720"/>
                    <a:pt x="63" y="722"/>
                  </a:cubicBezTo>
                  <a:cubicBezTo>
                    <a:pt x="62" y="725"/>
                    <a:pt x="53" y="728"/>
                    <a:pt x="52" y="724"/>
                  </a:cubicBezTo>
                  <a:cubicBezTo>
                    <a:pt x="51" y="721"/>
                    <a:pt x="43" y="726"/>
                    <a:pt x="42" y="731"/>
                  </a:cubicBezTo>
                  <a:cubicBezTo>
                    <a:pt x="42" y="736"/>
                    <a:pt x="36" y="736"/>
                    <a:pt x="43" y="738"/>
                  </a:cubicBezTo>
                  <a:cubicBezTo>
                    <a:pt x="50" y="740"/>
                    <a:pt x="48" y="730"/>
                    <a:pt x="59" y="731"/>
                  </a:cubicBezTo>
                  <a:cubicBezTo>
                    <a:pt x="70" y="732"/>
                    <a:pt x="76" y="721"/>
                    <a:pt x="79" y="727"/>
                  </a:cubicBezTo>
                  <a:cubicBezTo>
                    <a:pt x="82" y="733"/>
                    <a:pt x="70" y="739"/>
                    <a:pt x="65" y="735"/>
                  </a:cubicBezTo>
                  <a:cubicBezTo>
                    <a:pt x="61" y="731"/>
                    <a:pt x="56" y="737"/>
                    <a:pt x="56" y="743"/>
                  </a:cubicBezTo>
                  <a:cubicBezTo>
                    <a:pt x="57" y="749"/>
                    <a:pt x="44" y="742"/>
                    <a:pt x="38" y="741"/>
                  </a:cubicBezTo>
                  <a:cubicBezTo>
                    <a:pt x="31" y="740"/>
                    <a:pt x="34" y="747"/>
                    <a:pt x="40" y="753"/>
                  </a:cubicBezTo>
                  <a:cubicBezTo>
                    <a:pt x="45" y="758"/>
                    <a:pt x="48" y="752"/>
                    <a:pt x="55" y="756"/>
                  </a:cubicBezTo>
                  <a:cubicBezTo>
                    <a:pt x="61" y="760"/>
                    <a:pt x="61" y="765"/>
                    <a:pt x="66" y="761"/>
                  </a:cubicBezTo>
                  <a:cubicBezTo>
                    <a:pt x="71" y="757"/>
                    <a:pt x="66" y="757"/>
                    <a:pt x="63" y="755"/>
                  </a:cubicBezTo>
                  <a:cubicBezTo>
                    <a:pt x="60" y="753"/>
                    <a:pt x="63" y="746"/>
                    <a:pt x="70" y="750"/>
                  </a:cubicBezTo>
                  <a:cubicBezTo>
                    <a:pt x="77" y="753"/>
                    <a:pt x="86" y="747"/>
                    <a:pt x="84" y="737"/>
                  </a:cubicBezTo>
                  <a:cubicBezTo>
                    <a:pt x="81" y="728"/>
                    <a:pt x="90" y="724"/>
                    <a:pt x="99" y="721"/>
                  </a:cubicBezTo>
                  <a:cubicBezTo>
                    <a:pt x="108" y="717"/>
                    <a:pt x="104" y="726"/>
                    <a:pt x="97" y="729"/>
                  </a:cubicBezTo>
                  <a:cubicBezTo>
                    <a:pt x="90" y="732"/>
                    <a:pt x="89" y="734"/>
                    <a:pt x="94" y="739"/>
                  </a:cubicBezTo>
                  <a:cubicBezTo>
                    <a:pt x="99" y="745"/>
                    <a:pt x="106" y="736"/>
                    <a:pt x="110" y="740"/>
                  </a:cubicBezTo>
                  <a:cubicBezTo>
                    <a:pt x="115" y="744"/>
                    <a:pt x="103" y="744"/>
                    <a:pt x="101" y="748"/>
                  </a:cubicBezTo>
                  <a:cubicBezTo>
                    <a:pt x="99" y="752"/>
                    <a:pt x="108" y="757"/>
                    <a:pt x="101" y="760"/>
                  </a:cubicBezTo>
                  <a:cubicBezTo>
                    <a:pt x="95" y="764"/>
                    <a:pt x="98" y="748"/>
                    <a:pt x="94" y="746"/>
                  </a:cubicBezTo>
                  <a:cubicBezTo>
                    <a:pt x="90" y="744"/>
                    <a:pt x="86" y="748"/>
                    <a:pt x="90" y="757"/>
                  </a:cubicBezTo>
                  <a:cubicBezTo>
                    <a:pt x="94" y="766"/>
                    <a:pt x="86" y="758"/>
                    <a:pt x="82" y="754"/>
                  </a:cubicBezTo>
                  <a:cubicBezTo>
                    <a:pt x="78" y="749"/>
                    <a:pt x="72" y="756"/>
                    <a:pt x="77" y="760"/>
                  </a:cubicBezTo>
                  <a:cubicBezTo>
                    <a:pt x="82" y="765"/>
                    <a:pt x="68" y="760"/>
                    <a:pt x="68" y="767"/>
                  </a:cubicBezTo>
                  <a:cubicBezTo>
                    <a:pt x="68" y="775"/>
                    <a:pt x="74" y="769"/>
                    <a:pt x="81" y="770"/>
                  </a:cubicBezTo>
                  <a:cubicBezTo>
                    <a:pt x="88" y="772"/>
                    <a:pt x="85" y="782"/>
                    <a:pt x="90" y="786"/>
                  </a:cubicBezTo>
                  <a:cubicBezTo>
                    <a:pt x="95" y="790"/>
                    <a:pt x="91" y="773"/>
                    <a:pt x="96" y="772"/>
                  </a:cubicBezTo>
                  <a:cubicBezTo>
                    <a:pt x="102" y="771"/>
                    <a:pt x="97" y="785"/>
                    <a:pt x="109" y="789"/>
                  </a:cubicBezTo>
                  <a:cubicBezTo>
                    <a:pt x="121" y="792"/>
                    <a:pt x="110" y="786"/>
                    <a:pt x="115" y="782"/>
                  </a:cubicBezTo>
                  <a:cubicBezTo>
                    <a:pt x="121" y="778"/>
                    <a:pt x="128" y="794"/>
                    <a:pt x="133" y="796"/>
                  </a:cubicBezTo>
                  <a:cubicBezTo>
                    <a:pt x="139" y="797"/>
                    <a:pt x="135" y="789"/>
                    <a:pt x="131" y="784"/>
                  </a:cubicBezTo>
                  <a:cubicBezTo>
                    <a:pt x="127" y="779"/>
                    <a:pt x="135" y="782"/>
                    <a:pt x="141" y="784"/>
                  </a:cubicBezTo>
                  <a:cubicBezTo>
                    <a:pt x="147" y="786"/>
                    <a:pt x="152" y="787"/>
                    <a:pt x="153" y="782"/>
                  </a:cubicBezTo>
                  <a:cubicBezTo>
                    <a:pt x="153" y="781"/>
                    <a:pt x="155" y="781"/>
                    <a:pt x="156" y="781"/>
                  </a:cubicBezTo>
                  <a:cubicBezTo>
                    <a:pt x="150" y="777"/>
                    <a:pt x="129" y="780"/>
                    <a:pt x="126" y="780"/>
                  </a:cubicBezTo>
                  <a:cubicBezTo>
                    <a:pt x="123" y="779"/>
                    <a:pt x="126" y="732"/>
                    <a:pt x="126" y="722"/>
                  </a:cubicBezTo>
                  <a:cubicBezTo>
                    <a:pt x="126" y="721"/>
                    <a:pt x="125" y="721"/>
                    <a:pt x="125" y="721"/>
                  </a:cubicBezTo>
                  <a:cubicBezTo>
                    <a:pt x="120" y="721"/>
                    <a:pt x="108" y="722"/>
                    <a:pt x="110" y="715"/>
                  </a:cubicBezTo>
                  <a:cubicBezTo>
                    <a:pt x="111" y="713"/>
                    <a:pt x="111" y="713"/>
                    <a:pt x="112" y="712"/>
                  </a:cubicBezTo>
                  <a:cubicBezTo>
                    <a:pt x="110" y="710"/>
                    <a:pt x="107" y="708"/>
                    <a:pt x="103" y="707"/>
                  </a:cubicBezTo>
                  <a:cubicBezTo>
                    <a:pt x="95" y="704"/>
                    <a:pt x="76" y="707"/>
                    <a:pt x="72" y="70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2" name="Google Shape;222;p31"/>
            <p:cNvSpPr/>
            <p:nvPr/>
          </p:nvSpPr>
          <p:spPr>
            <a:xfrm>
              <a:off x="3306879" y="3725987"/>
              <a:ext cx="200032" cy="196857"/>
            </a:xfrm>
            <a:custGeom>
              <a:avLst/>
              <a:gdLst/>
              <a:ahLst/>
              <a:cxnLst/>
              <a:rect l="l" t="t" r="r" b="b"/>
              <a:pathLst>
                <a:path w="156" h="157" extrusionOk="0">
                  <a:moveTo>
                    <a:pt x="150" y="85"/>
                  </a:moveTo>
                  <a:cubicBezTo>
                    <a:pt x="144" y="82"/>
                    <a:pt x="137" y="88"/>
                    <a:pt x="135" y="88"/>
                  </a:cubicBezTo>
                  <a:cubicBezTo>
                    <a:pt x="133" y="88"/>
                    <a:pt x="128" y="74"/>
                    <a:pt x="127" y="69"/>
                  </a:cubicBezTo>
                  <a:cubicBezTo>
                    <a:pt x="125" y="63"/>
                    <a:pt x="119" y="51"/>
                    <a:pt x="114" y="54"/>
                  </a:cubicBezTo>
                  <a:cubicBezTo>
                    <a:pt x="110" y="56"/>
                    <a:pt x="111" y="53"/>
                    <a:pt x="99" y="52"/>
                  </a:cubicBezTo>
                  <a:cubicBezTo>
                    <a:pt x="87" y="52"/>
                    <a:pt x="87" y="49"/>
                    <a:pt x="90" y="38"/>
                  </a:cubicBezTo>
                  <a:cubicBezTo>
                    <a:pt x="93" y="26"/>
                    <a:pt x="82" y="19"/>
                    <a:pt x="87" y="16"/>
                  </a:cubicBezTo>
                  <a:cubicBezTo>
                    <a:pt x="90" y="14"/>
                    <a:pt x="90" y="12"/>
                    <a:pt x="86" y="7"/>
                  </a:cubicBezTo>
                  <a:cubicBezTo>
                    <a:pt x="85" y="7"/>
                    <a:pt x="84" y="8"/>
                    <a:pt x="83" y="8"/>
                  </a:cubicBezTo>
                  <a:cubicBezTo>
                    <a:pt x="79" y="8"/>
                    <a:pt x="74" y="0"/>
                    <a:pt x="66" y="0"/>
                  </a:cubicBezTo>
                  <a:cubicBezTo>
                    <a:pt x="59" y="0"/>
                    <a:pt x="51" y="0"/>
                    <a:pt x="46" y="2"/>
                  </a:cubicBezTo>
                  <a:cubicBezTo>
                    <a:pt x="41" y="5"/>
                    <a:pt x="31" y="2"/>
                    <a:pt x="25" y="6"/>
                  </a:cubicBezTo>
                  <a:cubicBezTo>
                    <a:pt x="18" y="10"/>
                    <a:pt x="11" y="19"/>
                    <a:pt x="11" y="23"/>
                  </a:cubicBezTo>
                  <a:cubicBezTo>
                    <a:pt x="12" y="26"/>
                    <a:pt x="9" y="49"/>
                    <a:pt x="6" y="50"/>
                  </a:cubicBezTo>
                  <a:cubicBezTo>
                    <a:pt x="5" y="50"/>
                    <a:pt x="3" y="50"/>
                    <a:pt x="0" y="50"/>
                  </a:cubicBezTo>
                  <a:cubicBezTo>
                    <a:pt x="4" y="57"/>
                    <a:pt x="16" y="70"/>
                    <a:pt x="24" y="75"/>
                  </a:cubicBezTo>
                  <a:cubicBezTo>
                    <a:pt x="34" y="81"/>
                    <a:pt x="33" y="86"/>
                    <a:pt x="44" y="87"/>
                  </a:cubicBezTo>
                  <a:cubicBezTo>
                    <a:pt x="55" y="88"/>
                    <a:pt x="60" y="92"/>
                    <a:pt x="64" y="97"/>
                  </a:cubicBezTo>
                  <a:cubicBezTo>
                    <a:pt x="67" y="102"/>
                    <a:pt x="94" y="110"/>
                    <a:pt x="96" y="114"/>
                  </a:cubicBezTo>
                  <a:cubicBezTo>
                    <a:pt x="99" y="117"/>
                    <a:pt x="83" y="128"/>
                    <a:pt x="83" y="137"/>
                  </a:cubicBezTo>
                  <a:cubicBezTo>
                    <a:pt x="83" y="147"/>
                    <a:pt x="77" y="146"/>
                    <a:pt x="77" y="149"/>
                  </a:cubicBezTo>
                  <a:cubicBezTo>
                    <a:pt x="77" y="152"/>
                    <a:pt x="89" y="150"/>
                    <a:pt x="93" y="153"/>
                  </a:cubicBezTo>
                  <a:cubicBezTo>
                    <a:pt x="97" y="155"/>
                    <a:pt x="105" y="151"/>
                    <a:pt x="110" y="154"/>
                  </a:cubicBezTo>
                  <a:cubicBezTo>
                    <a:pt x="115" y="157"/>
                    <a:pt x="121" y="150"/>
                    <a:pt x="126" y="151"/>
                  </a:cubicBezTo>
                  <a:cubicBezTo>
                    <a:pt x="130" y="152"/>
                    <a:pt x="134" y="144"/>
                    <a:pt x="139" y="144"/>
                  </a:cubicBezTo>
                  <a:cubicBezTo>
                    <a:pt x="145" y="145"/>
                    <a:pt x="149" y="126"/>
                    <a:pt x="148" y="118"/>
                  </a:cubicBezTo>
                  <a:cubicBezTo>
                    <a:pt x="147" y="111"/>
                    <a:pt x="156" y="88"/>
                    <a:pt x="150" y="8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3" name="Google Shape;223;p31"/>
            <p:cNvSpPr/>
            <p:nvPr/>
          </p:nvSpPr>
          <p:spPr>
            <a:xfrm>
              <a:off x="2940153" y="3008413"/>
              <a:ext cx="271472" cy="376250"/>
            </a:xfrm>
            <a:custGeom>
              <a:avLst/>
              <a:gdLst/>
              <a:ahLst/>
              <a:cxnLst/>
              <a:rect l="l" t="t" r="r" b="b"/>
              <a:pathLst>
                <a:path w="211" h="301" extrusionOk="0">
                  <a:moveTo>
                    <a:pt x="32" y="219"/>
                  </a:moveTo>
                  <a:cubicBezTo>
                    <a:pt x="37" y="222"/>
                    <a:pt x="44" y="222"/>
                    <a:pt x="46" y="219"/>
                  </a:cubicBezTo>
                  <a:cubicBezTo>
                    <a:pt x="47" y="217"/>
                    <a:pt x="52" y="222"/>
                    <a:pt x="58" y="229"/>
                  </a:cubicBezTo>
                  <a:cubicBezTo>
                    <a:pt x="59" y="230"/>
                    <a:pt x="59" y="230"/>
                    <a:pt x="59" y="230"/>
                  </a:cubicBezTo>
                  <a:cubicBezTo>
                    <a:pt x="65" y="229"/>
                    <a:pt x="72" y="228"/>
                    <a:pt x="74" y="230"/>
                  </a:cubicBezTo>
                  <a:cubicBezTo>
                    <a:pt x="79" y="233"/>
                    <a:pt x="78" y="244"/>
                    <a:pt x="85" y="244"/>
                  </a:cubicBezTo>
                  <a:cubicBezTo>
                    <a:pt x="92" y="245"/>
                    <a:pt x="96" y="252"/>
                    <a:pt x="96" y="255"/>
                  </a:cubicBezTo>
                  <a:cubicBezTo>
                    <a:pt x="95" y="259"/>
                    <a:pt x="103" y="261"/>
                    <a:pt x="103" y="267"/>
                  </a:cubicBezTo>
                  <a:cubicBezTo>
                    <a:pt x="102" y="272"/>
                    <a:pt x="120" y="271"/>
                    <a:pt x="123" y="269"/>
                  </a:cubicBezTo>
                  <a:cubicBezTo>
                    <a:pt x="125" y="267"/>
                    <a:pt x="130" y="266"/>
                    <a:pt x="133" y="268"/>
                  </a:cubicBezTo>
                  <a:cubicBezTo>
                    <a:pt x="136" y="270"/>
                    <a:pt x="142" y="266"/>
                    <a:pt x="145" y="267"/>
                  </a:cubicBezTo>
                  <a:cubicBezTo>
                    <a:pt x="148" y="268"/>
                    <a:pt x="160" y="273"/>
                    <a:pt x="158" y="278"/>
                  </a:cubicBezTo>
                  <a:cubicBezTo>
                    <a:pt x="155" y="282"/>
                    <a:pt x="147" y="289"/>
                    <a:pt x="149" y="292"/>
                  </a:cubicBezTo>
                  <a:cubicBezTo>
                    <a:pt x="150" y="295"/>
                    <a:pt x="157" y="297"/>
                    <a:pt x="159" y="301"/>
                  </a:cubicBezTo>
                  <a:cubicBezTo>
                    <a:pt x="159" y="301"/>
                    <a:pt x="160" y="301"/>
                    <a:pt x="160" y="301"/>
                  </a:cubicBezTo>
                  <a:cubicBezTo>
                    <a:pt x="165" y="300"/>
                    <a:pt x="167" y="282"/>
                    <a:pt x="167" y="277"/>
                  </a:cubicBezTo>
                  <a:cubicBezTo>
                    <a:pt x="167" y="271"/>
                    <a:pt x="169" y="258"/>
                    <a:pt x="170" y="253"/>
                  </a:cubicBezTo>
                  <a:cubicBezTo>
                    <a:pt x="173" y="242"/>
                    <a:pt x="159" y="235"/>
                    <a:pt x="159" y="224"/>
                  </a:cubicBezTo>
                  <a:cubicBezTo>
                    <a:pt x="159" y="213"/>
                    <a:pt x="165" y="219"/>
                    <a:pt x="171" y="214"/>
                  </a:cubicBezTo>
                  <a:cubicBezTo>
                    <a:pt x="177" y="210"/>
                    <a:pt x="171" y="208"/>
                    <a:pt x="168" y="207"/>
                  </a:cubicBezTo>
                  <a:cubicBezTo>
                    <a:pt x="164" y="207"/>
                    <a:pt x="162" y="201"/>
                    <a:pt x="163" y="198"/>
                  </a:cubicBezTo>
                  <a:cubicBezTo>
                    <a:pt x="164" y="194"/>
                    <a:pt x="183" y="196"/>
                    <a:pt x="190" y="196"/>
                  </a:cubicBezTo>
                  <a:cubicBezTo>
                    <a:pt x="196" y="196"/>
                    <a:pt x="209" y="190"/>
                    <a:pt x="209" y="189"/>
                  </a:cubicBezTo>
                  <a:cubicBezTo>
                    <a:pt x="210" y="188"/>
                    <a:pt x="211" y="184"/>
                    <a:pt x="206" y="180"/>
                  </a:cubicBezTo>
                  <a:cubicBezTo>
                    <a:pt x="201" y="176"/>
                    <a:pt x="203" y="171"/>
                    <a:pt x="207" y="167"/>
                  </a:cubicBezTo>
                  <a:cubicBezTo>
                    <a:pt x="211" y="163"/>
                    <a:pt x="205" y="158"/>
                    <a:pt x="200" y="153"/>
                  </a:cubicBezTo>
                  <a:cubicBezTo>
                    <a:pt x="195" y="148"/>
                    <a:pt x="199" y="130"/>
                    <a:pt x="204" y="121"/>
                  </a:cubicBezTo>
                  <a:cubicBezTo>
                    <a:pt x="210" y="112"/>
                    <a:pt x="193" y="114"/>
                    <a:pt x="184" y="115"/>
                  </a:cubicBezTo>
                  <a:cubicBezTo>
                    <a:pt x="174" y="117"/>
                    <a:pt x="165" y="113"/>
                    <a:pt x="159" y="105"/>
                  </a:cubicBezTo>
                  <a:cubicBezTo>
                    <a:pt x="153" y="97"/>
                    <a:pt x="144" y="102"/>
                    <a:pt x="129" y="102"/>
                  </a:cubicBezTo>
                  <a:cubicBezTo>
                    <a:pt x="114" y="102"/>
                    <a:pt x="117" y="85"/>
                    <a:pt x="117" y="79"/>
                  </a:cubicBezTo>
                  <a:cubicBezTo>
                    <a:pt x="118" y="72"/>
                    <a:pt x="110" y="71"/>
                    <a:pt x="110" y="67"/>
                  </a:cubicBezTo>
                  <a:cubicBezTo>
                    <a:pt x="110" y="63"/>
                    <a:pt x="105" y="63"/>
                    <a:pt x="101" y="63"/>
                  </a:cubicBezTo>
                  <a:cubicBezTo>
                    <a:pt x="97" y="64"/>
                    <a:pt x="101" y="59"/>
                    <a:pt x="104" y="55"/>
                  </a:cubicBezTo>
                  <a:cubicBezTo>
                    <a:pt x="107" y="52"/>
                    <a:pt x="106" y="49"/>
                    <a:pt x="107" y="42"/>
                  </a:cubicBezTo>
                  <a:cubicBezTo>
                    <a:pt x="107" y="35"/>
                    <a:pt x="117" y="29"/>
                    <a:pt x="122" y="22"/>
                  </a:cubicBezTo>
                  <a:cubicBezTo>
                    <a:pt x="123" y="21"/>
                    <a:pt x="125" y="19"/>
                    <a:pt x="127" y="19"/>
                  </a:cubicBezTo>
                  <a:cubicBezTo>
                    <a:pt x="128" y="17"/>
                    <a:pt x="129" y="16"/>
                    <a:pt x="132" y="15"/>
                  </a:cubicBezTo>
                  <a:cubicBezTo>
                    <a:pt x="140" y="14"/>
                    <a:pt x="143" y="9"/>
                    <a:pt x="136" y="4"/>
                  </a:cubicBezTo>
                  <a:cubicBezTo>
                    <a:pt x="129" y="0"/>
                    <a:pt x="124" y="13"/>
                    <a:pt x="116" y="14"/>
                  </a:cubicBezTo>
                  <a:cubicBezTo>
                    <a:pt x="108" y="15"/>
                    <a:pt x="106" y="20"/>
                    <a:pt x="101" y="23"/>
                  </a:cubicBezTo>
                  <a:cubicBezTo>
                    <a:pt x="95" y="26"/>
                    <a:pt x="85" y="23"/>
                    <a:pt x="85" y="28"/>
                  </a:cubicBezTo>
                  <a:cubicBezTo>
                    <a:pt x="84" y="33"/>
                    <a:pt x="81" y="28"/>
                    <a:pt x="77" y="27"/>
                  </a:cubicBezTo>
                  <a:cubicBezTo>
                    <a:pt x="72" y="26"/>
                    <a:pt x="60" y="36"/>
                    <a:pt x="60" y="42"/>
                  </a:cubicBezTo>
                  <a:cubicBezTo>
                    <a:pt x="61" y="48"/>
                    <a:pt x="62" y="53"/>
                    <a:pt x="54" y="59"/>
                  </a:cubicBezTo>
                  <a:cubicBezTo>
                    <a:pt x="45" y="64"/>
                    <a:pt x="40" y="74"/>
                    <a:pt x="36" y="79"/>
                  </a:cubicBezTo>
                  <a:cubicBezTo>
                    <a:pt x="35" y="81"/>
                    <a:pt x="34" y="81"/>
                    <a:pt x="32" y="80"/>
                  </a:cubicBezTo>
                  <a:cubicBezTo>
                    <a:pt x="32" y="83"/>
                    <a:pt x="31" y="85"/>
                    <a:pt x="30" y="86"/>
                  </a:cubicBezTo>
                  <a:cubicBezTo>
                    <a:pt x="28" y="87"/>
                    <a:pt x="23" y="92"/>
                    <a:pt x="18" y="97"/>
                  </a:cubicBezTo>
                  <a:cubicBezTo>
                    <a:pt x="20" y="99"/>
                    <a:pt x="22" y="101"/>
                    <a:pt x="24" y="103"/>
                  </a:cubicBezTo>
                  <a:cubicBezTo>
                    <a:pt x="29" y="108"/>
                    <a:pt x="26" y="113"/>
                    <a:pt x="27" y="116"/>
                  </a:cubicBezTo>
                  <a:cubicBezTo>
                    <a:pt x="29" y="119"/>
                    <a:pt x="30" y="124"/>
                    <a:pt x="27" y="126"/>
                  </a:cubicBezTo>
                  <a:cubicBezTo>
                    <a:pt x="24" y="128"/>
                    <a:pt x="27" y="150"/>
                    <a:pt x="30" y="153"/>
                  </a:cubicBezTo>
                  <a:cubicBezTo>
                    <a:pt x="34" y="157"/>
                    <a:pt x="30" y="161"/>
                    <a:pt x="26" y="169"/>
                  </a:cubicBezTo>
                  <a:cubicBezTo>
                    <a:pt x="23" y="176"/>
                    <a:pt x="19" y="180"/>
                    <a:pt x="12" y="180"/>
                  </a:cubicBezTo>
                  <a:cubicBezTo>
                    <a:pt x="5" y="181"/>
                    <a:pt x="5" y="192"/>
                    <a:pt x="3" y="192"/>
                  </a:cubicBezTo>
                  <a:cubicBezTo>
                    <a:pt x="1" y="192"/>
                    <a:pt x="0" y="196"/>
                    <a:pt x="0" y="199"/>
                  </a:cubicBezTo>
                  <a:cubicBezTo>
                    <a:pt x="6" y="205"/>
                    <a:pt x="18" y="211"/>
                    <a:pt x="21" y="211"/>
                  </a:cubicBezTo>
                  <a:cubicBezTo>
                    <a:pt x="25" y="211"/>
                    <a:pt x="27" y="217"/>
                    <a:pt x="32" y="21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4" name="Google Shape;224;p31"/>
            <p:cNvSpPr/>
            <p:nvPr/>
          </p:nvSpPr>
          <p:spPr>
            <a:xfrm>
              <a:off x="3152886" y="3506905"/>
              <a:ext cx="277822" cy="307985"/>
            </a:xfrm>
            <a:custGeom>
              <a:avLst/>
              <a:gdLst/>
              <a:ahLst/>
              <a:cxnLst/>
              <a:rect l="l" t="t" r="r" b="b"/>
              <a:pathLst>
                <a:path w="216" h="245" extrusionOk="0">
                  <a:moveTo>
                    <a:pt x="214" y="147"/>
                  </a:moveTo>
                  <a:cubicBezTo>
                    <a:pt x="211" y="139"/>
                    <a:pt x="203" y="138"/>
                    <a:pt x="203" y="130"/>
                  </a:cubicBezTo>
                  <a:cubicBezTo>
                    <a:pt x="203" y="121"/>
                    <a:pt x="200" y="120"/>
                    <a:pt x="189" y="121"/>
                  </a:cubicBezTo>
                  <a:cubicBezTo>
                    <a:pt x="177" y="121"/>
                    <a:pt x="170" y="119"/>
                    <a:pt x="169" y="112"/>
                  </a:cubicBezTo>
                  <a:cubicBezTo>
                    <a:pt x="169" y="105"/>
                    <a:pt x="162" y="100"/>
                    <a:pt x="167" y="97"/>
                  </a:cubicBezTo>
                  <a:cubicBezTo>
                    <a:pt x="172" y="95"/>
                    <a:pt x="163" y="90"/>
                    <a:pt x="165" y="84"/>
                  </a:cubicBezTo>
                  <a:cubicBezTo>
                    <a:pt x="166" y="77"/>
                    <a:pt x="161" y="75"/>
                    <a:pt x="158" y="72"/>
                  </a:cubicBezTo>
                  <a:cubicBezTo>
                    <a:pt x="154" y="68"/>
                    <a:pt x="138" y="73"/>
                    <a:pt x="138" y="67"/>
                  </a:cubicBezTo>
                  <a:cubicBezTo>
                    <a:pt x="138" y="62"/>
                    <a:pt x="129" y="61"/>
                    <a:pt x="124" y="61"/>
                  </a:cubicBezTo>
                  <a:cubicBezTo>
                    <a:pt x="119" y="61"/>
                    <a:pt x="122" y="54"/>
                    <a:pt x="117" y="54"/>
                  </a:cubicBezTo>
                  <a:cubicBezTo>
                    <a:pt x="111" y="55"/>
                    <a:pt x="112" y="51"/>
                    <a:pt x="104" y="52"/>
                  </a:cubicBezTo>
                  <a:cubicBezTo>
                    <a:pt x="96" y="53"/>
                    <a:pt x="92" y="49"/>
                    <a:pt x="83" y="39"/>
                  </a:cubicBezTo>
                  <a:cubicBezTo>
                    <a:pt x="75" y="29"/>
                    <a:pt x="76" y="10"/>
                    <a:pt x="77" y="5"/>
                  </a:cubicBezTo>
                  <a:cubicBezTo>
                    <a:pt x="79" y="0"/>
                    <a:pt x="68" y="4"/>
                    <a:pt x="61" y="4"/>
                  </a:cubicBezTo>
                  <a:cubicBezTo>
                    <a:pt x="54" y="4"/>
                    <a:pt x="47" y="9"/>
                    <a:pt x="40" y="13"/>
                  </a:cubicBezTo>
                  <a:cubicBezTo>
                    <a:pt x="33" y="17"/>
                    <a:pt x="28" y="17"/>
                    <a:pt x="25" y="21"/>
                  </a:cubicBezTo>
                  <a:cubicBezTo>
                    <a:pt x="21" y="25"/>
                    <a:pt x="15" y="27"/>
                    <a:pt x="10" y="25"/>
                  </a:cubicBezTo>
                  <a:cubicBezTo>
                    <a:pt x="8" y="24"/>
                    <a:pt x="6" y="24"/>
                    <a:pt x="4" y="23"/>
                  </a:cubicBezTo>
                  <a:cubicBezTo>
                    <a:pt x="7" y="31"/>
                    <a:pt x="14" y="44"/>
                    <a:pt x="16" y="48"/>
                  </a:cubicBezTo>
                  <a:cubicBezTo>
                    <a:pt x="18" y="54"/>
                    <a:pt x="13" y="55"/>
                    <a:pt x="11" y="58"/>
                  </a:cubicBezTo>
                  <a:cubicBezTo>
                    <a:pt x="9" y="60"/>
                    <a:pt x="12" y="78"/>
                    <a:pt x="13" y="83"/>
                  </a:cubicBezTo>
                  <a:cubicBezTo>
                    <a:pt x="13" y="87"/>
                    <a:pt x="5" y="95"/>
                    <a:pt x="9" y="97"/>
                  </a:cubicBezTo>
                  <a:cubicBezTo>
                    <a:pt x="12" y="100"/>
                    <a:pt x="4" y="108"/>
                    <a:pt x="4" y="112"/>
                  </a:cubicBezTo>
                  <a:cubicBezTo>
                    <a:pt x="4" y="117"/>
                    <a:pt x="11" y="117"/>
                    <a:pt x="11" y="121"/>
                  </a:cubicBezTo>
                  <a:cubicBezTo>
                    <a:pt x="11" y="124"/>
                    <a:pt x="5" y="133"/>
                    <a:pt x="2" y="135"/>
                  </a:cubicBezTo>
                  <a:cubicBezTo>
                    <a:pt x="0" y="136"/>
                    <a:pt x="0" y="139"/>
                    <a:pt x="0" y="142"/>
                  </a:cubicBezTo>
                  <a:cubicBezTo>
                    <a:pt x="1" y="142"/>
                    <a:pt x="2" y="146"/>
                    <a:pt x="8" y="150"/>
                  </a:cubicBezTo>
                  <a:cubicBezTo>
                    <a:pt x="14" y="155"/>
                    <a:pt x="7" y="163"/>
                    <a:pt x="12" y="169"/>
                  </a:cubicBezTo>
                  <a:cubicBezTo>
                    <a:pt x="17" y="175"/>
                    <a:pt x="23" y="176"/>
                    <a:pt x="19" y="179"/>
                  </a:cubicBezTo>
                  <a:cubicBezTo>
                    <a:pt x="15" y="182"/>
                    <a:pt x="20" y="188"/>
                    <a:pt x="15" y="192"/>
                  </a:cubicBezTo>
                  <a:cubicBezTo>
                    <a:pt x="11" y="195"/>
                    <a:pt x="17" y="204"/>
                    <a:pt x="22" y="206"/>
                  </a:cubicBezTo>
                  <a:cubicBezTo>
                    <a:pt x="26" y="208"/>
                    <a:pt x="23" y="218"/>
                    <a:pt x="28" y="222"/>
                  </a:cubicBezTo>
                  <a:cubicBezTo>
                    <a:pt x="33" y="227"/>
                    <a:pt x="31" y="238"/>
                    <a:pt x="32" y="242"/>
                  </a:cubicBezTo>
                  <a:cubicBezTo>
                    <a:pt x="34" y="245"/>
                    <a:pt x="48" y="236"/>
                    <a:pt x="56" y="228"/>
                  </a:cubicBezTo>
                  <a:cubicBezTo>
                    <a:pt x="64" y="219"/>
                    <a:pt x="64" y="226"/>
                    <a:pt x="72" y="227"/>
                  </a:cubicBezTo>
                  <a:cubicBezTo>
                    <a:pt x="80" y="228"/>
                    <a:pt x="88" y="228"/>
                    <a:pt x="92" y="235"/>
                  </a:cubicBezTo>
                  <a:cubicBezTo>
                    <a:pt x="96" y="243"/>
                    <a:pt x="100" y="228"/>
                    <a:pt x="102" y="225"/>
                  </a:cubicBezTo>
                  <a:cubicBezTo>
                    <a:pt x="105" y="222"/>
                    <a:pt x="123" y="226"/>
                    <a:pt x="126" y="225"/>
                  </a:cubicBezTo>
                  <a:cubicBezTo>
                    <a:pt x="129" y="224"/>
                    <a:pt x="132" y="201"/>
                    <a:pt x="131" y="198"/>
                  </a:cubicBezTo>
                  <a:cubicBezTo>
                    <a:pt x="131" y="194"/>
                    <a:pt x="138" y="185"/>
                    <a:pt x="145" y="181"/>
                  </a:cubicBezTo>
                  <a:cubicBezTo>
                    <a:pt x="151" y="177"/>
                    <a:pt x="161" y="180"/>
                    <a:pt x="166" y="177"/>
                  </a:cubicBezTo>
                  <a:cubicBezTo>
                    <a:pt x="171" y="175"/>
                    <a:pt x="179" y="175"/>
                    <a:pt x="186" y="175"/>
                  </a:cubicBezTo>
                  <a:cubicBezTo>
                    <a:pt x="194" y="175"/>
                    <a:pt x="199" y="183"/>
                    <a:pt x="203" y="183"/>
                  </a:cubicBezTo>
                  <a:cubicBezTo>
                    <a:pt x="207" y="183"/>
                    <a:pt x="212" y="176"/>
                    <a:pt x="211" y="170"/>
                  </a:cubicBezTo>
                  <a:cubicBezTo>
                    <a:pt x="210" y="163"/>
                    <a:pt x="216" y="155"/>
                    <a:pt x="214" y="14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5" name="Google Shape;225;p31"/>
            <p:cNvSpPr/>
            <p:nvPr/>
          </p:nvSpPr>
          <p:spPr>
            <a:xfrm>
              <a:off x="2883001" y="3292585"/>
              <a:ext cx="293698" cy="414351"/>
            </a:xfrm>
            <a:custGeom>
              <a:avLst/>
              <a:gdLst/>
              <a:ahLst/>
              <a:cxnLst/>
              <a:rect l="l" t="t" r="r" b="b"/>
              <a:pathLst>
                <a:path w="228" h="330" extrusionOk="0">
                  <a:moveTo>
                    <a:pt x="210" y="314"/>
                  </a:moveTo>
                  <a:cubicBezTo>
                    <a:pt x="210" y="313"/>
                    <a:pt x="210" y="313"/>
                    <a:pt x="210" y="313"/>
                  </a:cubicBezTo>
                  <a:cubicBezTo>
                    <a:pt x="210" y="310"/>
                    <a:pt x="210" y="307"/>
                    <a:pt x="212" y="306"/>
                  </a:cubicBezTo>
                  <a:cubicBezTo>
                    <a:pt x="215" y="304"/>
                    <a:pt x="221" y="295"/>
                    <a:pt x="221" y="292"/>
                  </a:cubicBezTo>
                  <a:cubicBezTo>
                    <a:pt x="221" y="288"/>
                    <a:pt x="214" y="288"/>
                    <a:pt x="214" y="283"/>
                  </a:cubicBezTo>
                  <a:cubicBezTo>
                    <a:pt x="214" y="279"/>
                    <a:pt x="222" y="271"/>
                    <a:pt x="219" y="268"/>
                  </a:cubicBezTo>
                  <a:cubicBezTo>
                    <a:pt x="215" y="266"/>
                    <a:pt x="223" y="258"/>
                    <a:pt x="223" y="254"/>
                  </a:cubicBezTo>
                  <a:cubicBezTo>
                    <a:pt x="222" y="249"/>
                    <a:pt x="219" y="231"/>
                    <a:pt x="221" y="229"/>
                  </a:cubicBezTo>
                  <a:cubicBezTo>
                    <a:pt x="223" y="226"/>
                    <a:pt x="228" y="225"/>
                    <a:pt x="226" y="219"/>
                  </a:cubicBezTo>
                  <a:cubicBezTo>
                    <a:pt x="224" y="215"/>
                    <a:pt x="217" y="202"/>
                    <a:pt x="214" y="194"/>
                  </a:cubicBezTo>
                  <a:cubicBezTo>
                    <a:pt x="208" y="194"/>
                    <a:pt x="201" y="194"/>
                    <a:pt x="197" y="195"/>
                  </a:cubicBezTo>
                  <a:cubicBezTo>
                    <a:pt x="191" y="197"/>
                    <a:pt x="193" y="179"/>
                    <a:pt x="193" y="172"/>
                  </a:cubicBezTo>
                  <a:cubicBezTo>
                    <a:pt x="193" y="165"/>
                    <a:pt x="187" y="169"/>
                    <a:pt x="185" y="174"/>
                  </a:cubicBezTo>
                  <a:cubicBezTo>
                    <a:pt x="183" y="178"/>
                    <a:pt x="174" y="176"/>
                    <a:pt x="166" y="176"/>
                  </a:cubicBezTo>
                  <a:cubicBezTo>
                    <a:pt x="158" y="176"/>
                    <a:pt x="162" y="166"/>
                    <a:pt x="157" y="166"/>
                  </a:cubicBezTo>
                  <a:cubicBezTo>
                    <a:pt x="151" y="167"/>
                    <a:pt x="147" y="165"/>
                    <a:pt x="148" y="160"/>
                  </a:cubicBezTo>
                  <a:cubicBezTo>
                    <a:pt x="148" y="154"/>
                    <a:pt x="144" y="150"/>
                    <a:pt x="140" y="145"/>
                  </a:cubicBezTo>
                  <a:cubicBezTo>
                    <a:pt x="137" y="139"/>
                    <a:pt x="133" y="133"/>
                    <a:pt x="136" y="129"/>
                  </a:cubicBezTo>
                  <a:cubicBezTo>
                    <a:pt x="139" y="126"/>
                    <a:pt x="134" y="123"/>
                    <a:pt x="138" y="118"/>
                  </a:cubicBezTo>
                  <a:cubicBezTo>
                    <a:pt x="143" y="113"/>
                    <a:pt x="148" y="115"/>
                    <a:pt x="146" y="109"/>
                  </a:cubicBezTo>
                  <a:cubicBezTo>
                    <a:pt x="145" y="102"/>
                    <a:pt x="151" y="99"/>
                    <a:pt x="152" y="92"/>
                  </a:cubicBezTo>
                  <a:cubicBezTo>
                    <a:pt x="152" y="85"/>
                    <a:pt x="160" y="87"/>
                    <a:pt x="167" y="81"/>
                  </a:cubicBezTo>
                  <a:cubicBezTo>
                    <a:pt x="175" y="76"/>
                    <a:pt x="183" y="79"/>
                    <a:pt x="189" y="74"/>
                  </a:cubicBezTo>
                  <a:cubicBezTo>
                    <a:pt x="195" y="69"/>
                    <a:pt x="199" y="73"/>
                    <a:pt x="203" y="73"/>
                  </a:cubicBezTo>
                  <a:cubicBezTo>
                    <a:pt x="201" y="69"/>
                    <a:pt x="194" y="67"/>
                    <a:pt x="193" y="64"/>
                  </a:cubicBezTo>
                  <a:cubicBezTo>
                    <a:pt x="191" y="61"/>
                    <a:pt x="199" y="54"/>
                    <a:pt x="202" y="50"/>
                  </a:cubicBezTo>
                  <a:cubicBezTo>
                    <a:pt x="204" y="45"/>
                    <a:pt x="192" y="40"/>
                    <a:pt x="189" y="39"/>
                  </a:cubicBezTo>
                  <a:cubicBezTo>
                    <a:pt x="186" y="38"/>
                    <a:pt x="180" y="42"/>
                    <a:pt x="177" y="40"/>
                  </a:cubicBezTo>
                  <a:cubicBezTo>
                    <a:pt x="174" y="38"/>
                    <a:pt x="169" y="39"/>
                    <a:pt x="167" y="41"/>
                  </a:cubicBezTo>
                  <a:cubicBezTo>
                    <a:pt x="164" y="43"/>
                    <a:pt x="146" y="44"/>
                    <a:pt x="147" y="39"/>
                  </a:cubicBezTo>
                  <a:cubicBezTo>
                    <a:pt x="147" y="33"/>
                    <a:pt x="139" y="31"/>
                    <a:pt x="140" y="27"/>
                  </a:cubicBezTo>
                  <a:cubicBezTo>
                    <a:pt x="140" y="24"/>
                    <a:pt x="136" y="17"/>
                    <a:pt x="129" y="16"/>
                  </a:cubicBezTo>
                  <a:cubicBezTo>
                    <a:pt x="122" y="16"/>
                    <a:pt x="123" y="5"/>
                    <a:pt x="118" y="2"/>
                  </a:cubicBezTo>
                  <a:cubicBezTo>
                    <a:pt x="116" y="0"/>
                    <a:pt x="109" y="1"/>
                    <a:pt x="103" y="2"/>
                  </a:cubicBezTo>
                  <a:cubicBezTo>
                    <a:pt x="109" y="9"/>
                    <a:pt x="111" y="12"/>
                    <a:pt x="107" y="15"/>
                  </a:cubicBezTo>
                  <a:cubicBezTo>
                    <a:pt x="102" y="19"/>
                    <a:pt x="107" y="20"/>
                    <a:pt x="97" y="33"/>
                  </a:cubicBezTo>
                  <a:cubicBezTo>
                    <a:pt x="88" y="46"/>
                    <a:pt x="71" y="49"/>
                    <a:pt x="63" y="51"/>
                  </a:cubicBezTo>
                  <a:cubicBezTo>
                    <a:pt x="55" y="54"/>
                    <a:pt x="51" y="69"/>
                    <a:pt x="47" y="80"/>
                  </a:cubicBezTo>
                  <a:cubicBezTo>
                    <a:pt x="42" y="90"/>
                    <a:pt x="39" y="86"/>
                    <a:pt x="34" y="80"/>
                  </a:cubicBezTo>
                  <a:cubicBezTo>
                    <a:pt x="30" y="74"/>
                    <a:pt x="26" y="82"/>
                    <a:pt x="21" y="77"/>
                  </a:cubicBezTo>
                  <a:cubicBezTo>
                    <a:pt x="16" y="72"/>
                    <a:pt x="18" y="72"/>
                    <a:pt x="21" y="68"/>
                  </a:cubicBezTo>
                  <a:cubicBezTo>
                    <a:pt x="22" y="66"/>
                    <a:pt x="21" y="62"/>
                    <a:pt x="17" y="59"/>
                  </a:cubicBezTo>
                  <a:cubicBezTo>
                    <a:pt x="12" y="60"/>
                    <a:pt x="6" y="68"/>
                    <a:pt x="3" y="74"/>
                  </a:cubicBezTo>
                  <a:cubicBezTo>
                    <a:pt x="0" y="81"/>
                    <a:pt x="8" y="94"/>
                    <a:pt x="9" y="98"/>
                  </a:cubicBezTo>
                  <a:cubicBezTo>
                    <a:pt x="11" y="103"/>
                    <a:pt x="5" y="99"/>
                    <a:pt x="4" y="103"/>
                  </a:cubicBezTo>
                  <a:cubicBezTo>
                    <a:pt x="3" y="107"/>
                    <a:pt x="17" y="114"/>
                    <a:pt x="23" y="118"/>
                  </a:cubicBezTo>
                  <a:cubicBezTo>
                    <a:pt x="29" y="123"/>
                    <a:pt x="35" y="136"/>
                    <a:pt x="41" y="143"/>
                  </a:cubicBezTo>
                  <a:cubicBezTo>
                    <a:pt x="47" y="149"/>
                    <a:pt x="47" y="154"/>
                    <a:pt x="53" y="169"/>
                  </a:cubicBezTo>
                  <a:cubicBezTo>
                    <a:pt x="60" y="185"/>
                    <a:pt x="72" y="211"/>
                    <a:pt x="81" y="222"/>
                  </a:cubicBezTo>
                  <a:cubicBezTo>
                    <a:pt x="89" y="232"/>
                    <a:pt x="93" y="241"/>
                    <a:pt x="91" y="244"/>
                  </a:cubicBezTo>
                  <a:cubicBezTo>
                    <a:pt x="89" y="247"/>
                    <a:pt x="92" y="256"/>
                    <a:pt x="98" y="260"/>
                  </a:cubicBezTo>
                  <a:cubicBezTo>
                    <a:pt x="104" y="265"/>
                    <a:pt x="109" y="272"/>
                    <a:pt x="126" y="280"/>
                  </a:cubicBezTo>
                  <a:cubicBezTo>
                    <a:pt x="142" y="288"/>
                    <a:pt x="172" y="304"/>
                    <a:pt x="176" y="311"/>
                  </a:cubicBezTo>
                  <a:cubicBezTo>
                    <a:pt x="181" y="319"/>
                    <a:pt x="195" y="326"/>
                    <a:pt x="198" y="327"/>
                  </a:cubicBezTo>
                  <a:cubicBezTo>
                    <a:pt x="198" y="328"/>
                    <a:pt x="199" y="329"/>
                    <a:pt x="199" y="330"/>
                  </a:cubicBezTo>
                  <a:cubicBezTo>
                    <a:pt x="200" y="329"/>
                    <a:pt x="202" y="328"/>
                    <a:pt x="202" y="328"/>
                  </a:cubicBezTo>
                  <a:cubicBezTo>
                    <a:pt x="208" y="325"/>
                    <a:pt x="208" y="316"/>
                    <a:pt x="210" y="3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6" name="Google Shape;226;p31"/>
            <p:cNvSpPr/>
            <p:nvPr/>
          </p:nvSpPr>
          <p:spPr>
            <a:xfrm>
              <a:off x="3063983" y="3019526"/>
              <a:ext cx="314336" cy="257184"/>
            </a:xfrm>
            <a:custGeom>
              <a:avLst/>
              <a:gdLst/>
              <a:ahLst/>
              <a:cxnLst/>
              <a:rect l="l" t="t" r="r" b="b"/>
              <a:pathLst>
                <a:path w="245" h="206" extrusionOk="0">
                  <a:moveTo>
                    <a:pt x="25" y="13"/>
                  </a:moveTo>
                  <a:cubicBezTo>
                    <a:pt x="20" y="20"/>
                    <a:pt x="10" y="26"/>
                    <a:pt x="10" y="33"/>
                  </a:cubicBezTo>
                  <a:cubicBezTo>
                    <a:pt x="9" y="40"/>
                    <a:pt x="10" y="43"/>
                    <a:pt x="7" y="46"/>
                  </a:cubicBezTo>
                  <a:cubicBezTo>
                    <a:pt x="4" y="50"/>
                    <a:pt x="0" y="55"/>
                    <a:pt x="4" y="54"/>
                  </a:cubicBezTo>
                  <a:cubicBezTo>
                    <a:pt x="8" y="54"/>
                    <a:pt x="13" y="54"/>
                    <a:pt x="13" y="58"/>
                  </a:cubicBezTo>
                  <a:cubicBezTo>
                    <a:pt x="13" y="62"/>
                    <a:pt x="21" y="63"/>
                    <a:pt x="20" y="70"/>
                  </a:cubicBezTo>
                  <a:cubicBezTo>
                    <a:pt x="20" y="76"/>
                    <a:pt x="17" y="93"/>
                    <a:pt x="32" y="93"/>
                  </a:cubicBezTo>
                  <a:cubicBezTo>
                    <a:pt x="47" y="93"/>
                    <a:pt x="56" y="88"/>
                    <a:pt x="62" y="96"/>
                  </a:cubicBezTo>
                  <a:cubicBezTo>
                    <a:pt x="68" y="104"/>
                    <a:pt x="77" y="108"/>
                    <a:pt x="87" y="106"/>
                  </a:cubicBezTo>
                  <a:cubicBezTo>
                    <a:pt x="96" y="105"/>
                    <a:pt x="113" y="103"/>
                    <a:pt x="107" y="112"/>
                  </a:cubicBezTo>
                  <a:cubicBezTo>
                    <a:pt x="102" y="121"/>
                    <a:pt x="98" y="139"/>
                    <a:pt x="103" y="144"/>
                  </a:cubicBezTo>
                  <a:cubicBezTo>
                    <a:pt x="108" y="149"/>
                    <a:pt x="114" y="154"/>
                    <a:pt x="110" y="158"/>
                  </a:cubicBezTo>
                  <a:cubicBezTo>
                    <a:pt x="106" y="162"/>
                    <a:pt x="104" y="167"/>
                    <a:pt x="109" y="171"/>
                  </a:cubicBezTo>
                  <a:cubicBezTo>
                    <a:pt x="114" y="175"/>
                    <a:pt x="113" y="179"/>
                    <a:pt x="112" y="180"/>
                  </a:cubicBezTo>
                  <a:cubicBezTo>
                    <a:pt x="112" y="180"/>
                    <a:pt x="111" y="181"/>
                    <a:pt x="110" y="182"/>
                  </a:cubicBezTo>
                  <a:cubicBezTo>
                    <a:pt x="117" y="189"/>
                    <a:pt x="119" y="196"/>
                    <a:pt x="123" y="199"/>
                  </a:cubicBezTo>
                  <a:cubicBezTo>
                    <a:pt x="129" y="204"/>
                    <a:pt x="130" y="206"/>
                    <a:pt x="134" y="204"/>
                  </a:cubicBezTo>
                  <a:cubicBezTo>
                    <a:pt x="138" y="201"/>
                    <a:pt x="140" y="200"/>
                    <a:pt x="143" y="202"/>
                  </a:cubicBezTo>
                  <a:cubicBezTo>
                    <a:pt x="147" y="204"/>
                    <a:pt x="151" y="200"/>
                    <a:pt x="156" y="196"/>
                  </a:cubicBezTo>
                  <a:cubicBezTo>
                    <a:pt x="160" y="191"/>
                    <a:pt x="166" y="195"/>
                    <a:pt x="167" y="190"/>
                  </a:cubicBezTo>
                  <a:cubicBezTo>
                    <a:pt x="169" y="185"/>
                    <a:pt x="172" y="181"/>
                    <a:pt x="177" y="180"/>
                  </a:cubicBezTo>
                  <a:cubicBezTo>
                    <a:pt x="183" y="179"/>
                    <a:pt x="183" y="173"/>
                    <a:pt x="179" y="173"/>
                  </a:cubicBezTo>
                  <a:cubicBezTo>
                    <a:pt x="176" y="173"/>
                    <a:pt x="170" y="178"/>
                    <a:pt x="170" y="171"/>
                  </a:cubicBezTo>
                  <a:cubicBezTo>
                    <a:pt x="170" y="164"/>
                    <a:pt x="166" y="165"/>
                    <a:pt x="166" y="160"/>
                  </a:cubicBezTo>
                  <a:cubicBezTo>
                    <a:pt x="166" y="154"/>
                    <a:pt x="165" y="150"/>
                    <a:pt x="159" y="146"/>
                  </a:cubicBezTo>
                  <a:cubicBezTo>
                    <a:pt x="152" y="143"/>
                    <a:pt x="167" y="141"/>
                    <a:pt x="170" y="144"/>
                  </a:cubicBezTo>
                  <a:cubicBezTo>
                    <a:pt x="174" y="147"/>
                    <a:pt x="185" y="145"/>
                    <a:pt x="186" y="150"/>
                  </a:cubicBezTo>
                  <a:cubicBezTo>
                    <a:pt x="187" y="154"/>
                    <a:pt x="193" y="156"/>
                    <a:pt x="193" y="150"/>
                  </a:cubicBezTo>
                  <a:cubicBezTo>
                    <a:pt x="193" y="144"/>
                    <a:pt x="200" y="142"/>
                    <a:pt x="205" y="143"/>
                  </a:cubicBezTo>
                  <a:cubicBezTo>
                    <a:pt x="210" y="144"/>
                    <a:pt x="222" y="136"/>
                    <a:pt x="227" y="135"/>
                  </a:cubicBezTo>
                  <a:cubicBezTo>
                    <a:pt x="229" y="134"/>
                    <a:pt x="230" y="131"/>
                    <a:pt x="231" y="128"/>
                  </a:cubicBezTo>
                  <a:cubicBezTo>
                    <a:pt x="228" y="124"/>
                    <a:pt x="222" y="116"/>
                    <a:pt x="220" y="114"/>
                  </a:cubicBezTo>
                  <a:cubicBezTo>
                    <a:pt x="216" y="111"/>
                    <a:pt x="222" y="109"/>
                    <a:pt x="222" y="105"/>
                  </a:cubicBezTo>
                  <a:cubicBezTo>
                    <a:pt x="221" y="100"/>
                    <a:pt x="222" y="97"/>
                    <a:pt x="230" y="96"/>
                  </a:cubicBezTo>
                  <a:cubicBezTo>
                    <a:pt x="238" y="96"/>
                    <a:pt x="237" y="89"/>
                    <a:pt x="232" y="87"/>
                  </a:cubicBezTo>
                  <a:cubicBezTo>
                    <a:pt x="228" y="84"/>
                    <a:pt x="234" y="77"/>
                    <a:pt x="239" y="75"/>
                  </a:cubicBezTo>
                  <a:cubicBezTo>
                    <a:pt x="241" y="74"/>
                    <a:pt x="243" y="71"/>
                    <a:pt x="245" y="66"/>
                  </a:cubicBezTo>
                  <a:cubicBezTo>
                    <a:pt x="237" y="63"/>
                    <a:pt x="225" y="64"/>
                    <a:pt x="220" y="64"/>
                  </a:cubicBezTo>
                  <a:cubicBezTo>
                    <a:pt x="213" y="64"/>
                    <a:pt x="224" y="56"/>
                    <a:pt x="224" y="49"/>
                  </a:cubicBezTo>
                  <a:cubicBezTo>
                    <a:pt x="225" y="42"/>
                    <a:pt x="206" y="41"/>
                    <a:pt x="198" y="40"/>
                  </a:cubicBezTo>
                  <a:cubicBezTo>
                    <a:pt x="191" y="38"/>
                    <a:pt x="193" y="30"/>
                    <a:pt x="201" y="30"/>
                  </a:cubicBezTo>
                  <a:cubicBezTo>
                    <a:pt x="208" y="29"/>
                    <a:pt x="196" y="24"/>
                    <a:pt x="186" y="26"/>
                  </a:cubicBezTo>
                  <a:cubicBezTo>
                    <a:pt x="175" y="27"/>
                    <a:pt x="160" y="33"/>
                    <a:pt x="152" y="38"/>
                  </a:cubicBezTo>
                  <a:cubicBezTo>
                    <a:pt x="143" y="42"/>
                    <a:pt x="128" y="24"/>
                    <a:pt x="118" y="28"/>
                  </a:cubicBezTo>
                  <a:cubicBezTo>
                    <a:pt x="109" y="32"/>
                    <a:pt x="95" y="32"/>
                    <a:pt x="95" y="24"/>
                  </a:cubicBezTo>
                  <a:cubicBezTo>
                    <a:pt x="96" y="16"/>
                    <a:pt x="91" y="9"/>
                    <a:pt x="82" y="10"/>
                  </a:cubicBezTo>
                  <a:cubicBezTo>
                    <a:pt x="72" y="11"/>
                    <a:pt x="74" y="0"/>
                    <a:pt x="67" y="0"/>
                  </a:cubicBezTo>
                  <a:cubicBezTo>
                    <a:pt x="59" y="0"/>
                    <a:pt x="67" y="9"/>
                    <a:pt x="62" y="12"/>
                  </a:cubicBezTo>
                  <a:cubicBezTo>
                    <a:pt x="57" y="14"/>
                    <a:pt x="39" y="18"/>
                    <a:pt x="38" y="26"/>
                  </a:cubicBezTo>
                  <a:cubicBezTo>
                    <a:pt x="37" y="33"/>
                    <a:pt x="47" y="44"/>
                    <a:pt x="44" y="51"/>
                  </a:cubicBezTo>
                  <a:cubicBezTo>
                    <a:pt x="40" y="58"/>
                    <a:pt x="28" y="53"/>
                    <a:pt x="25" y="45"/>
                  </a:cubicBezTo>
                  <a:cubicBezTo>
                    <a:pt x="21" y="38"/>
                    <a:pt x="35" y="26"/>
                    <a:pt x="33" y="22"/>
                  </a:cubicBezTo>
                  <a:cubicBezTo>
                    <a:pt x="31" y="19"/>
                    <a:pt x="29" y="13"/>
                    <a:pt x="30" y="10"/>
                  </a:cubicBezTo>
                  <a:cubicBezTo>
                    <a:pt x="28" y="10"/>
                    <a:pt x="26" y="12"/>
                    <a:pt x="25" y="1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7" name="Google Shape;227;p31"/>
            <p:cNvSpPr/>
            <p:nvPr/>
          </p:nvSpPr>
          <p:spPr>
            <a:xfrm>
              <a:off x="3416420" y="3151293"/>
              <a:ext cx="96841" cy="100016"/>
            </a:xfrm>
            <a:custGeom>
              <a:avLst/>
              <a:gdLst/>
              <a:ahLst/>
              <a:cxnLst/>
              <a:rect l="l" t="t" r="r" b="b"/>
              <a:pathLst>
                <a:path w="76" h="80" extrusionOk="0">
                  <a:moveTo>
                    <a:pt x="19" y="17"/>
                  </a:moveTo>
                  <a:cubicBezTo>
                    <a:pt x="21" y="22"/>
                    <a:pt x="16" y="24"/>
                    <a:pt x="10" y="25"/>
                  </a:cubicBezTo>
                  <a:cubicBezTo>
                    <a:pt x="5" y="26"/>
                    <a:pt x="7" y="37"/>
                    <a:pt x="3" y="40"/>
                  </a:cubicBezTo>
                  <a:cubicBezTo>
                    <a:pt x="0" y="43"/>
                    <a:pt x="16" y="52"/>
                    <a:pt x="18" y="59"/>
                  </a:cubicBezTo>
                  <a:cubicBezTo>
                    <a:pt x="20" y="63"/>
                    <a:pt x="25" y="72"/>
                    <a:pt x="28" y="78"/>
                  </a:cubicBezTo>
                  <a:cubicBezTo>
                    <a:pt x="32" y="79"/>
                    <a:pt x="35" y="80"/>
                    <a:pt x="37" y="79"/>
                  </a:cubicBezTo>
                  <a:cubicBezTo>
                    <a:pt x="42" y="76"/>
                    <a:pt x="38" y="67"/>
                    <a:pt x="45" y="68"/>
                  </a:cubicBezTo>
                  <a:cubicBezTo>
                    <a:pt x="52" y="68"/>
                    <a:pt x="62" y="64"/>
                    <a:pt x="64" y="68"/>
                  </a:cubicBezTo>
                  <a:cubicBezTo>
                    <a:pt x="65" y="69"/>
                    <a:pt x="65" y="70"/>
                    <a:pt x="66" y="71"/>
                  </a:cubicBezTo>
                  <a:cubicBezTo>
                    <a:pt x="68" y="67"/>
                    <a:pt x="71" y="64"/>
                    <a:pt x="71" y="62"/>
                  </a:cubicBezTo>
                  <a:cubicBezTo>
                    <a:pt x="73" y="60"/>
                    <a:pt x="73" y="47"/>
                    <a:pt x="69" y="39"/>
                  </a:cubicBezTo>
                  <a:cubicBezTo>
                    <a:pt x="66" y="31"/>
                    <a:pt x="69" y="21"/>
                    <a:pt x="73" y="18"/>
                  </a:cubicBezTo>
                  <a:cubicBezTo>
                    <a:pt x="73" y="17"/>
                    <a:pt x="75" y="14"/>
                    <a:pt x="76" y="9"/>
                  </a:cubicBezTo>
                  <a:cubicBezTo>
                    <a:pt x="70" y="7"/>
                    <a:pt x="64" y="4"/>
                    <a:pt x="58" y="5"/>
                  </a:cubicBezTo>
                  <a:cubicBezTo>
                    <a:pt x="49" y="6"/>
                    <a:pt x="39" y="10"/>
                    <a:pt x="36" y="5"/>
                  </a:cubicBezTo>
                  <a:cubicBezTo>
                    <a:pt x="32" y="0"/>
                    <a:pt x="27" y="1"/>
                    <a:pt x="22" y="5"/>
                  </a:cubicBezTo>
                  <a:cubicBezTo>
                    <a:pt x="22" y="5"/>
                    <a:pt x="21" y="6"/>
                    <a:pt x="21" y="6"/>
                  </a:cubicBezTo>
                  <a:cubicBezTo>
                    <a:pt x="19" y="10"/>
                    <a:pt x="17" y="14"/>
                    <a:pt x="19" y="1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8" name="Google Shape;228;p31"/>
            <p:cNvSpPr/>
            <p:nvPr/>
          </p:nvSpPr>
          <p:spPr>
            <a:xfrm>
              <a:off x="3341805" y="3102078"/>
              <a:ext cx="109541" cy="161930"/>
            </a:xfrm>
            <a:custGeom>
              <a:avLst/>
              <a:gdLst/>
              <a:ahLst/>
              <a:cxnLst/>
              <a:rect l="l" t="t" r="r" b="b"/>
              <a:pathLst>
                <a:path w="86" h="130" extrusionOk="0">
                  <a:moveTo>
                    <a:pt x="23" y="9"/>
                  </a:moveTo>
                  <a:cubicBezTo>
                    <a:pt x="18" y="11"/>
                    <a:pt x="12" y="18"/>
                    <a:pt x="16" y="21"/>
                  </a:cubicBezTo>
                  <a:cubicBezTo>
                    <a:pt x="21" y="23"/>
                    <a:pt x="22" y="30"/>
                    <a:pt x="14" y="30"/>
                  </a:cubicBezTo>
                  <a:cubicBezTo>
                    <a:pt x="6" y="31"/>
                    <a:pt x="5" y="34"/>
                    <a:pt x="6" y="39"/>
                  </a:cubicBezTo>
                  <a:cubicBezTo>
                    <a:pt x="6" y="43"/>
                    <a:pt x="0" y="45"/>
                    <a:pt x="4" y="48"/>
                  </a:cubicBezTo>
                  <a:cubicBezTo>
                    <a:pt x="6" y="50"/>
                    <a:pt x="12" y="58"/>
                    <a:pt x="15" y="62"/>
                  </a:cubicBezTo>
                  <a:cubicBezTo>
                    <a:pt x="17" y="60"/>
                    <a:pt x="18" y="58"/>
                    <a:pt x="22" y="59"/>
                  </a:cubicBezTo>
                  <a:cubicBezTo>
                    <a:pt x="29" y="60"/>
                    <a:pt x="23" y="71"/>
                    <a:pt x="29" y="73"/>
                  </a:cubicBezTo>
                  <a:cubicBezTo>
                    <a:pt x="35" y="76"/>
                    <a:pt x="35" y="85"/>
                    <a:pt x="31" y="88"/>
                  </a:cubicBezTo>
                  <a:cubicBezTo>
                    <a:pt x="26" y="92"/>
                    <a:pt x="25" y="109"/>
                    <a:pt x="34" y="120"/>
                  </a:cubicBezTo>
                  <a:cubicBezTo>
                    <a:pt x="44" y="130"/>
                    <a:pt x="51" y="129"/>
                    <a:pt x="54" y="126"/>
                  </a:cubicBezTo>
                  <a:cubicBezTo>
                    <a:pt x="56" y="123"/>
                    <a:pt x="63" y="126"/>
                    <a:pt x="65" y="122"/>
                  </a:cubicBezTo>
                  <a:cubicBezTo>
                    <a:pt x="67" y="117"/>
                    <a:pt x="70" y="122"/>
                    <a:pt x="74" y="117"/>
                  </a:cubicBezTo>
                  <a:cubicBezTo>
                    <a:pt x="77" y="115"/>
                    <a:pt x="82" y="116"/>
                    <a:pt x="86" y="117"/>
                  </a:cubicBezTo>
                  <a:cubicBezTo>
                    <a:pt x="83" y="111"/>
                    <a:pt x="78" y="102"/>
                    <a:pt x="76" y="98"/>
                  </a:cubicBezTo>
                  <a:cubicBezTo>
                    <a:pt x="74" y="91"/>
                    <a:pt x="58" y="82"/>
                    <a:pt x="61" y="79"/>
                  </a:cubicBezTo>
                  <a:cubicBezTo>
                    <a:pt x="65" y="76"/>
                    <a:pt x="63" y="65"/>
                    <a:pt x="68" y="64"/>
                  </a:cubicBezTo>
                  <a:cubicBezTo>
                    <a:pt x="74" y="63"/>
                    <a:pt x="79" y="61"/>
                    <a:pt x="77" y="56"/>
                  </a:cubicBezTo>
                  <a:cubicBezTo>
                    <a:pt x="75" y="53"/>
                    <a:pt x="77" y="49"/>
                    <a:pt x="79" y="45"/>
                  </a:cubicBezTo>
                  <a:cubicBezTo>
                    <a:pt x="74" y="44"/>
                    <a:pt x="67" y="30"/>
                    <a:pt x="62" y="30"/>
                  </a:cubicBezTo>
                  <a:cubicBezTo>
                    <a:pt x="58" y="30"/>
                    <a:pt x="52" y="26"/>
                    <a:pt x="53" y="19"/>
                  </a:cubicBezTo>
                  <a:cubicBezTo>
                    <a:pt x="55" y="13"/>
                    <a:pt x="42" y="12"/>
                    <a:pt x="36" y="4"/>
                  </a:cubicBezTo>
                  <a:cubicBezTo>
                    <a:pt x="34" y="3"/>
                    <a:pt x="32" y="1"/>
                    <a:pt x="29" y="0"/>
                  </a:cubicBezTo>
                  <a:cubicBezTo>
                    <a:pt x="27" y="5"/>
                    <a:pt x="25" y="8"/>
                    <a:pt x="23" y="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29" name="Google Shape;229;p31"/>
            <p:cNvSpPr/>
            <p:nvPr/>
          </p:nvSpPr>
          <p:spPr>
            <a:xfrm>
              <a:off x="3500561" y="3162405"/>
              <a:ext cx="71440" cy="84140"/>
            </a:xfrm>
            <a:custGeom>
              <a:avLst/>
              <a:gdLst/>
              <a:ahLst/>
              <a:cxnLst/>
              <a:rect l="l" t="t" r="r" b="b"/>
              <a:pathLst>
                <a:path w="55" h="68" extrusionOk="0">
                  <a:moveTo>
                    <a:pt x="3" y="30"/>
                  </a:moveTo>
                  <a:cubicBezTo>
                    <a:pt x="7" y="38"/>
                    <a:pt x="7" y="51"/>
                    <a:pt x="5" y="53"/>
                  </a:cubicBezTo>
                  <a:cubicBezTo>
                    <a:pt x="5" y="55"/>
                    <a:pt x="2" y="58"/>
                    <a:pt x="0" y="62"/>
                  </a:cubicBezTo>
                  <a:cubicBezTo>
                    <a:pt x="3" y="65"/>
                    <a:pt x="8" y="67"/>
                    <a:pt x="16" y="65"/>
                  </a:cubicBezTo>
                  <a:cubicBezTo>
                    <a:pt x="26" y="62"/>
                    <a:pt x="31" y="68"/>
                    <a:pt x="34" y="57"/>
                  </a:cubicBezTo>
                  <a:cubicBezTo>
                    <a:pt x="37" y="48"/>
                    <a:pt x="48" y="36"/>
                    <a:pt x="55" y="29"/>
                  </a:cubicBezTo>
                  <a:cubicBezTo>
                    <a:pt x="55" y="29"/>
                    <a:pt x="55" y="29"/>
                    <a:pt x="55" y="28"/>
                  </a:cubicBezTo>
                  <a:cubicBezTo>
                    <a:pt x="48" y="25"/>
                    <a:pt x="36" y="7"/>
                    <a:pt x="25" y="5"/>
                  </a:cubicBezTo>
                  <a:cubicBezTo>
                    <a:pt x="20" y="4"/>
                    <a:pt x="15" y="2"/>
                    <a:pt x="10" y="0"/>
                  </a:cubicBezTo>
                  <a:cubicBezTo>
                    <a:pt x="9" y="5"/>
                    <a:pt x="7" y="8"/>
                    <a:pt x="7" y="9"/>
                  </a:cubicBezTo>
                  <a:cubicBezTo>
                    <a:pt x="3" y="12"/>
                    <a:pt x="0" y="22"/>
                    <a:pt x="3" y="3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0" name="Google Shape;230;p31"/>
            <p:cNvSpPr/>
            <p:nvPr/>
          </p:nvSpPr>
          <p:spPr>
            <a:xfrm>
              <a:off x="2648043" y="3257659"/>
              <a:ext cx="377838" cy="147642"/>
            </a:xfrm>
            <a:custGeom>
              <a:avLst/>
              <a:gdLst/>
              <a:ahLst/>
              <a:cxnLst/>
              <a:rect l="l" t="t" r="r" b="b"/>
              <a:pathLst>
                <a:path w="295" h="119" extrusionOk="0">
                  <a:moveTo>
                    <a:pt x="286" y="30"/>
                  </a:moveTo>
                  <a:cubicBezTo>
                    <a:pt x="280" y="23"/>
                    <a:pt x="275" y="18"/>
                    <a:pt x="274" y="20"/>
                  </a:cubicBezTo>
                  <a:cubicBezTo>
                    <a:pt x="272" y="23"/>
                    <a:pt x="265" y="23"/>
                    <a:pt x="260" y="20"/>
                  </a:cubicBezTo>
                  <a:cubicBezTo>
                    <a:pt x="255" y="18"/>
                    <a:pt x="253" y="12"/>
                    <a:pt x="249" y="12"/>
                  </a:cubicBezTo>
                  <a:cubicBezTo>
                    <a:pt x="246" y="12"/>
                    <a:pt x="234" y="6"/>
                    <a:pt x="228" y="0"/>
                  </a:cubicBezTo>
                  <a:cubicBezTo>
                    <a:pt x="227" y="1"/>
                    <a:pt x="227" y="2"/>
                    <a:pt x="228" y="3"/>
                  </a:cubicBezTo>
                  <a:cubicBezTo>
                    <a:pt x="228" y="6"/>
                    <a:pt x="222" y="8"/>
                    <a:pt x="215" y="9"/>
                  </a:cubicBezTo>
                  <a:cubicBezTo>
                    <a:pt x="209" y="9"/>
                    <a:pt x="209" y="17"/>
                    <a:pt x="209" y="22"/>
                  </a:cubicBezTo>
                  <a:cubicBezTo>
                    <a:pt x="209" y="27"/>
                    <a:pt x="204" y="27"/>
                    <a:pt x="202" y="32"/>
                  </a:cubicBezTo>
                  <a:cubicBezTo>
                    <a:pt x="199" y="38"/>
                    <a:pt x="202" y="39"/>
                    <a:pt x="197" y="42"/>
                  </a:cubicBezTo>
                  <a:cubicBezTo>
                    <a:pt x="192" y="44"/>
                    <a:pt x="190" y="49"/>
                    <a:pt x="193" y="54"/>
                  </a:cubicBezTo>
                  <a:cubicBezTo>
                    <a:pt x="196" y="58"/>
                    <a:pt x="193" y="63"/>
                    <a:pt x="192" y="66"/>
                  </a:cubicBezTo>
                  <a:cubicBezTo>
                    <a:pt x="191" y="68"/>
                    <a:pt x="197" y="69"/>
                    <a:pt x="202" y="75"/>
                  </a:cubicBezTo>
                  <a:cubicBezTo>
                    <a:pt x="208" y="80"/>
                    <a:pt x="208" y="73"/>
                    <a:pt x="211" y="76"/>
                  </a:cubicBezTo>
                  <a:cubicBezTo>
                    <a:pt x="213" y="80"/>
                    <a:pt x="209" y="87"/>
                    <a:pt x="203" y="87"/>
                  </a:cubicBezTo>
                  <a:cubicBezTo>
                    <a:pt x="202" y="87"/>
                    <a:pt x="202" y="88"/>
                    <a:pt x="201" y="88"/>
                  </a:cubicBezTo>
                  <a:cubicBezTo>
                    <a:pt x="205" y="91"/>
                    <a:pt x="206" y="95"/>
                    <a:pt x="205" y="97"/>
                  </a:cubicBezTo>
                  <a:cubicBezTo>
                    <a:pt x="202" y="101"/>
                    <a:pt x="200" y="101"/>
                    <a:pt x="205" y="106"/>
                  </a:cubicBezTo>
                  <a:cubicBezTo>
                    <a:pt x="210" y="111"/>
                    <a:pt x="214" y="103"/>
                    <a:pt x="218" y="109"/>
                  </a:cubicBezTo>
                  <a:cubicBezTo>
                    <a:pt x="223" y="115"/>
                    <a:pt x="226" y="119"/>
                    <a:pt x="231" y="109"/>
                  </a:cubicBezTo>
                  <a:cubicBezTo>
                    <a:pt x="235" y="98"/>
                    <a:pt x="239" y="83"/>
                    <a:pt x="247" y="80"/>
                  </a:cubicBezTo>
                  <a:cubicBezTo>
                    <a:pt x="255" y="78"/>
                    <a:pt x="272" y="75"/>
                    <a:pt x="281" y="62"/>
                  </a:cubicBezTo>
                  <a:cubicBezTo>
                    <a:pt x="291" y="49"/>
                    <a:pt x="286" y="48"/>
                    <a:pt x="291" y="44"/>
                  </a:cubicBezTo>
                  <a:cubicBezTo>
                    <a:pt x="295" y="40"/>
                    <a:pt x="293" y="38"/>
                    <a:pt x="286" y="30"/>
                  </a:cubicBezTo>
                  <a:close/>
                  <a:moveTo>
                    <a:pt x="8" y="25"/>
                  </a:moveTo>
                  <a:cubicBezTo>
                    <a:pt x="0" y="37"/>
                    <a:pt x="16" y="48"/>
                    <a:pt x="19" y="43"/>
                  </a:cubicBezTo>
                  <a:cubicBezTo>
                    <a:pt x="23" y="37"/>
                    <a:pt x="16" y="13"/>
                    <a:pt x="8" y="2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1" name="Google Shape;231;p31"/>
            <p:cNvSpPr/>
            <p:nvPr/>
          </p:nvSpPr>
          <p:spPr>
            <a:xfrm>
              <a:off x="3327517" y="3046514"/>
              <a:ext cx="28576" cy="22226"/>
            </a:xfrm>
            <a:custGeom>
              <a:avLst/>
              <a:gdLst/>
              <a:ahLst/>
              <a:cxnLst/>
              <a:rect l="l" t="t" r="r" b="b"/>
              <a:pathLst>
                <a:path w="22" h="18" extrusionOk="0">
                  <a:moveTo>
                    <a:pt x="5" y="16"/>
                  </a:moveTo>
                  <a:cubicBezTo>
                    <a:pt x="2" y="13"/>
                    <a:pt x="8" y="9"/>
                    <a:pt x="4" y="7"/>
                  </a:cubicBezTo>
                  <a:cubicBezTo>
                    <a:pt x="0" y="6"/>
                    <a:pt x="13" y="0"/>
                    <a:pt x="17" y="4"/>
                  </a:cubicBezTo>
                  <a:cubicBezTo>
                    <a:pt x="21" y="7"/>
                    <a:pt x="22" y="12"/>
                    <a:pt x="18" y="14"/>
                  </a:cubicBezTo>
                  <a:cubicBezTo>
                    <a:pt x="15" y="15"/>
                    <a:pt x="7" y="18"/>
                    <a:pt x="5" y="1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2" name="Google Shape;232;p31"/>
            <p:cNvSpPr/>
            <p:nvPr/>
          </p:nvSpPr>
          <p:spPr>
            <a:xfrm>
              <a:off x="5321488" y="2290839"/>
              <a:ext cx="425465" cy="163518"/>
            </a:xfrm>
            <a:custGeom>
              <a:avLst/>
              <a:gdLst/>
              <a:ahLst/>
              <a:cxnLst/>
              <a:rect l="l" t="t" r="r" b="b"/>
              <a:pathLst>
                <a:path w="331" h="131" extrusionOk="0">
                  <a:moveTo>
                    <a:pt x="322" y="91"/>
                  </a:moveTo>
                  <a:cubicBezTo>
                    <a:pt x="319" y="91"/>
                    <a:pt x="323" y="75"/>
                    <a:pt x="322" y="73"/>
                  </a:cubicBezTo>
                  <a:cubicBezTo>
                    <a:pt x="321" y="70"/>
                    <a:pt x="317" y="58"/>
                    <a:pt x="321" y="58"/>
                  </a:cubicBezTo>
                  <a:cubicBezTo>
                    <a:pt x="325" y="58"/>
                    <a:pt x="321" y="49"/>
                    <a:pt x="326" y="49"/>
                  </a:cubicBezTo>
                  <a:cubicBezTo>
                    <a:pt x="325" y="46"/>
                    <a:pt x="324" y="43"/>
                    <a:pt x="323" y="42"/>
                  </a:cubicBezTo>
                  <a:cubicBezTo>
                    <a:pt x="320" y="40"/>
                    <a:pt x="312" y="44"/>
                    <a:pt x="309" y="37"/>
                  </a:cubicBezTo>
                  <a:cubicBezTo>
                    <a:pt x="306" y="29"/>
                    <a:pt x="309" y="28"/>
                    <a:pt x="305" y="21"/>
                  </a:cubicBezTo>
                  <a:cubicBezTo>
                    <a:pt x="300" y="15"/>
                    <a:pt x="298" y="9"/>
                    <a:pt x="292" y="12"/>
                  </a:cubicBezTo>
                  <a:cubicBezTo>
                    <a:pt x="289" y="13"/>
                    <a:pt x="282" y="13"/>
                    <a:pt x="274" y="12"/>
                  </a:cubicBezTo>
                  <a:cubicBezTo>
                    <a:pt x="265" y="20"/>
                    <a:pt x="247" y="25"/>
                    <a:pt x="241" y="23"/>
                  </a:cubicBezTo>
                  <a:cubicBezTo>
                    <a:pt x="234" y="20"/>
                    <a:pt x="220" y="24"/>
                    <a:pt x="210" y="24"/>
                  </a:cubicBezTo>
                  <a:cubicBezTo>
                    <a:pt x="200" y="24"/>
                    <a:pt x="197" y="17"/>
                    <a:pt x="189" y="17"/>
                  </a:cubicBezTo>
                  <a:cubicBezTo>
                    <a:pt x="181" y="18"/>
                    <a:pt x="181" y="10"/>
                    <a:pt x="174" y="10"/>
                  </a:cubicBezTo>
                  <a:cubicBezTo>
                    <a:pt x="166" y="10"/>
                    <a:pt x="172" y="6"/>
                    <a:pt x="147" y="3"/>
                  </a:cubicBezTo>
                  <a:cubicBezTo>
                    <a:pt x="123" y="0"/>
                    <a:pt x="102" y="13"/>
                    <a:pt x="94" y="19"/>
                  </a:cubicBezTo>
                  <a:cubicBezTo>
                    <a:pt x="86" y="26"/>
                    <a:pt x="58" y="20"/>
                    <a:pt x="55" y="21"/>
                  </a:cubicBezTo>
                  <a:cubicBezTo>
                    <a:pt x="53" y="23"/>
                    <a:pt x="56" y="31"/>
                    <a:pt x="46" y="35"/>
                  </a:cubicBezTo>
                  <a:cubicBezTo>
                    <a:pt x="37" y="39"/>
                    <a:pt x="16" y="35"/>
                    <a:pt x="9" y="38"/>
                  </a:cubicBezTo>
                  <a:cubicBezTo>
                    <a:pt x="2" y="41"/>
                    <a:pt x="0" y="52"/>
                    <a:pt x="6" y="51"/>
                  </a:cubicBezTo>
                  <a:cubicBezTo>
                    <a:pt x="12" y="51"/>
                    <a:pt x="15" y="54"/>
                    <a:pt x="13" y="56"/>
                  </a:cubicBezTo>
                  <a:cubicBezTo>
                    <a:pt x="11" y="59"/>
                    <a:pt x="18" y="66"/>
                    <a:pt x="15" y="69"/>
                  </a:cubicBezTo>
                  <a:cubicBezTo>
                    <a:pt x="11" y="72"/>
                    <a:pt x="11" y="78"/>
                    <a:pt x="15" y="81"/>
                  </a:cubicBezTo>
                  <a:cubicBezTo>
                    <a:pt x="19" y="85"/>
                    <a:pt x="20" y="90"/>
                    <a:pt x="15" y="91"/>
                  </a:cubicBezTo>
                  <a:cubicBezTo>
                    <a:pt x="10" y="92"/>
                    <a:pt x="24" y="98"/>
                    <a:pt x="24" y="100"/>
                  </a:cubicBezTo>
                  <a:cubicBezTo>
                    <a:pt x="24" y="103"/>
                    <a:pt x="35" y="104"/>
                    <a:pt x="35" y="107"/>
                  </a:cubicBezTo>
                  <a:cubicBezTo>
                    <a:pt x="35" y="110"/>
                    <a:pt x="39" y="111"/>
                    <a:pt x="44" y="110"/>
                  </a:cubicBezTo>
                  <a:cubicBezTo>
                    <a:pt x="50" y="108"/>
                    <a:pt x="52" y="116"/>
                    <a:pt x="55" y="121"/>
                  </a:cubicBezTo>
                  <a:cubicBezTo>
                    <a:pt x="59" y="126"/>
                    <a:pt x="78" y="123"/>
                    <a:pt x="78" y="117"/>
                  </a:cubicBezTo>
                  <a:cubicBezTo>
                    <a:pt x="78" y="111"/>
                    <a:pt x="84" y="110"/>
                    <a:pt x="92" y="110"/>
                  </a:cubicBezTo>
                  <a:cubicBezTo>
                    <a:pt x="101" y="111"/>
                    <a:pt x="112" y="123"/>
                    <a:pt x="116" y="124"/>
                  </a:cubicBezTo>
                  <a:cubicBezTo>
                    <a:pt x="120" y="126"/>
                    <a:pt x="129" y="121"/>
                    <a:pt x="135" y="121"/>
                  </a:cubicBezTo>
                  <a:cubicBezTo>
                    <a:pt x="140" y="121"/>
                    <a:pt x="148" y="113"/>
                    <a:pt x="151" y="111"/>
                  </a:cubicBezTo>
                  <a:cubicBezTo>
                    <a:pt x="154" y="109"/>
                    <a:pt x="160" y="117"/>
                    <a:pt x="165" y="114"/>
                  </a:cubicBezTo>
                  <a:cubicBezTo>
                    <a:pt x="169" y="112"/>
                    <a:pt x="175" y="109"/>
                    <a:pt x="178" y="111"/>
                  </a:cubicBezTo>
                  <a:cubicBezTo>
                    <a:pt x="181" y="112"/>
                    <a:pt x="170" y="121"/>
                    <a:pt x="173" y="125"/>
                  </a:cubicBezTo>
                  <a:cubicBezTo>
                    <a:pt x="175" y="126"/>
                    <a:pt x="174" y="129"/>
                    <a:pt x="174" y="131"/>
                  </a:cubicBezTo>
                  <a:cubicBezTo>
                    <a:pt x="185" y="129"/>
                    <a:pt x="184" y="122"/>
                    <a:pt x="184" y="118"/>
                  </a:cubicBezTo>
                  <a:cubicBezTo>
                    <a:pt x="185" y="115"/>
                    <a:pt x="188" y="112"/>
                    <a:pt x="191" y="114"/>
                  </a:cubicBezTo>
                  <a:cubicBezTo>
                    <a:pt x="195" y="117"/>
                    <a:pt x="200" y="118"/>
                    <a:pt x="207" y="114"/>
                  </a:cubicBezTo>
                  <a:cubicBezTo>
                    <a:pt x="215" y="111"/>
                    <a:pt x="216" y="109"/>
                    <a:pt x="218" y="112"/>
                  </a:cubicBezTo>
                  <a:cubicBezTo>
                    <a:pt x="221" y="116"/>
                    <a:pt x="227" y="113"/>
                    <a:pt x="239" y="113"/>
                  </a:cubicBezTo>
                  <a:cubicBezTo>
                    <a:pt x="250" y="113"/>
                    <a:pt x="252" y="105"/>
                    <a:pt x="262" y="106"/>
                  </a:cubicBezTo>
                  <a:cubicBezTo>
                    <a:pt x="273" y="107"/>
                    <a:pt x="282" y="103"/>
                    <a:pt x="282" y="103"/>
                  </a:cubicBezTo>
                  <a:cubicBezTo>
                    <a:pt x="288" y="105"/>
                    <a:pt x="288" y="105"/>
                    <a:pt x="288" y="105"/>
                  </a:cubicBezTo>
                  <a:cubicBezTo>
                    <a:pt x="291" y="103"/>
                    <a:pt x="291" y="100"/>
                    <a:pt x="296" y="99"/>
                  </a:cubicBezTo>
                  <a:cubicBezTo>
                    <a:pt x="305" y="98"/>
                    <a:pt x="308" y="104"/>
                    <a:pt x="312" y="102"/>
                  </a:cubicBezTo>
                  <a:cubicBezTo>
                    <a:pt x="316" y="100"/>
                    <a:pt x="329" y="114"/>
                    <a:pt x="330" y="105"/>
                  </a:cubicBezTo>
                  <a:cubicBezTo>
                    <a:pt x="331" y="103"/>
                    <a:pt x="325" y="92"/>
                    <a:pt x="322" y="91"/>
                  </a:cubicBezTo>
                  <a:close/>
                  <a:moveTo>
                    <a:pt x="28" y="24"/>
                  </a:moveTo>
                  <a:cubicBezTo>
                    <a:pt x="35" y="22"/>
                    <a:pt x="49" y="25"/>
                    <a:pt x="52" y="22"/>
                  </a:cubicBezTo>
                  <a:cubicBezTo>
                    <a:pt x="56" y="19"/>
                    <a:pt x="43" y="15"/>
                    <a:pt x="39" y="11"/>
                  </a:cubicBezTo>
                  <a:cubicBezTo>
                    <a:pt x="36" y="9"/>
                    <a:pt x="35" y="5"/>
                    <a:pt x="34" y="2"/>
                  </a:cubicBezTo>
                  <a:cubicBezTo>
                    <a:pt x="32" y="3"/>
                    <a:pt x="30" y="4"/>
                    <a:pt x="27" y="3"/>
                  </a:cubicBezTo>
                  <a:cubicBezTo>
                    <a:pt x="23" y="1"/>
                    <a:pt x="11" y="2"/>
                    <a:pt x="9" y="3"/>
                  </a:cubicBezTo>
                  <a:cubicBezTo>
                    <a:pt x="7" y="4"/>
                    <a:pt x="11" y="11"/>
                    <a:pt x="11" y="15"/>
                  </a:cubicBezTo>
                  <a:cubicBezTo>
                    <a:pt x="11" y="19"/>
                    <a:pt x="6" y="20"/>
                    <a:pt x="6" y="23"/>
                  </a:cubicBezTo>
                  <a:cubicBezTo>
                    <a:pt x="6" y="25"/>
                    <a:pt x="4" y="27"/>
                    <a:pt x="2" y="29"/>
                  </a:cubicBezTo>
                  <a:cubicBezTo>
                    <a:pt x="5" y="32"/>
                    <a:pt x="8" y="34"/>
                    <a:pt x="12" y="34"/>
                  </a:cubicBezTo>
                  <a:cubicBezTo>
                    <a:pt x="19" y="34"/>
                    <a:pt x="22" y="26"/>
                    <a:pt x="28" y="2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3" name="Google Shape;233;p31"/>
            <p:cNvSpPr/>
            <p:nvPr/>
          </p:nvSpPr>
          <p:spPr>
            <a:xfrm>
              <a:off x="5062717" y="1920939"/>
              <a:ext cx="219083" cy="174631"/>
            </a:xfrm>
            <a:custGeom>
              <a:avLst/>
              <a:gdLst/>
              <a:ahLst/>
              <a:cxnLst/>
              <a:rect l="l" t="t" r="r" b="b"/>
              <a:pathLst>
                <a:path w="171" h="140" extrusionOk="0">
                  <a:moveTo>
                    <a:pt x="3" y="30"/>
                  </a:moveTo>
                  <a:cubicBezTo>
                    <a:pt x="4" y="33"/>
                    <a:pt x="6" y="44"/>
                    <a:pt x="3" y="49"/>
                  </a:cubicBezTo>
                  <a:cubicBezTo>
                    <a:pt x="0" y="53"/>
                    <a:pt x="1" y="54"/>
                    <a:pt x="4" y="56"/>
                  </a:cubicBezTo>
                  <a:cubicBezTo>
                    <a:pt x="7" y="57"/>
                    <a:pt x="8" y="61"/>
                    <a:pt x="8" y="64"/>
                  </a:cubicBezTo>
                  <a:cubicBezTo>
                    <a:pt x="8" y="67"/>
                    <a:pt x="10" y="67"/>
                    <a:pt x="10" y="74"/>
                  </a:cubicBezTo>
                  <a:cubicBezTo>
                    <a:pt x="11" y="80"/>
                    <a:pt x="12" y="85"/>
                    <a:pt x="15" y="88"/>
                  </a:cubicBezTo>
                  <a:cubicBezTo>
                    <a:pt x="16" y="90"/>
                    <a:pt x="16" y="93"/>
                    <a:pt x="15" y="96"/>
                  </a:cubicBezTo>
                  <a:cubicBezTo>
                    <a:pt x="18" y="98"/>
                    <a:pt x="22" y="100"/>
                    <a:pt x="25" y="102"/>
                  </a:cubicBezTo>
                  <a:cubicBezTo>
                    <a:pt x="34" y="105"/>
                    <a:pt x="36" y="107"/>
                    <a:pt x="37" y="110"/>
                  </a:cubicBezTo>
                  <a:cubicBezTo>
                    <a:pt x="38" y="113"/>
                    <a:pt x="45" y="118"/>
                    <a:pt x="46" y="114"/>
                  </a:cubicBezTo>
                  <a:cubicBezTo>
                    <a:pt x="48" y="110"/>
                    <a:pt x="53" y="112"/>
                    <a:pt x="56" y="112"/>
                  </a:cubicBezTo>
                  <a:cubicBezTo>
                    <a:pt x="60" y="112"/>
                    <a:pt x="60" y="116"/>
                    <a:pt x="61" y="119"/>
                  </a:cubicBezTo>
                  <a:cubicBezTo>
                    <a:pt x="61" y="121"/>
                    <a:pt x="70" y="120"/>
                    <a:pt x="73" y="121"/>
                  </a:cubicBezTo>
                  <a:cubicBezTo>
                    <a:pt x="75" y="123"/>
                    <a:pt x="77" y="130"/>
                    <a:pt x="81" y="132"/>
                  </a:cubicBezTo>
                  <a:cubicBezTo>
                    <a:pt x="85" y="134"/>
                    <a:pt x="88" y="129"/>
                    <a:pt x="91" y="131"/>
                  </a:cubicBezTo>
                  <a:cubicBezTo>
                    <a:pt x="94" y="132"/>
                    <a:pt x="102" y="134"/>
                    <a:pt x="106" y="132"/>
                  </a:cubicBezTo>
                  <a:cubicBezTo>
                    <a:pt x="111" y="131"/>
                    <a:pt x="114" y="134"/>
                    <a:pt x="120" y="134"/>
                  </a:cubicBezTo>
                  <a:cubicBezTo>
                    <a:pt x="126" y="133"/>
                    <a:pt x="133" y="135"/>
                    <a:pt x="135" y="137"/>
                  </a:cubicBezTo>
                  <a:cubicBezTo>
                    <a:pt x="136" y="138"/>
                    <a:pt x="141" y="139"/>
                    <a:pt x="145" y="140"/>
                  </a:cubicBezTo>
                  <a:cubicBezTo>
                    <a:pt x="146" y="137"/>
                    <a:pt x="144" y="130"/>
                    <a:pt x="144" y="128"/>
                  </a:cubicBezTo>
                  <a:cubicBezTo>
                    <a:pt x="145" y="126"/>
                    <a:pt x="159" y="114"/>
                    <a:pt x="161" y="111"/>
                  </a:cubicBezTo>
                  <a:cubicBezTo>
                    <a:pt x="163" y="109"/>
                    <a:pt x="167" y="109"/>
                    <a:pt x="169" y="105"/>
                  </a:cubicBezTo>
                  <a:cubicBezTo>
                    <a:pt x="171" y="101"/>
                    <a:pt x="163" y="90"/>
                    <a:pt x="162" y="88"/>
                  </a:cubicBezTo>
                  <a:cubicBezTo>
                    <a:pt x="160" y="85"/>
                    <a:pt x="159" y="76"/>
                    <a:pt x="161" y="72"/>
                  </a:cubicBezTo>
                  <a:cubicBezTo>
                    <a:pt x="162" y="68"/>
                    <a:pt x="155" y="66"/>
                    <a:pt x="155" y="63"/>
                  </a:cubicBezTo>
                  <a:cubicBezTo>
                    <a:pt x="155" y="60"/>
                    <a:pt x="161" y="56"/>
                    <a:pt x="165" y="54"/>
                  </a:cubicBezTo>
                  <a:cubicBezTo>
                    <a:pt x="168" y="53"/>
                    <a:pt x="167" y="42"/>
                    <a:pt x="164" y="39"/>
                  </a:cubicBezTo>
                  <a:cubicBezTo>
                    <a:pt x="161" y="36"/>
                    <a:pt x="159" y="31"/>
                    <a:pt x="161" y="26"/>
                  </a:cubicBezTo>
                  <a:cubicBezTo>
                    <a:pt x="163" y="20"/>
                    <a:pt x="150" y="16"/>
                    <a:pt x="148" y="16"/>
                  </a:cubicBezTo>
                  <a:cubicBezTo>
                    <a:pt x="147" y="16"/>
                    <a:pt x="147" y="15"/>
                    <a:pt x="147" y="15"/>
                  </a:cubicBezTo>
                  <a:cubicBezTo>
                    <a:pt x="135" y="17"/>
                    <a:pt x="103" y="14"/>
                    <a:pt x="101" y="13"/>
                  </a:cubicBezTo>
                  <a:cubicBezTo>
                    <a:pt x="100" y="12"/>
                    <a:pt x="96" y="11"/>
                    <a:pt x="92" y="10"/>
                  </a:cubicBezTo>
                  <a:cubicBezTo>
                    <a:pt x="91" y="12"/>
                    <a:pt x="87" y="15"/>
                    <a:pt x="83" y="15"/>
                  </a:cubicBezTo>
                  <a:cubicBezTo>
                    <a:pt x="75" y="15"/>
                    <a:pt x="74" y="7"/>
                    <a:pt x="74" y="4"/>
                  </a:cubicBezTo>
                  <a:cubicBezTo>
                    <a:pt x="74" y="0"/>
                    <a:pt x="44" y="7"/>
                    <a:pt x="36" y="15"/>
                  </a:cubicBezTo>
                  <a:cubicBezTo>
                    <a:pt x="28" y="23"/>
                    <a:pt x="9" y="20"/>
                    <a:pt x="8" y="24"/>
                  </a:cubicBezTo>
                  <a:cubicBezTo>
                    <a:pt x="8" y="27"/>
                    <a:pt x="5" y="29"/>
                    <a:pt x="3" y="28"/>
                  </a:cubicBezTo>
                  <a:cubicBezTo>
                    <a:pt x="3" y="29"/>
                    <a:pt x="3" y="30"/>
                    <a:pt x="3" y="3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4" name="Google Shape;234;p31"/>
            <p:cNvSpPr/>
            <p:nvPr/>
          </p:nvSpPr>
          <p:spPr>
            <a:xfrm>
              <a:off x="5094468" y="2203523"/>
              <a:ext cx="82553" cy="76203"/>
            </a:xfrm>
            <a:custGeom>
              <a:avLst/>
              <a:gdLst/>
              <a:ahLst/>
              <a:cxnLst/>
              <a:rect l="l" t="t" r="r" b="b"/>
              <a:pathLst>
                <a:path w="64" h="61" extrusionOk="0">
                  <a:moveTo>
                    <a:pt x="47" y="56"/>
                  </a:moveTo>
                  <a:cubicBezTo>
                    <a:pt x="47" y="52"/>
                    <a:pt x="58" y="36"/>
                    <a:pt x="61" y="36"/>
                  </a:cubicBezTo>
                  <a:cubicBezTo>
                    <a:pt x="63" y="36"/>
                    <a:pt x="64" y="21"/>
                    <a:pt x="63" y="13"/>
                  </a:cubicBezTo>
                  <a:cubicBezTo>
                    <a:pt x="54" y="7"/>
                    <a:pt x="47" y="5"/>
                    <a:pt x="47" y="5"/>
                  </a:cubicBezTo>
                  <a:cubicBezTo>
                    <a:pt x="47" y="5"/>
                    <a:pt x="24" y="4"/>
                    <a:pt x="20" y="2"/>
                  </a:cubicBezTo>
                  <a:cubicBezTo>
                    <a:pt x="16" y="0"/>
                    <a:pt x="12" y="7"/>
                    <a:pt x="8" y="4"/>
                  </a:cubicBezTo>
                  <a:cubicBezTo>
                    <a:pt x="5" y="2"/>
                    <a:pt x="0" y="5"/>
                    <a:pt x="1" y="9"/>
                  </a:cubicBezTo>
                  <a:cubicBezTo>
                    <a:pt x="1" y="13"/>
                    <a:pt x="9" y="15"/>
                    <a:pt x="9" y="21"/>
                  </a:cubicBezTo>
                  <a:cubicBezTo>
                    <a:pt x="9" y="27"/>
                    <a:pt x="24" y="35"/>
                    <a:pt x="23" y="39"/>
                  </a:cubicBezTo>
                  <a:cubicBezTo>
                    <a:pt x="23" y="41"/>
                    <a:pt x="32" y="47"/>
                    <a:pt x="38" y="55"/>
                  </a:cubicBezTo>
                  <a:cubicBezTo>
                    <a:pt x="40" y="57"/>
                    <a:pt x="44" y="59"/>
                    <a:pt x="47" y="61"/>
                  </a:cubicBezTo>
                  <a:cubicBezTo>
                    <a:pt x="47" y="59"/>
                    <a:pt x="48" y="57"/>
                    <a:pt x="47" y="5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5" name="Google Shape;235;p31"/>
            <p:cNvSpPr/>
            <p:nvPr/>
          </p:nvSpPr>
          <p:spPr>
            <a:xfrm>
              <a:off x="5054779" y="2168597"/>
              <a:ext cx="120654" cy="103191"/>
            </a:xfrm>
            <a:custGeom>
              <a:avLst/>
              <a:gdLst/>
              <a:ahLst/>
              <a:cxnLst/>
              <a:rect l="l" t="t" r="r" b="b"/>
              <a:pathLst>
                <a:path w="94" h="83" extrusionOk="0">
                  <a:moveTo>
                    <a:pt x="54" y="67"/>
                  </a:moveTo>
                  <a:cubicBezTo>
                    <a:pt x="55" y="63"/>
                    <a:pt x="40" y="55"/>
                    <a:pt x="40" y="49"/>
                  </a:cubicBezTo>
                  <a:cubicBezTo>
                    <a:pt x="40" y="43"/>
                    <a:pt x="32" y="41"/>
                    <a:pt x="32" y="37"/>
                  </a:cubicBezTo>
                  <a:cubicBezTo>
                    <a:pt x="31" y="33"/>
                    <a:pt x="36" y="30"/>
                    <a:pt x="39" y="32"/>
                  </a:cubicBezTo>
                  <a:cubicBezTo>
                    <a:pt x="43" y="35"/>
                    <a:pt x="47" y="28"/>
                    <a:pt x="51" y="30"/>
                  </a:cubicBezTo>
                  <a:cubicBezTo>
                    <a:pt x="55" y="32"/>
                    <a:pt x="78" y="33"/>
                    <a:pt x="78" y="33"/>
                  </a:cubicBezTo>
                  <a:cubicBezTo>
                    <a:pt x="78" y="33"/>
                    <a:pt x="85" y="35"/>
                    <a:pt x="94" y="41"/>
                  </a:cubicBezTo>
                  <a:cubicBezTo>
                    <a:pt x="94" y="39"/>
                    <a:pt x="93" y="38"/>
                    <a:pt x="93" y="37"/>
                  </a:cubicBezTo>
                  <a:cubicBezTo>
                    <a:pt x="91" y="32"/>
                    <a:pt x="93" y="26"/>
                    <a:pt x="87" y="24"/>
                  </a:cubicBezTo>
                  <a:cubicBezTo>
                    <a:pt x="85" y="23"/>
                    <a:pt x="83" y="18"/>
                    <a:pt x="83" y="14"/>
                  </a:cubicBezTo>
                  <a:cubicBezTo>
                    <a:pt x="80" y="14"/>
                    <a:pt x="78" y="15"/>
                    <a:pt x="77" y="15"/>
                  </a:cubicBezTo>
                  <a:cubicBezTo>
                    <a:pt x="72" y="17"/>
                    <a:pt x="62" y="16"/>
                    <a:pt x="59" y="11"/>
                  </a:cubicBezTo>
                  <a:cubicBezTo>
                    <a:pt x="56" y="8"/>
                    <a:pt x="48" y="3"/>
                    <a:pt x="44" y="0"/>
                  </a:cubicBezTo>
                  <a:cubicBezTo>
                    <a:pt x="42" y="2"/>
                    <a:pt x="36" y="7"/>
                    <a:pt x="34" y="8"/>
                  </a:cubicBezTo>
                  <a:cubicBezTo>
                    <a:pt x="30" y="8"/>
                    <a:pt x="32" y="16"/>
                    <a:pt x="29" y="16"/>
                  </a:cubicBezTo>
                  <a:cubicBezTo>
                    <a:pt x="26" y="16"/>
                    <a:pt x="24" y="22"/>
                    <a:pt x="23" y="24"/>
                  </a:cubicBezTo>
                  <a:cubicBezTo>
                    <a:pt x="22" y="26"/>
                    <a:pt x="15" y="22"/>
                    <a:pt x="12" y="24"/>
                  </a:cubicBezTo>
                  <a:cubicBezTo>
                    <a:pt x="10" y="24"/>
                    <a:pt x="3" y="25"/>
                    <a:pt x="0" y="26"/>
                  </a:cubicBezTo>
                  <a:cubicBezTo>
                    <a:pt x="0" y="30"/>
                    <a:pt x="0" y="33"/>
                    <a:pt x="3" y="33"/>
                  </a:cubicBezTo>
                  <a:cubicBezTo>
                    <a:pt x="7" y="33"/>
                    <a:pt x="16" y="33"/>
                    <a:pt x="16" y="39"/>
                  </a:cubicBezTo>
                  <a:cubicBezTo>
                    <a:pt x="17" y="45"/>
                    <a:pt x="28" y="59"/>
                    <a:pt x="32" y="64"/>
                  </a:cubicBezTo>
                  <a:cubicBezTo>
                    <a:pt x="36" y="69"/>
                    <a:pt x="46" y="68"/>
                    <a:pt x="46" y="72"/>
                  </a:cubicBezTo>
                  <a:cubicBezTo>
                    <a:pt x="47" y="75"/>
                    <a:pt x="53" y="79"/>
                    <a:pt x="61" y="80"/>
                  </a:cubicBezTo>
                  <a:cubicBezTo>
                    <a:pt x="63" y="80"/>
                    <a:pt x="66" y="81"/>
                    <a:pt x="69" y="83"/>
                  </a:cubicBezTo>
                  <a:cubicBezTo>
                    <a:pt x="63" y="75"/>
                    <a:pt x="54" y="69"/>
                    <a:pt x="54" y="6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6" name="Google Shape;236;p31"/>
            <p:cNvSpPr/>
            <p:nvPr/>
          </p:nvSpPr>
          <p:spPr>
            <a:xfrm>
              <a:off x="5170670" y="2278138"/>
              <a:ext cx="42864" cy="79378"/>
            </a:xfrm>
            <a:custGeom>
              <a:avLst/>
              <a:gdLst/>
              <a:ahLst/>
              <a:cxnLst/>
              <a:rect l="l" t="t" r="r" b="b"/>
              <a:pathLst>
                <a:path w="33" h="64" extrusionOk="0">
                  <a:moveTo>
                    <a:pt x="22" y="55"/>
                  </a:moveTo>
                  <a:cubicBezTo>
                    <a:pt x="26" y="54"/>
                    <a:pt x="24" y="51"/>
                    <a:pt x="26" y="48"/>
                  </a:cubicBezTo>
                  <a:cubicBezTo>
                    <a:pt x="29" y="45"/>
                    <a:pt x="32" y="40"/>
                    <a:pt x="33" y="38"/>
                  </a:cubicBezTo>
                  <a:cubicBezTo>
                    <a:pt x="33" y="38"/>
                    <a:pt x="33" y="38"/>
                    <a:pt x="33" y="37"/>
                  </a:cubicBezTo>
                  <a:cubicBezTo>
                    <a:pt x="28" y="33"/>
                    <a:pt x="24" y="31"/>
                    <a:pt x="23" y="26"/>
                  </a:cubicBezTo>
                  <a:cubicBezTo>
                    <a:pt x="22" y="22"/>
                    <a:pt x="23" y="14"/>
                    <a:pt x="25" y="8"/>
                  </a:cubicBezTo>
                  <a:cubicBezTo>
                    <a:pt x="22" y="6"/>
                    <a:pt x="12" y="0"/>
                    <a:pt x="10" y="0"/>
                  </a:cubicBezTo>
                  <a:cubicBezTo>
                    <a:pt x="7" y="0"/>
                    <a:pt x="2" y="6"/>
                    <a:pt x="1" y="12"/>
                  </a:cubicBezTo>
                  <a:cubicBezTo>
                    <a:pt x="8" y="16"/>
                    <a:pt x="11" y="18"/>
                    <a:pt x="6" y="23"/>
                  </a:cubicBezTo>
                  <a:cubicBezTo>
                    <a:pt x="1" y="28"/>
                    <a:pt x="0" y="45"/>
                    <a:pt x="5" y="49"/>
                  </a:cubicBezTo>
                  <a:cubicBezTo>
                    <a:pt x="11" y="53"/>
                    <a:pt x="12" y="62"/>
                    <a:pt x="17" y="64"/>
                  </a:cubicBezTo>
                  <a:cubicBezTo>
                    <a:pt x="19" y="60"/>
                    <a:pt x="20" y="55"/>
                    <a:pt x="22" y="5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7" name="Google Shape;237;p31"/>
            <p:cNvSpPr/>
            <p:nvPr/>
          </p:nvSpPr>
          <p:spPr>
            <a:xfrm>
              <a:off x="4961113" y="2098745"/>
              <a:ext cx="168281" cy="73027"/>
            </a:xfrm>
            <a:custGeom>
              <a:avLst/>
              <a:gdLst/>
              <a:ahLst/>
              <a:cxnLst/>
              <a:rect l="l" t="t" r="r" b="b"/>
              <a:pathLst>
                <a:path w="131" h="59" extrusionOk="0">
                  <a:moveTo>
                    <a:pt x="111" y="5"/>
                  </a:moveTo>
                  <a:cubicBezTo>
                    <a:pt x="106" y="0"/>
                    <a:pt x="94" y="0"/>
                    <a:pt x="94" y="0"/>
                  </a:cubicBezTo>
                  <a:cubicBezTo>
                    <a:pt x="94" y="0"/>
                    <a:pt x="93" y="5"/>
                    <a:pt x="92" y="8"/>
                  </a:cubicBezTo>
                  <a:cubicBezTo>
                    <a:pt x="90" y="10"/>
                    <a:pt x="82" y="10"/>
                    <a:pt x="76" y="9"/>
                  </a:cubicBezTo>
                  <a:cubicBezTo>
                    <a:pt x="75" y="11"/>
                    <a:pt x="68" y="13"/>
                    <a:pt x="67" y="15"/>
                  </a:cubicBezTo>
                  <a:cubicBezTo>
                    <a:pt x="65" y="19"/>
                    <a:pt x="57" y="17"/>
                    <a:pt x="60" y="26"/>
                  </a:cubicBezTo>
                  <a:cubicBezTo>
                    <a:pt x="62" y="36"/>
                    <a:pt x="55" y="33"/>
                    <a:pt x="53" y="31"/>
                  </a:cubicBezTo>
                  <a:cubicBezTo>
                    <a:pt x="50" y="30"/>
                    <a:pt x="38" y="32"/>
                    <a:pt x="35" y="35"/>
                  </a:cubicBezTo>
                  <a:cubicBezTo>
                    <a:pt x="31" y="38"/>
                    <a:pt x="27" y="37"/>
                    <a:pt x="24" y="36"/>
                  </a:cubicBezTo>
                  <a:cubicBezTo>
                    <a:pt x="22" y="34"/>
                    <a:pt x="16" y="33"/>
                    <a:pt x="14" y="37"/>
                  </a:cubicBezTo>
                  <a:cubicBezTo>
                    <a:pt x="11" y="41"/>
                    <a:pt x="7" y="34"/>
                    <a:pt x="4" y="35"/>
                  </a:cubicBezTo>
                  <a:cubicBezTo>
                    <a:pt x="0" y="35"/>
                    <a:pt x="2" y="42"/>
                    <a:pt x="2" y="44"/>
                  </a:cubicBezTo>
                  <a:cubicBezTo>
                    <a:pt x="2" y="46"/>
                    <a:pt x="7" y="50"/>
                    <a:pt x="11" y="49"/>
                  </a:cubicBezTo>
                  <a:cubicBezTo>
                    <a:pt x="14" y="47"/>
                    <a:pt x="19" y="49"/>
                    <a:pt x="22" y="51"/>
                  </a:cubicBezTo>
                  <a:cubicBezTo>
                    <a:pt x="25" y="53"/>
                    <a:pt x="31" y="49"/>
                    <a:pt x="33" y="47"/>
                  </a:cubicBezTo>
                  <a:cubicBezTo>
                    <a:pt x="35" y="46"/>
                    <a:pt x="46" y="46"/>
                    <a:pt x="47" y="46"/>
                  </a:cubicBezTo>
                  <a:cubicBezTo>
                    <a:pt x="48" y="46"/>
                    <a:pt x="48" y="52"/>
                    <a:pt x="50" y="53"/>
                  </a:cubicBezTo>
                  <a:cubicBezTo>
                    <a:pt x="52" y="54"/>
                    <a:pt x="60" y="55"/>
                    <a:pt x="66" y="55"/>
                  </a:cubicBezTo>
                  <a:cubicBezTo>
                    <a:pt x="73" y="56"/>
                    <a:pt x="83" y="59"/>
                    <a:pt x="86" y="59"/>
                  </a:cubicBezTo>
                  <a:cubicBezTo>
                    <a:pt x="89" y="59"/>
                    <a:pt x="94" y="53"/>
                    <a:pt x="101" y="53"/>
                  </a:cubicBezTo>
                  <a:cubicBezTo>
                    <a:pt x="108" y="53"/>
                    <a:pt x="112" y="49"/>
                    <a:pt x="113" y="49"/>
                  </a:cubicBezTo>
                  <a:cubicBezTo>
                    <a:pt x="113" y="49"/>
                    <a:pt x="113" y="49"/>
                    <a:pt x="113" y="49"/>
                  </a:cubicBezTo>
                  <a:cubicBezTo>
                    <a:pt x="114" y="47"/>
                    <a:pt x="115" y="46"/>
                    <a:pt x="116" y="45"/>
                  </a:cubicBezTo>
                  <a:cubicBezTo>
                    <a:pt x="119" y="45"/>
                    <a:pt x="117" y="40"/>
                    <a:pt x="119" y="38"/>
                  </a:cubicBezTo>
                  <a:cubicBezTo>
                    <a:pt x="121" y="35"/>
                    <a:pt x="117" y="30"/>
                    <a:pt x="121" y="31"/>
                  </a:cubicBezTo>
                  <a:cubicBezTo>
                    <a:pt x="125" y="31"/>
                    <a:pt x="129" y="31"/>
                    <a:pt x="129" y="26"/>
                  </a:cubicBezTo>
                  <a:cubicBezTo>
                    <a:pt x="129" y="24"/>
                    <a:pt x="130" y="23"/>
                    <a:pt x="131" y="21"/>
                  </a:cubicBezTo>
                  <a:cubicBezTo>
                    <a:pt x="127" y="16"/>
                    <a:pt x="124" y="7"/>
                    <a:pt x="124" y="7"/>
                  </a:cubicBezTo>
                  <a:cubicBezTo>
                    <a:pt x="124" y="7"/>
                    <a:pt x="115" y="10"/>
                    <a:pt x="111"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8" name="Google Shape;238;p31"/>
            <p:cNvSpPr/>
            <p:nvPr/>
          </p:nvSpPr>
          <p:spPr>
            <a:xfrm>
              <a:off x="5107168" y="2106682"/>
              <a:ext cx="147643" cy="82553"/>
            </a:xfrm>
            <a:custGeom>
              <a:avLst/>
              <a:gdLst/>
              <a:ahLst/>
              <a:cxnLst/>
              <a:rect l="l" t="t" r="r" b="b"/>
              <a:pathLst>
                <a:path w="115" h="66" extrusionOk="0">
                  <a:moveTo>
                    <a:pt x="111" y="13"/>
                  </a:moveTo>
                  <a:cubicBezTo>
                    <a:pt x="110" y="12"/>
                    <a:pt x="108" y="11"/>
                    <a:pt x="107" y="10"/>
                  </a:cubicBezTo>
                  <a:cubicBezTo>
                    <a:pt x="102" y="9"/>
                    <a:pt x="97" y="8"/>
                    <a:pt x="96" y="6"/>
                  </a:cubicBezTo>
                  <a:cubicBezTo>
                    <a:pt x="93" y="3"/>
                    <a:pt x="81" y="2"/>
                    <a:pt x="79" y="1"/>
                  </a:cubicBezTo>
                  <a:cubicBezTo>
                    <a:pt x="78" y="0"/>
                    <a:pt x="67" y="11"/>
                    <a:pt x="63" y="11"/>
                  </a:cubicBezTo>
                  <a:cubicBezTo>
                    <a:pt x="60" y="11"/>
                    <a:pt x="44" y="13"/>
                    <a:pt x="44" y="17"/>
                  </a:cubicBezTo>
                  <a:cubicBezTo>
                    <a:pt x="44" y="21"/>
                    <a:pt x="26" y="22"/>
                    <a:pt x="20" y="17"/>
                  </a:cubicBezTo>
                  <a:cubicBezTo>
                    <a:pt x="20" y="17"/>
                    <a:pt x="19" y="16"/>
                    <a:pt x="18" y="14"/>
                  </a:cubicBezTo>
                  <a:cubicBezTo>
                    <a:pt x="17" y="16"/>
                    <a:pt x="16" y="17"/>
                    <a:pt x="16" y="19"/>
                  </a:cubicBezTo>
                  <a:cubicBezTo>
                    <a:pt x="16" y="24"/>
                    <a:pt x="12" y="24"/>
                    <a:pt x="8" y="24"/>
                  </a:cubicBezTo>
                  <a:cubicBezTo>
                    <a:pt x="4" y="23"/>
                    <a:pt x="8" y="28"/>
                    <a:pt x="6" y="31"/>
                  </a:cubicBezTo>
                  <a:cubicBezTo>
                    <a:pt x="4" y="33"/>
                    <a:pt x="6" y="38"/>
                    <a:pt x="3" y="38"/>
                  </a:cubicBezTo>
                  <a:cubicBezTo>
                    <a:pt x="2" y="39"/>
                    <a:pt x="1" y="40"/>
                    <a:pt x="0" y="42"/>
                  </a:cubicBezTo>
                  <a:cubicBezTo>
                    <a:pt x="1" y="43"/>
                    <a:pt x="4" y="49"/>
                    <a:pt x="4" y="49"/>
                  </a:cubicBezTo>
                  <a:cubicBezTo>
                    <a:pt x="4" y="49"/>
                    <a:pt x="4" y="49"/>
                    <a:pt x="4" y="49"/>
                  </a:cubicBezTo>
                  <a:cubicBezTo>
                    <a:pt x="8" y="52"/>
                    <a:pt x="16" y="57"/>
                    <a:pt x="19" y="60"/>
                  </a:cubicBezTo>
                  <a:cubicBezTo>
                    <a:pt x="22" y="65"/>
                    <a:pt x="32" y="66"/>
                    <a:pt x="37" y="64"/>
                  </a:cubicBezTo>
                  <a:cubicBezTo>
                    <a:pt x="41" y="63"/>
                    <a:pt x="61" y="57"/>
                    <a:pt x="61" y="57"/>
                  </a:cubicBezTo>
                  <a:cubicBezTo>
                    <a:pt x="61" y="57"/>
                    <a:pt x="66" y="59"/>
                    <a:pt x="69" y="59"/>
                  </a:cubicBezTo>
                  <a:cubicBezTo>
                    <a:pt x="70" y="59"/>
                    <a:pt x="71" y="60"/>
                    <a:pt x="74" y="60"/>
                  </a:cubicBezTo>
                  <a:cubicBezTo>
                    <a:pt x="75" y="59"/>
                    <a:pt x="80" y="57"/>
                    <a:pt x="84" y="53"/>
                  </a:cubicBezTo>
                  <a:cubicBezTo>
                    <a:pt x="90" y="47"/>
                    <a:pt x="98" y="28"/>
                    <a:pt x="100" y="26"/>
                  </a:cubicBezTo>
                  <a:cubicBezTo>
                    <a:pt x="103" y="24"/>
                    <a:pt x="109" y="21"/>
                    <a:pt x="112" y="19"/>
                  </a:cubicBezTo>
                  <a:cubicBezTo>
                    <a:pt x="115" y="16"/>
                    <a:pt x="114" y="14"/>
                    <a:pt x="111" y="1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39" name="Google Shape;239;p31"/>
            <p:cNvSpPr/>
            <p:nvPr/>
          </p:nvSpPr>
          <p:spPr>
            <a:xfrm>
              <a:off x="5021440" y="2041593"/>
              <a:ext cx="141293" cy="69852"/>
            </a:xfrm>
            <a:custGeom>
              <a:avLst/>
              <a:gdLst/>
              <a:ahLst/>
              <a:cxnLst/>
              <a:rect l="l" t="t" r="r" b="b"/>
              <a:pathLst>
                <a:path w="111" h="56" extrusionOk="0">
                  <a:moveTo>
                    <a:pt x="106" y="25"/>
                  </a:moveTo>
                  <a:cubicBezTo>
                    <a:pt x="103" y="24"/>
                    <a:pt x="94" y="25"/>
                    <a:pt x="94" y="23"/>
                  </a:cubicBezTo>
                  <a:cubicBezTo>
                    <a:pt x="93" y="20"/>
                    <a:pt x="93" y="16"/>
                    <a:pt x="89" y="16"/>
                  </a:cubicBezTo>
                  <a:cubicBezTo>
                    <a:pt x="86" y="16"/>
                    <a:pt x="81" y="14"/>
                    <a:pt x="79" y="18"/>
                  </a:cubicBezTo>
                  <a:cubicBezTo>
                    <a:pt x="78" y="22"/>
                    <a:pt x="71" y="17"/>
                    <a:pt x="70" y="14"/>
                  </a:cubicBezTo>
                  <a:cubicBezTo>
                    <a:pt x="69" y="11"/>
                    <a:pt x="67" y="9"/>
                    <a:pt x="58" y="6"/>
                  </a:cubicBezTo>
                  <a:cubicBezTo>
                    <a:pt x="55" y="4"/>
                    <a:pt x="51" y="2"/>
                    <a:pt x="48" y="0"/>
                  </a:cubicBezTo>
                  <a:cubicBezTo>
                    <a:pt x="48" y="0"/>
                    <a:pt x="48" y="1"/>
                    <a:pt x="47" y="2"/>
                  </a:cubicBezTo>
                  <a:cubicBezTo>
                    <a:pt x="46" y="4"/>
                    <a:pt x="40" y="0"/>
                    <a:pt x="38" y="2"/>
                  </a:cubicBezTo>
                  <a:cubicBezTo>
                    <a:pt x="35" y="4"/>
                    <a:pt x="28" y="5"/>
                    <a:pt x="23" y="9"/>
                  </a:cubicBezTo>
                  <a:cubicBezTo>
                    <a:pt x="19" y="13"/>
                    <a:pt x="10" y="14"/>
                    <a:pt x="5" y="16"/>
                  </a:cubicBezTo>
                  <a:cubicBezTo>
                    <a:pt x="0" y="17"/>
                    <a:pt x="4" y="22"/>
                    <a:pt x="6" y="25"/>
                  </a:cubicBezTo>
                  <a:cubicBezTo>
                    <a:pt x="8" y="29"/>
                    <a:pt x="8" y="37"/>
                    <a:pt x="12" y="40"/>
                  </a:cubicBezTo>
                  <a:cubicBezTo>
                    <a:pt x="16" y="43"/>
                    <a:pt x="29" y="51"/>
                    <a:pt x="30" y="54"/>
                  </a:cubicBezTo>
                  <a:cubicBezTo>
                    <a:pt x="31" y="54"/>
                    <a:pt x="31" y="54"/>
                    <a:pt x="30" y="55"/>
                  </a:cubicBezTo>
                  <a:cubicBezTo>
                    <a:pt x="36" y="56"/>
                    <a:pt x="44" y="56"/>
                    <a:pt x="46" y="54"/>
                  </a:cubicBezTo>
                  <a:cubicBezTo>
                    <a:pt x="47" y="51"/>
                    <a:pt x="48" y="46"/>
                    <a:pt x="48" y="46"/>
                  </a:cubicBezTo>
                  <a:cubicBezTo>
                    <a:pt x="48" y="46"/>
                    <a:pt x="60" y="46"/>
                    <a:pt x="65" y="51"/>
                  </a:cubicBezTo>
                  <a:cubicBezTo>
                    <a:pt x="69" y="56"/>
                    <a:pt x="78" y="53"/>
                    <a:pt x="78" y="53"/>
                  </a:cubicBezTo>
                  <a:cubicBezTo>
                    <a:pt x="78" y="53"/>
                    <a:pt x="79" y="54"/>
                    <a:pt x="79" y="56"/>
                  </a:cubicBezTo>
                  <a:cubicBezTo>
                    <a:pt x="81" y="53"/>
                    <a:pt x="82" y="51"/>
                    <a:pt x="84" y="51"/>
                  </a:cubicBezTo>
                  <a:cubicBezTo>
                    <a:pt x="89" y="50"/>
                    <a:pt x="96" y="49"/>
                    <a:pt x="101" y="42"/>
                  </a:cubicBezTo>
                  <a:cubicBezTo>
                    <a:pt x="104" y="39"/>
                    <a:pt x="108" y="36"/>
                    <a:pt x="111" y="34"/>
                  </a:cubicBezTo>
                  <a:cubicBezTo>
                    <a:pt x="109" y="31"/>
                    <a:pt x="108" y="27"/>
                    <a:pt x="106" y="2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0" name="Google Shape;240;p31"/>
            <p:cNvSpPr/>
            <p:nvPr/>
          </p:nvSpPr>
          <p:spPr>
            <a:xfrm>
              <a:off x="5121456" y="2082869"/>
              <a:ext cx="127005" cy="52389"/>
            </a:xfrm>
            <a:custGeom>
              <a:avLst/>
              <a:gdLst/>
              <a:ahLst/>
              <a:cxnLst/>
              <a:rect l="l" t="t" r="r" b="b"/>
              <a:pathLst>
                <a:path w="99" h="42" extrusionOk="0">
                  <a:moveTo>
                    <a:pt x="74" y="5"/>
                  </a:moveTo>
                  <a:cubicBezTo>
                    <a:pt x="68" y="5"/>
                    <a:pt x="65" y="2"/>
                    <a:pt x="60" y="3"/>
                  </a:cubicBezTo>
                  <a:cubicBezTo>
                    <a:pt x="56" y="5"/>
                    <a:pt x="48" y="3"/>
                    <a:pt x="45" y="2"/>
                  </a:cubicBezTo>
                  <a:cubicBezTo>
                    <a:pt x="42" y="0"/>
                    <a:pt x="39" y="5"/>
                    <a:pt x="35" y="3"/>
                  </a:cubicBezTo>
                  <a:cubicBezTo>
                    <a:pt x="34" y="2"/>
                    <a:pt x="33" y="2"/>
                    <a:pt x="32" y="1"/>
                  </a:cubicBezTo>
                  <a:cubicBezTo>
                    <a:pt x="29" y="3"/>
                    <a:pt x="25" y="6"/>
                    <a:pt x="22" y="9"/>
                  </a:cubicBezTo>
                  <a:cubicBezTo>
                    <a:pt x="17" y="16"/>
                    <a:pt x="10" y="17"/>
                    <a:pt x="5" y="18"/>
                  </a:cubicBezTo>
                  <a:cubicBezTo>
                    <a:pt x="3" y="18"/>
                    <a:pt x="2" y="20"/>
                    <a:pt x="0" y="23"/>
                  </a:cubicBezTo>
                  <a:cubicBezTo>
                    <a:pt x="2" y="27"/>
                    <a:pt x="5" y="34"/>
                    <a:pt x="8" y="37"/>
                  </a:cubicBezTo>
                  <a:cubicBezTo>
                    <a:pt x="14" y="42"/>
                    <a:pt x="32" y="41"/>
                    <a:pt x="32" y="37"/>
                  </a:cubicBezTo>
                  <a:cubicBezTo>
                    <a:pt x="32" y="33"/>
                    <a:pt x="48" y="31"/>
                    <a:pt x="51" y="31"/>
                  </a:cubicBezTo>
                  <a:cubicBezTo>
                    <a:pt x="55" y="31"/>
                    <a:pt x="66" y="20"/>
                    <a:pt x="67" y="21"/>
                  </a:cubicBezTo>
                  <a:cubicBezTo>
                    <a:pt x="69" y="22"/>
                    <a:pt x="81" y="23"/>
                    <a:pt x="84" y="26"/>
                  </a:cubicBezTo>
                  <a:cubicBezTo>
                    <a:pt x="85" y="28"/>
                    <a:pt x="90" y="29"/>
                    <a:pt x="95" y="30"/>
                  </a:cubicBezTo>
                  <a:cubicBezTo>
                    <a:pt x="93" y="28"/>
                    <a:pt x="91" y="26"/>
                    <a:pt x="91" y="24"/>
                  </a:cubicBezTo>
                  <a:cubicBezTo>
                    <a:pt x="91" y="21"/>
                    <a:pt x="97" y="13"/>
                    <a:pt x="99" y="11"/>
                  </a:cubicBezTo>
                  <a:cubicBezTo>
                    <a:pt x="99" y="11"/>
                    <a:pt x="99" y="11"/>
                    <a:pt x="99" y="11"/>
                  </a:cubicBezTo>
                  <a:cubicBezTo>
                    <a:pt x="95" y="10"/>
                    <a:pt x="90" y="9"/>
                    <a:pt x="89" y="8"/>
                  </a:cubicBezTo>
                  <a:cubicBezTo>
                    <a:pt x="87" y="6"/>
                    <a:pt x="80" y="4"/>
                    <a:pt x="74"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1" name="Google Shape;241;p31"/>
            <p:cNvSpPr/>
            <p:nvPr/>
          </p:nvSpPr>
          <p:spPr>
            <a:xfrm>
              <a:off x="4816645" y="1968565"/>
              <a:ext cx="93666" cy="77790"/>
            </a:xfrm>
            <a:custGeom>
              <a:avLst/>
              <a:gdLst/>
              <a:ahLst/>
              <a:cxnLst/>
              <a:rect l="l" t="t" r="r" b="b"/>
              <a:pathLst>
                <a:path w="73" h="63" extrusionOk="0">
                  <a:moveTo>
                    <a:pt x="23" y="49"/>
                  </a:moveTo>
                  <a:cubicBezTo>
                    <a:pt x="26" y="46"/>
                    <a:pt x="32" y="47"/>
                    <a:pt x="35" y="50"/>
                  </a:cubicBezTo>
                  <a:cubicBezTo>
                    <a:pt x="38" y="54"/>
                    <a:pt x="43" y="54"/>
                    <a:pt x="48" y="59"/>
                  </a:cubicBezTo>
                  <a:cubicBezTo>
                    <a:pt x="49" y="60"/>
                    <a:pt x="50" y="62"/>
                    <a:pt x="51" y="63"/>
                  </a:cubicBezTo>
                  <a:cubicBezTo>
                    <a:pt x="52" y="59"/>
                    <a:pt x="52" y="52"/>
                    <a:pt x="53" y="49"/>
                  </a:cubicBezTo>
                  <a:cubicBezTo>
                    <a:pt x="55" y="45"/>
                    <a:pt x="52" y="41"/>
                    <a:pt x="54" y="41"/>
                  </a:cubicBezTo>
                  <a:cubicBezTo>
                    <a:pt x="57" y="41"/>
                    <a:pt x="64" y="41"/>
                    <a:pt x="64" y="36"/>
                  </a:cubicBezTo>
                  <a:cubicBezTo>
                    <a:pt x="64" y="31"/>
                    <a:pt x="66" y="33"/>
                    <a:pt x="68" y="30"/>
                  </a:cubicBezTo>
                  <a:cubicBezTo>
                    <a:pt x="70" y="28"/>
                    <a:pt x="63" y="22"/>
                    <a:pt x="62" y="21"/>
                  </a:cubicBezTo>
                  <a:cubicBezTo>
                    <a:pt x="61" y="19"/>
                    <a:pt x="67" y="19"/>
                    <a:pt x="71" y="13"/>
                  </a:cubicBezTo>
                  <a:cubicBezTo>
                    <a:pt x="73" y="10"/>
                    <a:pt x="72" y="6"/>
                    <a:pt x="71" y="1"/>
                  </a:cubicBezTo>
                  <a:cubicBezTo>
                    <a:pt x="70" y="2"/>
                    <a:pt x="69" y="4"/>
                    <a:pt x="66" y="2"/>
                  </a:cubicBezTo>
                  <a:cubicBezTo>
                    <a:pt x="62" y="0"/>
                    <a:pt x="56" y="1"/>
                    <a:pt x="48" y="3"/>
                  </a:cubicBezTo>
                  <a:cubicBezTo>
                    <a:pt x="41" y="4"/>
                    <a:pt x="38" y="12"/>
                    <a:pt x="41" y="15"/>
                  </a:cubicBezTo>
                  <a:cubicBezTo>
                    <a:pt x="44" y="18"/>
                    <a:pt x="34" y="20"/>
                    <a:pt x="33" y="16"/>
                  </a:cubicBezTo>
                  <a:cubicBezTo>
                    <a:pt x="32" y="11"/>
                    <a:pt x="24" y="14"/>
                    <a:pt x="25" y="20"/>
                  </a:cubicBezTo>
                  <a:cubicBezTo>
                    <a:pt x="25" y="25"/>
                    <a:pt x="16" y="27"/>
                    <a:pt x="17" y="34"/>
                  </a:cubicBezTo>
                  <a:cubicBezTo>
                    <a:pt x="17" y="41"/>
                    <a:pt x="8" y="47"/>
                    <a:pt x="3" y="51"/>
                  </a:cubicBezTo>
                  <a:cubicBezTo>
                    <a:pt x="2" y="51"/>
                    <a:pt x="1" y="52"/>
                    <a:pt x="0" y="52"/>
                  </a:cubicBezTo>
                  <a:cubicBezTo>
                    <a:pt x="3" y="54"/>
                    <a:pt x="5" y="54"/>
                    <a:pt x="6" y="54"/>
                  </a:cubicBezTo>
                  <a:cubicBezTo>
                    <a:pt x="11" y="54"/>
                    <a:pt x="20" y="52"/>
                    <a:pt x="23" y="4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2" name="Google Shape;242;p31"/>
            <p:cNvSpPr/>
            <p:nvPr/>
          </p:nvSpPr>
          <p:spPr>
            <a:xfrm>
              <a:off x="4875385" y="2066994"/>
              <a:ext cx="15876" cy="20638"/>
            </a:xfrm>
            <a:custGeom>
              <a:avLst/>
              <a:gdLst/>
              <a:ahLst/>
              <a:cxnLst/>
              <a:rect l="l" t="t" r="r" b="b"/>
              <a:pathLst>
                <a:path w="12" h="16" extrusionOk="0">
                  <a:moveTo>
                    <a:pt x="7" y="0"/>
                  </a:moveTo>
                  <a:cubicBezTo>
                    <a:pt x="3" y="2"/>
                    <a:pt x="0" y="6"/>
                    <a:pt x="0" y="15"/>
                  </a:cubicBezTo>
                  <a:cubicBezTo>
                    <a:pt x="4" y="15"/>
                    <a:pt x="9" y="15"/>
                    <a:pt x="12" y="16"/>
                  </a:cubicBezTo>
                  <a:cubicBezTo>
                    <a:pt x="11" y="7"/>
                    <a:pt x="7" y="4"/>
                    <a:pt x="6" y="2"/>
                  </a:cubicBezTo>
                  <a:cubicBezTo>
                    <a:pt x="6" y="1"/>
                    <a:pt x="6" y="1"/>
                    <a:pt x="7"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3" name="Google Shape;243;p31"/>
            <p:cNvSpPr/>
            <p:nvPr/>
          </p:nvSpPr>
          <p:spPr>
            <a:xfrm>
              <a:off x="4800770" y="2025717"/>
              <a:ext cx="88903" cy="61915"/>
            </a:xfrm>
            <a:custGeom>
              <a:avLst/>
              <a:gdLst/>
              <a:ahLst/>
              <a:cxnLst/>
              <a:rect l="l" t="t" r="r" b="b"/>
              <a:pathLst>
                <a:path w="69" h="49" extrusionOk="0">
                  <a:moveTo>
                    <a:pt x="2" y="14"/>
                  </a:moveTo>
                  <a:cubicBezTo>
                    <a:pt x="3" y="16"/>
                    <a:pt x="7" y="23"/>
                    <a:pt x="9" y="20"/>
                  </a:cubicBezTo>
                  <a:cubicBezTo>
                    <a:pt x="10" y="17"/>
                    <a:pt x="14" y="24"/>
                    <a:pt x="18" y="26"/>
                  </a:cubicBezTo>
                  <a:cubicBezTo>
                    <a:pt x="21" y="28"/>
                    <a:pt x="28" y="30"/>
                    <a:pt x="29" y="32"/>
                  </a:cubicBezTo>
                  <a:cubicBezTo>
                    <a:pt x="29" y="35"/>
                    <a:pt x="30" y="40"/>
                    <a:pt x="34" y="38"/>
                  </a:cubicBezTo>
                  <a:cubicBezTo>
                    <a:pt x="37" y="37"/>
                    <a:pt x="41" y="31"/>
                    <a:pt x="41" y="34"/>
                  </a:cubicBezTo>
                  <a:cubicBezTo>
                    <a:pt x="41" y="37"/>
                    <a:pt x="43" y="43"/>
                    <a:pt x="47" y="43"/>
                  </a:cubicBezTo>
                  <a:cubicBezTo>
                    <a:pt x="50" y="42"/>
                    <a:pt x="52" y="49"/>
                    <a:pt x="56" y="48"/>
                  </a:cubicBezTo>
                  <a:cubicBezTo>
                    <a:pt x="56" y="48"/>
                    <a:pt x="57" y="48"/>
                    <a:pt x="58" y="48"/>
                  </a:cubicBezTo>
                  <a:cubicBezTo>
                    <a:pt x="58" y="39"/>
                    <a:pt x="61" y="35"/>
                    <a:pt x="65" y="33"/>
                  </a:cubicBezTo>
                  <a:cubicBezTo>
                    <a:pt x="65" y="32"/>
                    <a:pt x="68" y="30"/>
                    <a:pt x="68" y="28"/>
                  </a:cubicBezTo>
                  <a:cubicBezTo>
                    <a:pt x="69" y="25"/>
                    <a:pt x="63" y="20"/>
                    <a:pt x="63" y="17"/>
                  </a:cubicBezTo>
                  <a:cubicBezTo>
                    <a:pt x="63" y="17"/>
                    <a:pt x="63" y="17"/>
                    <a:pt x="63" y="17"/>
                  </a:cubicBezTo>
                  <a:cubicBezTo>
                    <a:pt x="62" y="16"/>
                    <a:pt x="61" y="14"/>
                    <a:pt x="60" y="13"/>
                  </a:cubicBezTo>
                  <a:cubicBezTo>
                    <a:pt x="55" y="8"/>
                    <a:pt x="50" y="8"/>
                    <a:pt x="47" y="4"/>
                  </a:cubicBezTo>
                  <a:cubicBezTo>
                    <a:pt x="44" y="1"/>
                    <a:pt x="38" y="0"/>
                    <a:pt x="35" y="3"/>
                  </a:cubicBezTo>
                  <a:cubicBezTo>
                    <a:pt x="32" y="6"/>
                    <a:pt x="23" y="8"/>
                    <a:pt x="18" y="8"/>
                  </a:cubicBezTo>
                  <a:cubicBezTo>
                    <a:pt x="17" y="8"/>
                    <a:pt x="15" y="8"/>
                    <a:pt x="12" y="6"/>
                  </a:cubicBezTo>
                  <a:cubicBezTo>
                    <a:pt x="8" y="8"/>
                    <a:pt x="4" y="10"/>
                    <a:pt x="0" y="11"/>
                  </a:cubicBezTo>
                  <a:cubicBezTo>
                    <a:pt x="1" y="12"/>
                    <a:pt x="2" y="12"/>
                    <a:pt x="2" y="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4" name="Google Shape;244;p31"/>
            <p:cNvSpPr/>
            <p:nvPr/>
          </p:nvSpPr>
          <p:spPr>
            <a:xfrm>
              <a:off x="5200834" y="2117795"/>
              <a:ext cx="204795" cy="130179"/>
            </a:xfrm>
            <a:custGeom>
              <a:avLst/>
              <a:gdLst/>
              <a:ahLst/>
              <a:cxnLst/>
              <a:rect l="l" t="t" r="r" b="b"/>
              <a:pathLst>
                <a:path w="160" h="104" extrusionOk="0">
                  <a:moveTo>
                    <a:pt x="143" y="69"/>
                  </a:moveTo>
                  <a:cubicBezTo>
                    <a:pt x="139" y="69"/>
                    <a:pt x="135" y="67"/>
                    <a:pt x="136" y="65"/>
                  </a:cubicBezTo>
                  <a:cubicBezTo>
                    <a:pt x="136" y="65"/>
                    <a:pt x="136" y="65"/>
                    <a:pt x="137" y="64"/>
                  </a:cubicBezTo>
                  <a:cubicBezTo>
                    <a:pt x="132" y="61"/>
                    <a:pt x="130" y="48"/>
                    <a:pt x="134" y="45"/>
                  </a:cubicBezTo>
                  <a:cubicBezTo>
                    <a:pt x="138" y="41"/>
                    <a:pt x="127" y="25"/>
                    <a:pt x="122" y="20"/>
                  </a:cubicBezTo>
                  <a:cubicBezTo>
                    <a:pt x="120" y="17"/>
                    <a:pt x="115" y="9"/>
                    <a:pt x="111" y="0"/>
                  </a:cubicBezTo>
                  <a:cubicBezTo>
                    <a:pt x="107" y="1"/>
                    <a:pt x="103" y="3"/>
                    <a:pt x="102" y="4"/>
                  </a:cubicBezTo>
                  <a:cubicBezTo>
                    <a:pt x="101" y="7"/>
                    <a:pt x="95" y="9"/>
                    <a:pt x="92" y="9"/>
                  </a:cubicBezTo>
                  <a:cubicBezTo>
                    <a:pt x="89" y="9"/>
                    <a:pt x="86" y="8"/>
                    <a:pt x="84" y="10"/>
                  </a:cubicBezTo>
                  <a:cubicBezTo>
                    <a:pt x="81" y="13"/>
                    <a:pt x="77" y="14"/>
                    <a:pt x="76" y="12"/>
                  </a:cubicBezTo>
                  <a:cubicBezTo>
                    <a:pt x="74" y="11"/>
                    <a:pt x="69" y="9"/>
                    <a:pt x="65" y="9"/>
                  </a:cubicBezTo>
                  <a:cubicBezTo>
                    <a:pt x="62" y="9"/>
                    <a:pt x="50" y="6"/>
                    <a:pt x="48" y="6"/>
                  </a:cubicBezTo>
                  <a:cubicBezTo>
                    <a:pt x="46" y="6"/>
                    <a:pt x="43" y="6"/>
                    <a:pt x="41" y="7"/>
                  </a:cubicBezTo>
                  <a:cubicBezTo>
                    <a:pt x="41" y="8"/>
                    <a:pt x="41" y="9"/>
                    <a:pt x="39" y="11"/>
                  </a:cubicBezTo>
                  <a:cubicBezTo>
                    <a:pt x="36" y="13"/>
                    <a:pt x="30" y="16"/>
                    <a:pt x="27" y="18"/>
                  </a:cubicBezTo>
                  <a:cubicBezTo>
                    <a:pt x="25" y="20"/>
                    <a:pt x="17" y="39"/>
                    <a:pt x="11" y="45"/>
                  </a:cubicBezTo>
                  <a:cubicBezTo>
                    <a:pt x="6" y="50"/>
                    <a:pt x="1" y="51"/>
                    <a:pt x="0" y="53"/>
                  </a:cubicBezTo>
                  <a:cubicBezTo>
                    <a:pt x="0" y="55"/>
                    <a:pt x="7" y="60"/>
                    <a:pt x="7" y="63"/>
                  </a:cubicBezTo>
                  <a:cubicBezTo>
                    <a:pt x="7" y="66"/>
                    <a:pt x="8" y="69"/>
                    <a:pt x="12" y="69"/>
                  </a:cubicBezTo>
                  <a:cubicBezTo>
                    <a:pt x="17" y="69"/>
                    <a:pt x="12" y="79"/>
                    <a:pt x="15" y="80"/>
                  </a:cubicBezTo>
                  <a:cubicBezTo>
                    <a:pt x="18" y="81"/>
                    <a:pt x="34" y="82"/>
                    <a:pt x="34" y="86"/>
                  </a:cubicBezTo>
                  <a:cubicBezTo>
                    <a:pt x="34" y="89"/>
                    <a:pt x="36" y="92"/>
                    <a:pt x="35" y="94"/>
                  </a:cubicBezTo>
                  <a:cubicBezTo>
                    <a:pt x="40" y="95"/>
                    <a:pt x="44" y="101"/>
                    <a:pt x="45" y="101"/>
                  </a:cubicBezTo>
                  <a:cubicBezTo>
                    <a:pt x="48" y="100"/>
                    <a:pt x="62" y="103"/>
                    <a:pt x="64" y="103"/>
                  </a:cubicBezTo>
                  <a:cubicBezTo>
                    <a:pt x="67" y="102"/>
                    <a:pt x="79" y="103"/>
                    <a:pt x="83" y="103"/>
                  </a:cubicBezTo>
                  <a:cubicBezTo>
                    <a:pt x="87" y="104"/>
                    <a:pt x="92" y="102"/>
                    <a:pt x="95" y="98"/>
                  </a:cubicBezTo>
                  <a:cubicBezTo>
                    <a:pt x="99" y="94"/>
                    <a:pt x="112" y="94"/>
                    <a:pt x="116" y="94"/>
                  </a:cubicBezTo>
                  <a:cubicBezTo>
                    <a:pt x="121" y="95"/>
                    <a:pt x="129" y="96"/>
                    <a:pt x="130" y="98"/>
                  </a:cubicBezTo>
                  <a:cubicBezTo>
                    <a:pt x="131" y="100"/>
                    <a:pt x="136" y="102"/>
                    <a:pt x="141" y="104"/>
                  </a:cubicBezTo>
                  <a:cubicBezTo>
                    <a:pt x="142" y="101"/>
                    <a:pt x="141" y="98"/>
                    <a:pt x="141" y="94"/>
                  </a:cubicBezTo>
                  <a:cubicBezTo>
                    <a:pt x="141" y="89"/>
                    <a:pt x="145" y="80"/>
                    <a:pt x="150" y="80"/>
                  </a:cubicBezTo>
                  <a:cubicBezTo>
                    <a:pt x="155" y="79"/>
                    <a:pt x="160" y="79"/>
                    <a:pt x="159" y="70"/>
                  </a:cubicBezTo>
                  <a:cubicBezTo>
                    <a:pt x="159" y="70"/>
                    <a:pt x="159" y="70"/>
                    <a:pt x="159" y="69"/>
                  </a:cubicBezTo>
                  <a:cubicBezTo>
                    <a:pt x="156" y="67"/>
                    <a:pt x="154" y="65"/>
                    <a:pt x="153" y="65"/>
                  </a:cubicBezTo>
                  <a:cubicBezTo>
                    <a:pt x="151" y="65"/>
                    <a:pt x="145" y="69"/>
                    <a:pt x="143" y="6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5" name="Google Shape;245;p31"/>
            <p:cNvSpPr/>
            <p:nvPr/>
          </p:nvSpPr>
          <p:spPr>
            <a:xfrm>
              <a:off x="5342127" y="2113033"/>
              <a:ext cx="69852" cy="84140"/>
            </a:xfrm>
            <a:custGeom>
              <a:avLst/>
              <a:gdLst/>
              <a:ahLst/>
              <a:cxnLst/>
              <a:rect l="l" t="t" r="r" b="b"/>
              <a:pathLst>
                <a:path w="54" h="68" extrusionOk="0">
                  <a:moveTo>
                    <a:pt x="39" y="18"/>
                  </a:moveTo>
                  <a:cubicBezTo>
                    <a:pt x="37" y="11"/>
                    <a:pt x="30" y="9"/>
                    <a:pt x="27" y="9"/>
                  </a:cubicBezTo>
                  <a:cubicBezTo>
                    <a:pt x="23" y="9"/>
                    <a:pt x="17" y="0"/>
                    <a:pt x="13" y="1"/>
                  </a:cubicBezTo>
                  <a:cubicBezTo>
                    <a:pt x="10" y="1"/>
                    <a:pt x="5" y="2"/>
                    <a:pt x="0" y="4"/>
                  </a:cubicBezTo>
                  <a:cubicBezTo>
                    <a:pt x="4" y="13"/>
                    <a:pt x="9" y="21"/>
                    <a:pt x="11" y="24"/>
                  </a:cubicBezTo>
                  <a:cubicBezTo>
                    <a:pt x="16" y="29"/>
                    <a:pt x="27" y="45"/>
                    <a:pt x="23" y="49"/>
                  </a:cubicBezTo>
                  <a:cubicBezTo>
                    <a:pt x="19" y="52"/>
                    <a:pt x="21" y="65"/>
                    <a:pt x="26" y="68"/>
                  </a:cubicBezTo>
                  <a:cubicBezTo>
                    <a:pt x="28" y="66"/>
                    <a:pt x="36" y="56"/>
                    <a:pt x="36" y="53"/>
                  </a:cubicBezTo>
                  <a:cubicBezTo>
                    <a:pt x="36" y="50"/>
                    <a:pt x="36" y="44"/>
                    <a:pt x="42" y="45"/>
                  </a:cubicBezTo>
                  <a:cubicBezTo>
                    <a:pt x="49" y="47"/>
                    <a:pt x="54" y="49"/>
                    <a:pt x="54" y="47"/>
                  </a:cubicBezTo>
                  <a:cubicBezTo>
                    <a:pt x="54" y="45"/>
                    <a:pt x="53" y="38"/>
                    <a:pt x="50" y="36"/>
                  </a:cubicBezTo>
                  <a:cubicBezTo>
                    <a:pt x="48" y="33"/>
                    <a:pt x="41" y="25"/>
                    <a:pt x="39" y="1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6" name="Google Shape;246;p31"/>
            <p:cNvSpPr/>
            <p:nvPr/>
          </p:nvSpPr>
          <p:spPr>
            <a:xfrm>
              <a:off x="5238935" y="2235274"/>
              <a:ext cx="142880" cy="74615"/>
            </a:xfrm>
            <a:custGeom>
              <a:avLst/>
              <a:gdLst/>
              <a:ahLst/>
              <a:cxnLst/>
              <a:rect l="l" t="t" r="r" b="b"/>
              <a:pathLst>
                <a:path w="111" h="60" extrusionOk="0">
                  <a:moveTo>
                    <a:pt x="86" y="0"/>
                  </a:moveTo>
                  <a:cubicBezTo>
                    <a:pt x="82" y="0"/>
                    <a:pt x="69" y="0"/>
                    <a:pt x="65" y="4"/>
                  </a:cubicBezTo>
                  <a:cubicBezTo>
                    <a:pt x="62" y="8"/>
                    <a:pt x="57" y="10"/>
                    <a:pt x="53" y="9"/>
                  </a:cubicBezTo>
                  <a:cubicBezTo>
                    <a:pt x="49" y="9"/>
                    <a:pt x="37" y="8"/>
                    <a:pt x="34" y="9"/>
                  </a:cubicBezTo>
                  <a:cubicBezTo>
                    <a:pt x="32" y="9"/>
                    <a:pt x="18" y="6"/>
                    <a:pt x="15" y="7"/>
                  </a:cubicBezTo>
                  <a:cubicBezTo>
                    <a:pt x="14" y="7"/>
                    <a:pt x="10" y="1"/>
                    <a:pt x="5" y="0"/>
                  </a:cubicBezTo>
                  <a:cubicBezTo>
                    <a:pt x="5" y="0"/>
                    <a:pt x="5" y="1"/>
                    <a:pt x="4" y="1"/>
                  </a:cubicBezTo>
                  <a:cubicBezTo>
                    <a:pt x="0" y="4"/>
                    <a:pt x="0" y="10"/>
                    <a:pt x="4" y="14"/>
                  </a:cubicBezTo>
                  <a:cubicBezTo>
                    <a:pt x="8" y="17"/>
                    <a:pt x="13" y="25"/>
                    <a:pt x="9" y="25"/>
                  </a:cubicBezTo>
                  <a:cubicBezTo>
                    <a:pt x="6" y="25"/>
                    <a:pt x="3" y="30"/>
                    <a:pt x="4" y="32"/>
                  </a:cubicBezTo>
                  <a:cubicBezTo>
                    <a:pt x="4" y="34"/>
                    <a:pt x="2" y="39"/>
                    <a:pt x="4" y="41"/>
                  </a:cubicBezTo>
                  <a:cubicBezTo>
                    <a:pt x="5" y="42"/>
                    <a:pt x="13" y="50"/>
                    <a:pt x="13" y="52"/>
                  </a:cubicBezTo>
                  <a:cubicBezTo>
                    <a:pt x="14" y="54"/>
                    <a:pt x="17" y="55"/>
                    <a:pt x="17" y="57"/>
                  </a:cubicBezTo>
                  <a:cubicBezTo>
                    <a:pt x="23" y="56"/>
                    <a:pt x="37" y="56"/>
                    <a:pt x="40" y="57"/>
                  </a:cubicBezTo>
                  <a:cubicBezTo>
                    <a:pt x="45" y="59"/>
                    <a:pt x="59" y="60"/>
                    <a:pt x="59" y="60"/>
                  </a:cubicBezTo>
                  <a:cubicBezTo>
                    <a:pt x="63" y="60"/>
                    <a:pt x="67" y="59"/>
                    <a:pt x="66" y="56"/>
                  </a:cubicBezTo>
                  <a:cubicBezTo>
                    <a:pt x="65" y="54"/>
                    <a:pt x="71" y="52"/>
                    <a:pt x="74" y="52"/>
                  </a:cubicBezTo>
                  <a:cubicBezTo>
                    <a:pt x="74" y="50"/>
                    <a:pt x="73" y="48"/>
                    <a:pt x="74" y="47"/>
                  </a:cubicBezTo>
                  <a:cubicBezTo>
                    <a:pt x="76" y="46"/>
                    <a:pt x="88" y="45"/>
                    <a:pt x="92" y="47"/>
                  </a:cubicBezTo>
                  <a:cubicBezTo>
                    <a:pt x="95" y="48"/>
                    <a:pt x="97" y="47"/>
                    <a:pt x="99" y="46"/>
                  </a:cubicBezTo>
                  <a:cubicBezTo>
                    <a:pt x="99" y="44"/>
                    <a:pt x="98" y="42"/>
                    <a:pt x="97" y="42"/>
                  </a:cubicBezTo>
                  <a:cubicBezTo>
                    <a:pt x="94" y="41"/>
                    <a:pt x="90" y="29"/>
                    <a:pt x="93" y="28"/>
                  </a:cubicBezTo>
                  <a:cubicBezTo>
                    <a:pt x="97" y="28"/>
                    <a:pt x="102" y="15"/>
                    <a:pt x="107" y="13"/>
                  </a:cubicBezTo>
                  <a:cubicBezTo>
                    <a:pt x="110" y="13"/>
                    <a:pt x="111" y="11"/>
                    <a:pt x="111" y="10"/>
                  </a:cubicBezTo>
                  <a:cubicBezTo>
                    <a:pt x="106" y="8"/>
                    <a:pt x="101" y="6"/>
                    <a:pt x="100" y="4"/>
                  </a:cubicBezTo>
                  <a:cubicBezTo>
                    <a:pt x="99" y="2"/>
                    <a:pt x="91" y="1"/>
                    <a:pt x="86"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7" name="Google Shape;247;p31"/>
            <p:cNvSpPr/>
            <p:nvPr/>
          </p:nvSpPr>
          <p:spPr>
            <a:xfrm>
              <a:off x="5199246" y="2281313"/>
              <a:ext cx="61915" cy="42864"/>
            </a:xfrm>
            <a:custGeom>
              <a:avLst/>
              <a:gdLst/>
              <a:ahLst/>
              <a:cxnLst/>
              <a:rect l="l" t="t" r="r" b="b"/>
              <a:pathLst>
                <a:path w="48" h="34" extrusionOk="0">
                  <a:moveTo>
                    <a:pt x="11" y="34"/>
                  </a:moveTo>
                  <a:cubicBezTo>
                    <a:pt x="11" y="34"/>
                    <a:pt x="11" y="34"/>
                    <a:pt x="11" y="34"/>
                  </a:cubicBezTo>
                  <a:cubicBezTo>
                    <a:pt x="11" y="34"/>
                    <a:pt x="11" y="34"/>
                    <a:pt x="12" y="34"/>
                  </a:cubicBezTo>
                  <a:cubicBezTo>
                    <a:pt x="12" y="34"/>
                    <a:pt x="12" y="34"/>
                    <a:pt x="12" y="34"/>
                  </a:cubicBezTo>
                  <a:cubicBezTo>
                    <a:pt x="12" y="34"/>
                    <a:pt x="13" y="34"/>
                    <a:pt x="13" y="34"/>
                  </a:cubicBezTo>
                  <a:cubicBezTo>
                    <a:pt x="13" y="34"/>
                    <a:pt x="13" y="34"/>
                    <a:pt x="13" y="34"/>
                  </a:cubicBezTo>
                  <a:cubicBezTo>
                    <a:pt x="15" y="34"/>
                    <a:pt x="17" y="34"/>
                    <a:pt x="19" y="34"/>
                  </a:cubicBezTo>
                  <a:cubicBezTo>
                    <a:pt x="19" y="34"/>
                    <a:pt x="19" y="34"/>
                    <a:pt x="19" y="34"/>
                  </a:cubicBezTo>
                  <a:cubicBezTo>
                    <a:pt x="20" y="34"/>
                    <a:pt x="20" y="34"/>
                    <a:pt x="21" y="34"/>
                  </a:cubicBezTo>
                  <a:cubicBezTo>
                    <a:pt x="21" y="34"/>
                    <a:pt x="21" y="34"/>
                    <a:pt x="21" y="34"/>
                  </a:cubicBezTo>
                  <a:cubicBezTo>
                    <a:pt x="22" y="34"/>
                    <a:pt x="22" y="33"/>
                    <a:pt x="23" y="33"/>
                  </a:cubicBezTo>
                  <a:cubicBezTo>
                    <a:pt x="28" y="32"/>
                    <a:pt x="29" y="27"/>
                    <a:pt x="31" y="28"/>
                  </a:cubicBezTo>
                  <a:cubicBezTo>
                    <a:pt x="33" y="29"/>
                    <a:pt x="46" y="23"/>
                    <a:pt x="47" y="21"/>
                  </a:cubicBezTo>
                  <a:cubicBezTo>
                    <a:pt x="48" y="20"/>
                    <a:pt x="48" y="20"/>
                    <a:pt x="48" y="20"/>
                  </a:cubicBezTo>
                  <a:cubicBezTo>
                    <a:pt x="48" y="18"/>
                    <a:pt x="45" y="17"/>
                    <a:pt x="44" y="15"/>
                  </a:cubicBezTo>
                  <a:cubicBezTo>
                    <a:pt x="44" y="13"/>
                    <a:pt x="36" y="5"/>
                    <a:pt x="35" y="4"/>
                  </a:cubicBezTo>
                  <a:cubicBezTo>
                    <a:pt x="34" y="3"/>
                    <a:pt x="34" y="3"/>
                    <a:pt x="34" y="2"/>
                  </a:cubicBezTo>
                  <a:cubicBezTo>
                    <a:pt x="34" y="2"/>
                    <a:pt x="34" y="2"/>
                    <a:pt x="34" y="2"/>
                  </a:cubicBezTo>
                  <a:cubicBezTo>
                    <a:pt x="34" y="2"/>
                    <a:pt x="34" y="1"/>
                    <a:pt x="34" y="0"/>
                  </a:cubicBezTo>
                  <a:cubicBezTo>
                    <a:pt x="22" y="2"/>
                    <a:pt x="4" y="6"/>
                    <a:pt x="4" y="6"/>
                  </a:cubicBezTo>
                  <a:cubicBezTo>
                    <a:pt x="4" y="6"/>
                    <a:pt x="3" y="6"/>
                    <a:pt x="3" y="5"/>
                  </a:cubicBezTo>
                  <a:cubicBezTo>
                    <a:pt x="1" y="11"/>
                    <a:pt x="0" y="19"/>
                    <a:pt x="1" y="23"/>
                  </a:cubicBezTo>
                  <a:cubicBezTo>
                    <a:pt x="2" y="28"/>
                    <a:pt x="6" y="30"/>
                    <a:pt x="11" y="3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8" name="Google Shape;248;p31"/>
            <p:cNvSpPr/>
            <p:nvPr/>
          </p:nvSpPr>
          <p:spPr>
            <a:xfrm>
              <a:off x="5238935" y="1998729"/>
              <a:ext cx="403239" cy="230195"/>
            </a:xfrm>
            <a:custGeom>
              <a:avLst/>
              <a:gdLst/>
              <a:ahLst/>
              <a:cxnLst/>
              <a:rect l="l" t="t" r="r" b="b"/>
              <a:pathLst>
                <a:path w="315" h="183" extrusionOk="0">
                  <a:moveTo>
                    <a:pt x="280" y="114"/>
                  </a:moveTo>
                  <a:cubicBezTo>
                    <a:pt x="282" y="113"/>
                    <a:pt x="291" y="104"/>
                    <a:pt x="293" y="104"/>
                  </a:cubicBezTo>
                  <a:cubicBezTo>
                    <a:pt x="296" y="104"/>
                    <a:pt x="308" y="107"/>
                    <a:pt x="308" y="105"/>
                  </a:cubicBezTo>
                  <a:cubicBezTo>
                    <a:pt x="308" y="103"/>
                    <a:pt x="312" y="96"/>
                    <a:pt x="311" y="94"/>
                  </a:cubicBezTo>
                  <a:cubicBezTo>
                    <a:pt x="310" y="92"/>
                    <a:pt x="306" y="89"/>
                    <a:pt x="307" y="87"/>
                  </a:cubicBezTo>
                  <a:cubicBezTo>
                    <a:pt x="308" y="85"/>
                    <a:pt x="313" y="85"/>
                    <a:pt x="313" y="83"/>
                  </a:cubicBezTo>
                  <a:cubicBezTo>
                    <a:pt x="313" y="81"/>
                    <a:pt x="309" y="80"/>
                    <a:pt x="309" y="78"/>
                  </a:cubicBezTo>
                  <a:cubicBezTo>
                    <a:pt x="309" y="76"/>
                    <a:pt x="315" y="74"/>
                    <a:pt x="314" y="71"/>
                  </a:cubicBezTo>
                  <a:cubicBezTo>
                    <a:pt x="314" y="67"/>
                    <a:pt x="309" y="67"/>
                    <a:pt x="304" y="64"/>
                  </a:cubicBezTo>
                  <a:cubicBezTo>
                    <a:pt x="299" y="62"/>
                    <a:pt x="294" y="63"/>
                    <a:pt x="289" y="60"/>
                  </a:cubicBezTo>
                  <a:cubicBezTo>
                    <a:pt x="284" y="58"/>
                    <a:pt x="275" y="60"/>
                    <a:pt x="275" y="58"/>
                  </a:cubicBezTo>
                  <a:cubicBezTo>
                    <a:pt x="275" y="56"/>
                    <a:pt x="268" y="51"/>
                    <a:pt x="267" y="49"/>
                  </a:cubicBezTo>
                  <a:cubicBezTo>
                    <a:pt x="265" y="46"/>
                    <a:pt x="260" y="47"/>
                    <a:pt x="257" y="49"/>
                  </a:cubicBezTo>
                  <a:cubicBezTo>
                    <a:pt x="254" y="51"/>
                    <a:pt x="251" y="52"/>
                    <a:pt x="248" y="50"/>
                  </a:cubicBezTo>
                  <a:cubicBezTo>
                    <a:pt x="245" y="48"/>
                    <a:pt x="242" y="45"/>
                    <a:pt x="239" y="46"/>
                  </a:cubicBezTo>
                  <a:cubicBezTo>
                    <a:pt x="237" y="47"/>
                    <a:pt x="232" y="47"/>
                    <a:pt x="233" y="43"/>
                  </a:cubicBezTo>
                  <a:cubicBezTo>
                    <a:pt x="234" y="39"/>
                    <a:pt x="228" y="30"/>
                    <a:pt x="225" y="29"/>
                  </a:cubicBezTo>
                  <a:cubicBezTo>
                    <a:pt x="222" y="28"/>
                    <a:pt x="214" y="30"/>
                    <a:pt x="212" y="26"/>
                  </a:cubicBezTo>
                  <a:cubicBezTo>
                    <a:pt x="210" y="22"/>
                    <a:pt x="207" y="19"/>
                    <a:pt x="208" y="16"/>
                  </a:cubicBezTo>
                  <a:cubicBezTo>
                    <a:pt x="210" y="13"/>
                    <a:pt x="208" y="6"/>
                    <a:pt x="206" y="3"/>
                  </a:cubicBezTo>
                  <a:cubicBezTo>
                    <a:pt x="204" y="0"/>
                    <a:pt x="194" y="0"/>
                    <a:pt x="191" y="1"/>
                  </a:cubicBezTo>
                  <a:cubicBezTo>
                    <a:pt x="189" y="2"/>
                    <a:pt x="182" y="0"/>
                    <a:pt x="180" y="2"/>
                  </a:cubicBezTo>
                  <a:cubicBezTo>
                    <a:pt x="177" y="3"/>
                    <a:pt x="175" y="6"/>
                    <a:pt x="171" y="6"/>
                  </a:cubicBezTo>
                  <a:cubicBezTo>
                    <a:pt x="169" y="6"/>
                    <a:pt x="168" y="6"/>
                    <a:pt x="167" y="4"/>
                  </a:cubicBezTo>
                  <a:cubicBezTo>
                    <a:pt x="162" y="6"/>
                    <a:pt x="155" y="6"/>
                    <a:pt x="155" y="6"/>
                  </a:cubicBezTo>
                  <a:cubicBezTo>
                    <a:pt x="155" y="6"/>
                    <a:pt x="145" y="15"/>
                    <a:pt x="145" y="18"/>
                  </a:cubicBezTo>
                  <a:cubicBezTo>
                    <a:pt x="145" y="21"/>
                    <a:pt x="144" y="26"/>
                    <a:pt x="142" y="24"/>
                  </a:cubicBezTo>
                  <a:cubicBezTo>
                    <a:pt x="139" y="21"/>
                    <a:pt x="128" y="21"/>
                    <a:pt x="125" y="22"/>
                  </a:cubicBezTo>
                  <a:cubicBezTo>
                    <a:pt x="123" y="24"/>
                    <a:pt x="119" y="16"/>
                    <a:pt x="114" y="19"/>
                  </a:cubicBezTo>
                  <a:cubicBezTo>
                    <a:pt x="109" y="21"/>
                    <a:pt x="103" y="15"/>
                    <a:pt x="103" y="18"/>
                  </a:cubicBezTo>
                  <a:cubicBezTo>
                    <a:pt x="102" y="20"/>
                    <a:pt x="95" y="18"/>
                    <a:pt x="91" y="16"/>
                  </a:cubicBezTo>
                  <a:cubicBezTo>
                    <a:pt x="86" y="14"/>
                    <a:pt x="77" y="17"/>
                    <a:pt x="74" y="14"/>
                  </a:cubicBezTo>
                  <a:cubicBezTo>
                    <a:pt x="71" y="10"/>
                    <a:pt x="51" y="10"/>
                    <a:pt x="44" y="10"/>
                  </a:cubicBezTo>
                  <a:cubicBezTo>
                    <a:pt x="37" y="10"/>
                    <a:pt x="36" y="14"/>
                    <a:pt x="33" y="17"/>
                  </a:cubicBezTo>
                  <a:cubicBezTo>
                    <a:pt x="30" y="20"/>
                    <a:pt x="27" y="19"/>
                    <a:pt x="23" y="19"/>
                  </a:cubicBezTo>
                  <a:cubicBezTo>
                    <a:pt x="24" y="21"/>
                    <a:pt x="24" y="24"/>
                    <a:pt x="25" y="25"/>
                  </a:cubicBezTo>
                  <a:cubicBezTo>
                    <a:pt x="26" y="27"/>
                    <a:pt x="34" y="38"/>
                    <a:pt x="32" y="42"/>
                  </a:cubicBezTo>
                  <a:cubicBezTo>
                    <a:pt x="30" y="46"/>
                    <a:pt x="26" y="46"/>
                    <a:pt x="24" y="48"/>
                  </a:cubicBezTo>
                  <a:cubicBezTo>
                    <a:pt x="22" y="51"/>
                    <a:pt x="8" y="63"/>
                    <a:pt x="7" y="65"/>
                  </a:cubicBezTo>
                  <a:cubicBezTo>
                    <a:pt x="7" y="67"/>
                    <a:pt x="10" y="76"/>
                    <a:pt x="8" y="77"/>
                  </a:cubicBezTo>
                  <a:cubicBezTo>
                    <a:pt x="6" y="79"/>
                    <a:pt x="0" y="87"/>
                    <a:pt x="0" y="90"/>
                  </a:cubicBezTo>
                  <a:cubicBezTo>
                    <a:pt x="0" y="93"/>
                    <a:pt x="4" y="98"/>
                    <a:pt x="8" y="99"/>
                  </a:cubicBezTo>
                  <a:cubicBezTo>
                    <a:pt x="9" y="99"/>
                    <a:pt x="10" y="100"/>
                    <a:pt x="11" y="101"/>
                  </a:cubicBezTo>
                  <a:cubicBezTo>
                    <a:pt x="13" y="100"/>
                    <a:pt x="16" y="100"/>
                    <a:pt x="18" y="100"/>
                  </a:cubicBezTo>
                  <a:cubicBezTo>
                    <a:pt x="20" y="100"/>
                    <a:pt x="32" y="103"/>
                    <a:pt x="35" y="103"/>
                  </a:cubicBezTo>
                  <a:cubicBezTo>
                    <a:pt x="39" y="103"/>
                    <a:pt x="44" y="105"/>
                    <a:pt x="46" y="106"/>
                  </a:cubicBezTo>
                  <a:cubicBezTo>
                    <a:pt x="47" y="108"/>
                    <a:pt x="51" y="107"/>
                    <a:pt x="54" y="104"/>
                  </a:cubicBezTo>
                  <a:cubicBezTo>
                    <a:pt x="56" y="102"/>
                    <a:pt x="59" y="103"/>
                    <a:pt x="62" y="103"/>
                  </a:cubicBezTo>
                  <a:cubicBezTo>
                    <a:pt x="65" y="103"/>
                    <a:pt x="71" y="101"/>
                    <a:pt x="72" y="98"/>
                  </a:cubicBezTo>
                  <a:cubicBezTo>
                    <a:pt x="74" y="95"/>
                    <a:pt x="89" y="91"/>
                    <a:pt x="94" y="91"/>
                  </a:cubicBezTo>
                  <a:cubicBezTo>
                    <a:pt x="98" y="90"/>
                    <a:pt x="104" y="99"/>
                    <a:pt x="108" y="99"/>
                  </a:cubicBezTo>
                  <a:cubicBezTo>
                    <a:pt x="111" y="99"/>
                    <a:pt x="118" y="101"/>
                    <a:pt x="120" y="108"/>
                  </a:cubicBezTo>
                  <a:cubicBezTo>
                    <a:pt x="122" y="115"/>
                    <a:pt x="129" y="123"/>
                    <a:pt x="131" y="126"/>
                  </a:cubicBezTo>
                  <a:cubicBezTo>
                    <a:pt x="134" y="128"/>
                    <a:pt x="135" y="135"/>
                    <a:pt x="135" y="137"/>
                  </a:cubicBezTo>
                  <a:cubicBezTo>
                    <a:pt x="135" y="139"/>
                    <a:pt x="130" y="137"/>
                    <a:pt x="123" y="135"/>
                  </a:cubicBezTo>
                  <a:cubicBezTo>
                    <a:pt x="117" y="134"/>
                    <a:pt x="117" y="140"/>
                    <a:pt x="117" y="143"/>
                  </a:cubicBezTo>
                  <a:cubicBezTo>
                    <a:pt x="117" y="146"/>
                    <a:pt x="108" y="157"/>
                    <a:pt x="106" y="159"/>
                  </a:cubicBezTo>
                  <a:cubicBezTo>
                    <a:pt x="105" y="161"/>
                    <a:pt x="109" y="163"/>
                    <a:pt x="113" y="163"/>
                  </a:cubicBezTo>
                  <a:cubicBezTo>
                    <a:pt x="115" y="163"/>
                    <a:pt x="121" y="159"/>
                    <a:pt x="123" y="159"/>
                  </a:cubicBezTo>
                  <a:cubicBezTo>
                    <a:pt x="124" y="159"/>
                    <a:pt x="126" y="161"/>
                    <a:pt x="129" y="163"/>
                  </a:cubicBezTo>
                  <a:cubicBezTo>
                    <a:pt x="128" y="155"/>
                    <a:pt x="130" y="156"/>
                    <a:pt x="137" y="150"/>
                  </a:cubicBezTo>
                  <a:cubicBezTo>
                    <a:pt x="145" y="144"/>
                    <a:pt x="146" y="134"/>
                    <a:pt x="153" y="132"/>
                  </a:cubicBezTo>
                  <a:cubicBezTo>
                    <a:pt x="159" y="131"/>
                    <a:pt x="162" y="128"/>
                    <a:pt x="172" y="130"/>
                  </a:cubicBezTo>
                  <a:cubicBezTo>
                    <a:pt x="182" y="131"/>
                    <a:pt x="167" y="137"/>
                    <a:pt x="174" y="141"/>
                  </a:cubicBezTo>
                  <a:cubicBezTo>
                    <a:pt x="181" y="145"/>
                    <a:pt x="202" y="140"/>
                    <a:pt x="203" y="145"/>
                  </a:cubicBezTo>
                  <a:cubicBezTo>
                    <a:pt x="204" y="150"/>
                    <a:pt x="179" y="156"/>
                    <a:pt x="179" y="158"/>
                  </a:cubicBezTo>
                  <a:cubicBezTo>
                    <a:pt x="180" y="161"/>
                    <a:pt x="192" y="164"/>
                    <a:pt x="197" y="166"/>
                  </a:cubicBezTo>
                  <a:cubicBezTo>
                    <a:pt x="201" y="169"/>
                    <a:pt x="196" y="177"/>
                    <a:pt x="198" y="180"/>
                  </a:cubicBezTo>
                  <a:cubicBezTo>
                    <a:pt x="200" y="183"/>
                    <a:pt x="207" y="180"/>
                    <a:pt x="212" y="177"/>
                  </a:cubicBezTo>
                  <a:cubicBezTo>
                    <a:pt x="218" y="173"/>
                    <a:pt x="222" y="174"/>
                    <a:pt x="229" y="169"/>
                  </a:cubicBezTo>
                  <a:cubicBezTo>
                    <a:pt x="236" y="165"/>
                    <a:pt x="251" y="169"/>
                    <a:pt x="252" y="166"/>
                  </a:cubicBezTo>
                  <a:cubicBezTo>
                    <a:pt x="254" y="163"/>
                    <a:pt x="248" y="160"/>
                    <a:pt x="235" y="161"/>
                  </a:cubicBezTo>
                  <a:cubicBezTo>
                    <a:pt x="221" y="162"/>
                    <a:pt x="220" y="149"/>
                    <a:pt x="220" y="147"/>
                  </a:cubicBezTo>
                  <a:cubicBezTo>
                    <a:pt x="220" y="144"/>
                    <a:pt x="234" y="134"/>
                    <a:pt x="243" y="133"/>
                  </a:cubicBezTo>
                  <a:cubicBezTo>
                    <a:pt x="251" y="132"/>
                    <a:pt x="257" y="130"/>
                    <a:pt x="265" y="126"/>
                  </a:cubicBezTo>
                  <a:cubicBezTo>
                    <a:pt x="268" y="125"/>
                    <a:pt x="274" y="123"/>
                    <a:pt x="279" y="122"/>
                  </a:cubicBezTo>
                  <a:cubicBezTo>
                    <a:pt x="278" y="118"/>
                    <a:pt x="277" y="114"/>
                    <a:pt x="280" y="1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49" name="Google Shape;249;p31"/>
            <p:cNvSpPr/>
            <p:nvPr/>
          </p:nvSpPr>
          <p:spPr>
            <a:xfrm>
              <a:off x="5261161" y="1882837"/>
              <a:ext cx="212733" cy="149230"/>
            </a:xfrm>
            <a:custGeom>
              <a:avLst/>
              <a:gdLst/>
              <a:ahLst/>
              <a:cxnLst/>
              <a:rect l="l" t="t" r="r" b="b"/>
              <a:pathLst>
                <a:path w="165" h="119" extrusionOk="0">
                  <a:moveTo>
                    <a:pt x="155" y="58"/>
                  </a:moveTo>
                  <a:cubicBezTo>
                    <a:pt x="152" y="57"/>
                    <a:pt x="150" y="50"/>
                    <a:pt x="145" y="48"/>
                  </a:cubicBezTo>
                  <a:cubicBezTo>
                    <a:pt x="140" y="46"/>
                    <a:pt x="141" y="40"/>
                    <a:pt x="137" y="37"/>
                  </a:cubicBezTo>
                  <a:cubicBezTo>
                    <a:pt x="132" y="34"/>
                    <a:pt x="135" y="29"/>
                    <a:pt x="135" y="25"/>
                  </a:cubicBezTo>
                  <a:cubicBezTo>
                    <a:pt x="134" y="20"/>
                    <a:pt x="135" y="14"/>
                    <a:pt x="133" y="13"/>
                  </a:cubicBezTo>
                  <a:cubicBezTo>
                    <a:pt x="131" y="11"/>
                    <a:pt x="121" y="6"/>
                    <a:pt x="117" y="8"/>
                  </a:cubicBezTo>
                  <a:cubicBezTo>
                    <a:pt x="112" y="10"/>
                    <a:pt x="109" y="11"/>
                    <a:pt x="107" y="8"/>
                  </a:cubicBezTo>
                  <a:cubicBezTo>
                    <a:pt x="105" y="4"/>
                    <a:pt x="103" y="2"/>
                    <a:pt x="98" y="4"/>
                  </a:cubicBezTo>
                  <a:cubicBezTo>
                    <a:pt x="94" y="5"/>
                    <a:pt x="91" y="3"/>
                    <a:pt x="89" y="1"/>
                  </a:cubicBezTo>
                  <a:cubicBezTo>
                    <a:pt x="88" y="1"/>
                    <a:pt x="88" y="0"/>
                    <a:pt x="88" y="0"/>
                  </a:cubicBezTo>
                  <a:cubicBezTo>
                    <a:pt x="86" y="0"/>
                    <a:pt x="84" y="1"/>
                    <a:pt x="82" y="2"/>
                  </a:cubicBezTo>
                  <a:cubicBezTo>
                    <a:pt x="80" y="4"/>
                    <a:pt x="79" y="8"/>
                    <a:pt x="76" y="8"/>
                  </a:cubicBezTo>
                  <a:cubicBezTo>
                    <a:pt x="72" y="8"/>
                    <a:pt x="68" y="6"/>
                    <a:pt x="64" y="10"/>
                  </a:cubicBezTo>
                  <a:cubicBezTo>
                    <a:pt x="59" y="13"/>
                    <a:pt x="58" y="16"/>
                    <a:pt x="59" y="19"/>
                  </a:cubicBezTo>
                  <a:cubicBezTo>
                    <a:pt x="59" y="22"/>
                    <a:pt x="60" y="26"/>
                    <a:pt x="57" y="26"/>
                  </a:cubicBezTo>
                  <a:cubicBezTo>
                    <a:pt x="54" y="26"/>
                    <a:pt x="54" y="29"/>
                    <a:pt x="51" y="30"/>
                  </a:cubicBezTo>
                  <a:cubicBezTo>
                    <a:pt x="48" y="31"/>
                    <a:pt x="43" y="36"/>
                    <a:pt x="42" y="39"/>
                  </a:cubicBezTo>
                  <a:cubicBezTo>
                    <a:pt x="42" y="41"/>
                    <a:pt x="42" y="47"/>
                    <a:pt x="40" y="47"/>
                  </a:cubicBezTo>
                  <a:cubicBezTo>
                    <a:pt x="38" y="47"/>
                    <a:pt x="30" y="48"/>
                    <a:pt x="28" y="51"/>
                  </a:cubicBezTo>
                  <a:cubicBezTo>
                    <a:pt x="26" y="53"/>
                    <a:pt x="24" y="56"/>
                    <a:pt x="19" y="55"/>
                  </a:cubicBezTo>
                  <a:cubicBezTo>
                    <a:pt x="17" y="54"/>
                    <a:pt x="11" y="54"/>
                    <a:pt x="6" y="54"/>
                  </a:cubicBezTo>
                  <a:cubicBezTo>
                    <a:pt x="6" y="55"/>
                    <a:pt x="6" y="55"/>
                    <a:pt x="6" y="56"/>
                  </a:cubicBezTo>
                  <a:cubicBezTo>
                    <a:pt x="4" y="61"/>
                    <a:pt x="6" y="66"/>
                    <a:pt x="9" y="69"/>
                  </a:cubicBezTo>
                  <a:cubicBezTo>
                    <a:pt x="12" y="72"/>
                    <a:pt x="13" y="83"/>
                    <a:pt x="10" y="84"/>
                  </a:cubicBezTo>
                  <a:cubicBezTo>
                    <a:pt x="6" y="86"/>
                    <a:pt x="0" y="90"/>
                    <a:pt x="0" y="93"/>
                  </a:cubicBezTo>
                  <a:cubicBezTo>
                    <a:pt x="0" y="96"/>
                    <a:pt x="7" y="98"/>
                    <a:pt x="6" y="102"/>
                  </a:cubicBezTo>
                  <a:cubicBezTo>
                    <a:pt x="5" y="104"/>
                    <a:pt x="5" y="108"/>
                    <a:pt x="5" y="112"/>
                  </a:cubicBezTo>
                  <a:cubicBezTo>
                    <a:pt x="9" y="112"/>
                    <a:pt x="12" y="113"/>
                    <a:pt x="15" y="110"/>
                  </a:cubicBezTo>
                  <a:cubicBezTo>
                    <a:pt x="18" y="107"/>
                    <a:pt x="19" y="103"/>
                    <a:pt x="26" y="103"/>
                  </a:cubicBezTo>
                  <a:cubicBezTo>
                    <a:pt x="33" y="103"/>
                    <a:pt x="53" y="103"/>
                    <a:pt x="56" y="107"/>
                  </a:cubicBezTo>
                  <a:cubicBezTo>
                    <a:pt x="59" y="110"/>
                    <a:pt x="68" y="107"/>
                    <a:pt x="73" y="109"/>
                  </a:cubicBezTo>
                  <a:cubicBezTo>
                    <a:pt x="77" y="111"/>
                    <a:pt x="84" y="113"/>
                    <a:pt x="85" y="111"/>
                  </a:cubicBezTo>
                  <a:cubicBezTo>
                    <a:pt x="85" y="108"/>
                    <a:pt x="91" y="114"/>
                    <a:pt x="96" y="112"/>
                  </a:cubicBezTo>
                  <a:cubicBezTo>
                    <a:pt x="101" y="109"/>
                    <a:pt x="105" y="117"/>
                    <a:pt x="107" y="115"/>
                  </a:cubicBezTo>
                  <a:cubicBezTo>
                    <a:pt x="110" y="114"/>
                    <a:pt x="121" y="114"/>
                    <a:pt x="124" y="117"/>
                  </a:cubicBezTo>
                  <a:cubicBezTo>
                    <a:pt x="126" y="119"/>
                    <a:pt x="127" y="114"/>
                    <a:pt x="127" y="111"/>
                  </a:cubicBezTo>
                  <a:cubicBezTo>
                    <a:pt x="127" y="108"/>
                    <a:pt x="137" y="99"/>
                    <a:pt x="137" y="99"/>
                  </a:cubicBezTo>
                  <a:cubicBezTo>
                    <a:pt x="137" y="99"/>
                    <a:pt x="144" y="99"/>
                    <a:pt x="149" y="97"/>
                  </a:cubicBezTo>
                  <a:cubicBezTo>
                    <a:pt x="148" y="96"/>
                    <a:pt x="147" y="93"/>
                    <a:pt x="146" y="90"/>
                  </a:cubicBezTo>
                  <a:cubicBezTo>
                    <a:pt x="144" y="81"/>
                    <a:pt x="141" y="76"/>
                    <a:pt x="143" y="73"/>
                  </a:cubicBezTo>
                  <a:cubicBezTo>
                    <a:pt x="146" y="70"/>
                    <a:pt x="152" y="77"/>
                    <a:pt x="156" y="75"/>
                  </a:cubicBezTo>
                  <a:cubicBezTo>
                    <a:pt x="159" y="74"/>
                    <a:pt x="165" y="70"/>
                    <a:pt x="165" y="67"/>
                  </a:cubicBezTo>
                  <a:cubicBezTo>
                    <a:pt x="164" y="63"/>
                    <a:pt x="158" y="59"/>
                    <a:pt x="155" y="5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0" name="Google Shape;250;p31"/>
            <p:cNvSpPr/>
            <p:nvPr/>
          </p:nvSpPr>
          <p:spPr>
            <a:xfrm>
              <a:off x="5208772" y="1822510"/>
              <a:ext cx="166693" cy="76203"/>
            </a:xfrm>
            <a:custGeom>
              <a:avLst/>
              <a:gdLst/>
              <a:ahLst/>
              <a:cxnLst/>
              <a:rect l="l" t="t" r="r" b="b"/>
              <a:pathLst>
                <a:path w="130" h="61" extrusionOk="0">
                  <a:moveTo>
                    <a:pt x="44" y="43"/>
                  </a:moveTo>
                  <a:cubicBezTo>
                    <a:pt x="49" y="43"/>
                    <a:pt x="60" y="45"/>
                    <a:pt x="66" y="43"/>
                  </a:cubicBezTo>
                  <a:cubicBezTo>
                    <a:pt x="73" y="40"/>
                    <a:pt x="73" y="48"/>
                    <a:pt x="77" y="47"/>
                  </a:cubicBezTo>
                  <a:cubicBezTo>
                    <a:pt x="81" y="46"/>
                    <a:pt x="89" y="52"/>
                    <a:pt x="93" y="56"/>
                  </a:cubicBezTo>
                  <a:cubicBezTo>
                    <a:pt x="96" y="58"/>
                    <a:pt x="99" y="59"/>
                    <a:pt x="102" y="61"/>
                  </a:cubicBezTo>
                  <a:cubicBezTo>
                    <a:pt x="103" y="60"/>
                    <a:pt x="104" y="59"/>
                    <a:pt x="106" y="58"/>
                  </a:cubicBezTo>
                  <a:cubicBezTo>
                    <a:pt x="110" y="54"/>
                    <a:pt x="114" y="56"/>
                    <a:pt x="118" y="56"/>
                  </a:cubicBezTo>
                  <a:cubicBezTo>
                    <a:pt x="121" y="56"/>
                    <a:pt x="122" y="52"/>
                    <a:pt x="124" y="50"/>
                  </a:cubicBezTo>
                  <a:cubicBezTo>
                    <a:pt x="126" y="49"/>
                    <a:pt x="128" y="48"/>
                    <a:pt x="130" y="48"/>
                  </a:cubicBezTo>
                  <a:cubicBezTo>
                    <a:pt x="129" y="45"/>
                    <a:pt x="128" y="39"/>
                    <a:pt x="126" y="37"/>
                  </a:cubicBezTo>
                  <a:cubicBezTo>
                    <a:pt x="123" y="34"/>
                    <a:pt x="119" y="29"/>
                    <a:pt x="121" y="27"/>
                  </a:cubicBezTo>
                  <a:cubicBezTo>
                    <a:pt x="122" y="24"/>
                    <a:pt x="122" y="20"/>
                    <a:pt x="119" y="17"/>
                  </a:cubicBezTo>
                  <a:cubicBezTo>
                    <a:pt x="117" y="15"/>
                    <a:pt x="116" y="14"/>
                    <a:pt x="116" y="12"/>
                  </a:cubicBezTo>
                  <a:cubicBezTo>
                    <a:pt x="109" y="11"/>
                    <a:pt x="101" y="11"/>
                    <a:pt x="99" y="11"/>
                  </a:cubicBezTo>
                  <a:cubicBezTo>
                    <a:pt x="96" y="12"/>
                    <a:pt x="83" y="2"/>
                    <a:pt x="81" y="1"/>
                  </a:cubicBezTo>
                  <a:cubicBezTo>
                    <a:pt x="80" y="0"/>
                    <a:pt x="70" y="0"/>
                    <a:pt x="62" y="1"/>
                  </a:cubicBezTo>
                  <a:cubicBezTo>
                    <a:pt x="57" y="6"/>
                    <a:pt x="61" y="10"/>
                    <a:pt x="61" y="18"/>
                  </a:cubicBezTo>
                  <a:cubicBezTo>
                    <a:pt x="60" y="27"/>
                    <a:pt x="51" y="25"/>
                    <a:pt x="46" y="25"/>
                  </a:cubicBezTo>
                  <a:cubicBezTo>
                    <a:pt x="41" y="25"/>
                    <a:pt x="33" y="10"/>
                    <a:pt x="31" y="7"/>
                  </a:cubicBezTo>
                  <a:cubicBezTo>
                    <a:pt x="28" y="4"/>
                    <a:pt x="20" y="11"/>
                    <a:pt x="14" y="15"/>
                  </a:cubicBezTo>
                  <a:cubicBezTo>
                    <a:pt x="8" y="18"/>
                    <a:pt x="11" y="26"/>
                    <a:pt x="7" y="29"/>
                  </a:cubicBezTo>
                  <a:cubicBezTo>
                    <a:pt x="2" y="32"/>
                    <a:pt x="0" y="38"/>
                    <a:pt x="4" y="46"/>
                  </a:cubicBezTo>
                  <a:cubicBezTo>
                    <a:pt x="4" y="46"/>
                    <a:pt x="4" y="46"/>
                    <a:pt x="4" y="47"/>
                  </a:cubicBezTo>
                  <a:cubicBezTo>
                    <a:pt x="10" y="46"/>
                    <a:pt x="15" y="45"/>
                    <a:pt x="18" y="43"/>
                  </a:cubicBezTo>
                  <a:cubicBezTo>
                    <a:pt x="24" y="39"/>
                    <a:pt x="39" y="43"/>
                    <a:pt x="44" y="4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1" name="Google Shape;251;p31"/>
            <p:cNvSpPr/>
            <p:nvPr/>
          </p:nvSpPr>
          <p:spPr>
            <a:xfrm>
              <a:off x="5208772" y="1871725"/>
              <a:ext cx="130180" cy="80965"/>
            </a:xfrm>
            <a:custGeom>
              <a:avLst/>
              <a:gdLst/>
              <a:ahLst/>
              <a:cxnLst/>
              <a:rect l="l" t="t" r="r" b="b"/>
              <a:pathLst>
                <a:path w="102" h="65" extrusionOk="0">
                  <a:moveTo>
                    <a:pt x="14" y="33"/>
                  </a:moveTo>
                  <a:cubicBezTo>
                    <a:pt x="16" y="35"/>
                    <a:pt x="22" y="38"/>
                    <a:pt x="25" y="36"/>
                  </a:cubicBezTo>
                  <a:cubicBezTo>
                    <a:pt x="27" y="35"/>
                    <a:pt x="35" y="39"/>
                    <a:pt x="35" y="42"/>
                  </a:cubicBezTo>
                  <a:cubicBezTo>
                    <a:pt x="35" y="45"/>
                    <a:pt x="33" y="55"/>
                    <a:pt x="35" y="55"/>
                  </a:cubicBezTo>
                  <a:cubicBezTo>
                    <a:pt x="36" y="55"/>
                    <a:pt x="48" y="58"/>
                    <a:pt x="48" y="63"/>
                  </a:cubicBezTo>
                  <a:cubicBezTo>
                    <a:pt x="53" y="63"/>
                    <a:pt x="59" y="63"/>
                    <a:pt x="61" y="64"/>
                  </a:cubicBezTo>
                  <a:cubicBezTo>
                    <a:pt x="66" y="65"/>
                    <a:pt x="68" y="62"/>
                    <a:pt x="70" y="60"/>
                  </a:cubicBezTo>
                  <a:cubicBezTo>
                    <a:pt x="72" y="57"/>
                    <a:pt x="80" y="56"/>
                    <a:pt x="82" y="56"/>
                  </a:cubicBezTo>
                  <a:cubicBezTo>
                    <a:pt x="84" y="56"/>
                    <a:pt x="84" y="50"/>
                    <a:pt x="84" y="48"/>
                  </a:cubicBezTo>
                  <a:cubicBezTo>
                    <a:pt x="85" y="45"/>
                    <a:pt x="90" y="40"/>
                    <a:pt x="93" y="39"/>
                  </a:cubicBezTo>
                  <a:cubicBezTo>
                    <a:pt x="96" y="38"/>
                    <a:pt x="96" y="35"/>
                    <a:pt x="99" y="35"/>
                  </a:cubicBezTo>
                  <a:cubicBezTo>
                    <a:pt x="102" y="35"/>
                    <a:pt x="101" y="31"/>
                    <a:pt x="101" y="28"/>
                  </a:cubicBezTo>
                  <a:cubicBezTo>
                    <a:pt x="101" y="26"/>
                    <a:pt x="101" y="24"/>
                    <a:pt x="102" y="22"/>
                  </a:cubicBezTo>
                  <a:cubicBezTo>
                    <a:pt x="99" y="20"/>
                    <a:pt x="96" y="19"/>
                    <a:pt x="93" y="17"/>
                  </a:cubicBezTo>
                  <a:cubicBezTo>
                    <a:pt x="89" y="13"/>
                    <a:pt x="81" y="7"/>
                    <a:pt x="77" y="8"/>
                  </a:cubicBezTo>
                  <a:cubicBezTo>
                    <a:pt x="73" y="9"/>
                    <a:pt x="73" y="1"/>
                    <a:pt x="66" y="4"/>
                  </a:cubicBezTo>
                  <a:cubicBezTo>
                    <a:pt x="60" y="6"/>
                    <a:pt x="49" y="4"/>
                    <a:pt x="44" y="4"/>
                  </a:cubicBezTo>
                  <a:cubicBezTo>
                    <a:pt x="39" y="4"/>
                    <a:pt x="24" y="0"/>
                    <a:pt x="18" y="4"/>
                  </a:cubicBezTo>
                  <a:cubicBezTo>
                    <a:pt x="15" y="6"/>
                    <a:pt x="10" y="7"/>
                    <a:pt x="4" y="8"/>
                  </a:cubicBezTo>
                  <a:cubicBezTo>
                    <a:pt x="8" y="15"/>
                    <a:pt x="7" y="22"/>
                    <a:pt x="3" y="27"/>
                  </a:cubicBezTo>
                  <a:cubicBezTo>
                    <a:pt x="0" y="30"/>
                    <a:pt x="1" y="30"/>
                    <a:pt x="4" y="32"/>
                  </a:cubicBezTo>
                  <a:cubicBezTo>
                    <a:pt x="8" y="31"/>
                    <a:pt x="13" y="30"/>
                    <a:pt x="14" y="3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2" name="Google Shape;252;p31"/>
            <p:cNvSpPr/>
            <p:nvPr/>
          </p:nvSpPr>
          <p:spPr>
            <a:xfrm>
              <a:off x="4884910" y="2136846"/>
              <a:ext cx="101604" cy="55564"/>
            </a:xfrm>
            <a:custGeom>
              <a:avLst/>
              <a:gdLst/>
              <a:ahLst/>
              <a:cxnLst/>
              <a:rect l="l" t="t" r="r" b="b"/>
              <a:pathLst>
                <a:path w="79" h="44" extrusionOk="0">
                  <a:moveTo>
                    <a:pt x="71" y="18"/>
                  </a:moveTo>
                  <a:cubicBezTo>
                    <a:pt x="67" y="19"/>
                    <a:pt x="62" y="15"/>
                    <a:pt x="62" y="13"/>
                  </a:cubicBezTo>
                  <a:cubicBezTo>
                    <a:pt x="62" y="12"/>
                    <a:pt x="61" y="8"/>
                    <a:pt x="62" y="6"/>
                  </a:cubicBezTo>
                  <a:cubicBezTo>
                    <a:pt x="59" y="4"/>
                    <a:pt x="55" y="2"/>
                    <a:pt x="52" y="1"/>
                  </a:cubicBezTo>
                  <a:cubicBezTo>
                    <a:pt x="46" y="0"/>
                    <a:pt x="44" y="0"/>
                    <a:pt x="40" y="2"/>
                  </a:cubicBezTo>
                  <a:cubicBezTo>
                    <a:pt x="37" y="3"/>
                    <a:pt x="30" y="3"/>
                    <a:pt x="25" y="2"/>
                  </a:cubicBezTo>
                  <a:cubicBezTo>
                    <a:pt x="24" y="4"/>
                    <a:pt x="23" y="5"/>
                    <a:pt x="22" y="5"/>
                  </a:cubicBezTo>
                  <a:cubicBezTo>
                    <a:pt x="19" y="5"/>
                    <a:pt x="14" y="8"/>
                    <a:pt x="13" y="12"/>
                  </a:cubicBezTo>
                  <a:cubicBezTo>
                    <a:pt x="12" y="16"/>
                    <a:pt x="4" y="19"/>
                    <a:pt x="2" y="26"/>
                  </a:cubicBezTo>
                  <a:cubicBezTo>
                    <a:pt x="0" y="33"/>
                    <a:pt x="1" y="36"/>
                    <a:pt x="4" y="32"/>
                  </a:cubicBezTo>
                  <a:cubicBezTo>
                    <a:pt x="8" y="28"/>
                    <a:pt x="12" y="29"/>
                    <a:pt x="12" y="33"/>
                  </a:cubicBezTo>
                  <a:cubicBezTo>
                    <a:pt x="12" y="36"/>
                    <a:pt x="17" y="37"/>
                    <a:pt x="15" y="42"/>
                  </a:cubicBezTo>
                  <a:cubicBezTo>
                    <a:pt x="15" y="42"/>
                    <a:pt x="15" y="42"/>
                    <a:pt x="15" y="42"/>
                  </a:cubicBezTo>
                  <a:cubicBezTo>
                    <a:pt x="20" y="41"/>
                    <a:pt x="28" y="41"/>
                    <a:pt x="30" y="41"/>
                  </a:cubicBezTo>
                  <a:cubicBezTo>
                    <a:pt x="34" y="41"/>
                    <a:pt x="37" y="29"/>
                    <a:pt x="39" y="28"/>
                  </a:cubicBezTo>
                  <a:cubicBezTo>
                    <a:pt x="41" y="27"/>
                    <a:pt x="45" y="37"/>
                    <a:pt x="49" y="40"/>
                  </a:cubicBezTo>
                  <a:cubicBezTo>
                    <a:pt x="53" y="44"/>
                    <a:pt x="54" y="37"/>
                    <a:pt x="54" y="34"/>
                  </a:cubicBezTo>
                  <a:cubicBezTo>
                    <a:pt x="54" y="31"/>
                    <a:pt x="57" y="30"/>
                    <a:pt x="60" y="30"/>
                  </a:cubicBezTo>
                  <a:cubicBezTo>
                    <a:pt x="62" y="31"/>
                    <a:pt x="68" y="32"/>
                    <a:pt x="68" y="28"/>
                  </a:cubicBezTo>
                  <a:cubicBezTo>
                    <a:pt x="68" y="25"/>
                    <a:pt x="71" y="26"/>
                    <a:pt x="73" y="26"/>
                  </a:cubicBezTo>
                  <a:cubicBezTo>
                    <a:pt x="76" y="26"/>
                    <a:pt x="76" y="22"/>
                    <a:pt x="76" y="22"/>
                  </a:cubicBezTo>
                  <a:cubicBezTo>
                    <a:pt x="79" y="19"/>
                    <a:pt x="79" y="19"/>
                    <a:pt x="79" y="19"/>
                  </a:cubicBezTo>
                  <a:cubicBezTo>
                    <a:pt x="77" y="17"/>
                    <a:pt x="73" y="16"/>
                    <a:pt x="71" y="1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3" name="Google Shape;253;p31"/>
            <p:cNvSpPr/>
            <p:nvPr/>
          </p:nvSpPr>
          <p:spPr>
            <a:xfrm>
              <a:off x="4881735" y="1925701"/>
              <a:ext cx="203207" cy="223845"/>
            </a:xfrm>
            <a:custGeom>
              <a:avLst/>
              <a:gdLst/>
              <a:ahLst/>
              <a:cxnLst/>
              <a:rect l="l" t="t" r="r" b="b"/>
              <a:pathLst>
                <a:path w="158" h="179" extrusionOk="0">
                  <a:moveTo>
                    <a:pt x="20" y="47"/>
                  </a:moveTo>
                  <a:cubicBezTo>
                    <a:pt x="16" y="53"/>
                    <a:pt x="10" y="53"/>
                    <a:pt x="11" y="55"/>
                  </a:cubicBezTo>
                  <a:cubicBezTo>
                    <a:pt x="12" y="56"/>
                    <a:pt x="19" y="62"/>
                    <a:pt x="17" y="64"/>
                  </a:cubicBezTo>
                  <a:cubicBezTo>
                    <a:pt x="15" y="67"/>
                    <a:pt x="13" y="65"/>
                    <a:pt x="13" y="70"/>
                  </a:cubicBezTo>
                  <a:cubicBezTo>
                    <a:pt x="13" y="75"/>
                    <a:pt x="6" y="75"/>
                    <a:pt x="3" y="75"/>
                  </a:cubicBezTo>
                  <a:cubicBezTo>
                    <a:pt x="1" y="75"/>
                    <a:pt x="4" y="79"/>
                    <a:pt x="2" y="83"/>
                  </a:cubicBezTo>
                  <a:cubicBezTo>
                    <a:pt x="1" y="87"/>
                    <a:pt x="1" y="94"/>
                    <a:pt x="0" y="97"/>
                  </a:cubicBezTo>
                  <a:cubicBezTo>
                    <a:pt x="0" y="100"/>
                    <a:pt x="6" y="105"/>
                    <a:pt x="5" y="108"/>
                  </a:cubicBezTo>
                  <a:cubicBezTo>
                    <a:pt x="5" y="111"/>
                    <a:pt x="0" y="113"/>
                    <a:pt x="1" y="115"/>
                  </a:cubicBezTo>
                  <a:cubicBezTo>
                    <a:pt x="2" y="117"/>
                    <a:pt x="6" y="120"/>
                    <a:pt x="7" y="129"/>
                  </a:cubicBezTo>
                  <a:cubicBezTo>
                    <a:pt x="9" y="130"/>
                    <a:pt x="10" y="131"/>
                    <a:pt x="11" y="132"/>
                  </a:cubicBezTo>
                  <a:cubicBezTo>
                    <a:pt x="13" y="135"/>
                    <a:pt x="17" y="137"/>
                    <a:pt x="22" y="137"/>
                  </a:cubicBezTo>
                  <a:cubicBezTo>
                    <a:pt x="27" y="137"/>
                    <a:pt x="29" y="140"/>
                    <a:pt x="32" y="140"/>
                  </a:cubicBezTo>
                  <a:cubicBezTo>
                    <a:pt x="34" y="140"/>
                    <a:pt x="40" y="142"/>
                    <a:pt x="35" y="146"/>
                  </a:cubicBezTo>
                  <a:cubicBezTo>
                    <a:pt x="30" y="150"/>
                    <a:pt x="29" y="155"/>
                    <a:pt x="28" y="160"/>
                  </a:cubicBezTo>
                  <a:cubicBezTo>
                    <a:pt x="27" y="164"/>
                    <a:pt x="27" y="168"/>
                    <a:pt x="27" y="171"/>
                  </a:cubicBezTo>
                  <a:cubicBezTo>
                    <a:pt x="32" y="172"/>
                    <a:pt x="39" y="172"/>
                    <a:pt x="42" y="171"/>
                  </a:cubicBezTo>
                  <a:cubicBezTo>
                    <a:pt x="46" y="169"/>
                    <a:pt x="48" y="169"/>
                    <a:pt x="54" y="170"/>
                  </a:cubicBezTo>
                  <a:cubicBezTo>
                    <a:pt x="57" y="171"/>
                    <a:pt x="61" y="173"/>
                    <a:pt x="64" y="175"/>
                  </a:cubicBezTo>
                  <a:cubicBezTo>
                    <a:pt x="64" y="173"/>
                    <a:pt x="65" y="173"/>
                    <a:pt x="66" y="173"/>
                  </a:cubicBezTo>
                  <a:cubicBezTo>
                    <a:pt x="69" y="172"/>
                    <a:pt x="73" y="179"/>
                    <a:pt x="76" y="175"/>
                  </a:cubicBezTo>
                  <a:cubicBezTo>
                    <a:pt x="78" y="171"/>
                    <a:pt x="84" y="172"/>
                    <a:pt x="86" y="174"/>
                  </a:cubicBezTo>
                  <a:cubicBezTo>
                    <a:pt x="89" y="175"/>
                    <a:pt x="93" y="176"/>
                    <a:pt x="97" y="173"/>
                  </a:cubicBezTo>
                  <a:cubicBezTo>
                    <a:pt x="100" y="170"/>
                    <a:pt x="112" y="168"/>
                    <a:pt x="115" y="169"/>
                  </a:cubicBezTo>
                  <a:cubicBezTo>
                    <a:pt x="117" y="171"/>
                    <a:pt x="124" y="174"/>
                    <a:pt x="122" y="164"/>
                  </a:cubicBezTo>
                  <a:cubicBezTo>
                    <a:pt x="119" y="155"/>
                    <a:pt x="127" y="157"/>
                    <a:pt x="129" y="153"/>
                  </a:cubicBezTo>
                  <a:cubicBezTo>
                    <a:pt x="130" y="150"/>
                    <a:pt x="140" y="148"/>
                    <a:pt x="138" y="146"/>
                  </a:cubicBezTo>
                  <a:cubicBezTo>
                    <a:pt x="137" y="143"/>
                    <a:pt x="124" y="135"/>
                    <a:pt x="120" y="132"/>
                  </a:cubicBezTo>
                  <a:cubicBezTo>
                    <a:pt x="116" y="129"/>
                    <a:pt x="116" y="121"/>
                    <a:pt x="114" y="117"/>
                  </a:cubicBezTo>
                  <a:cubicBezTo>
                    <a:pt x="112" y="114"/>
                    <a:pt x="108" y="109"/>
                    <a:pt x="113" y="108"/>
                  </a:cubicBezTo>
                  <a:cubicBezTo>
                    <a:pt x="118" y="106"/>
                    <a:pt x="127" y="105"/>
                    <a:pt x="131" y="101"/>
                  </a:cubicBezTo>
                  <a:cubicBezTo>
                    <a:pt x="136" y="97"/>
                    <a:pt x="143" y="96"/>
                    <a:pt x="146" y="94"/>
                  </a:cubicBezTo>
                  <a:cubicBezTo>
                    <a:pt x="148" y="92"/>
                    <a:pt x="154" y="96"/>
                    <a:pt x="155" y="94"/>
                  </a:cubicBezTo>
                  <a:cubicBezTo>
                    <a:pt x="157" y="91"/>
                    <a:pt x="158" y="87"/>
                    <a:pt x="156" y="84"/>
                  </a:cubicBezTo>
                  <a:cubicBezTo>
                    <a:pt x="153" y="81"/>
                    <a:pt x="152" y="76"/>
                    <a:pt x="151" y="70"/>
                  </a:cubicBezTo>
                  <a:cubicBezTo>
                    <a:pt x="151" y="63"/>
                    <a:pt x="149" y="63"/>
                    <a:pt x="149" y="60"/>
                  </a:cubicBezTo>
                  <a:cubicBezTo>
                    <a:pt x="149" y="57"/>
                    <a:pt x="148" y="53"/>
                    <a:pt x="145" y="52"/>
                  </a:cubicBezTo>
                  <a:cubicBezTo>
                    <a:pt x="142" y="50"/>
                    <a:pt x="141" y="49"/>
                    <a:pt x="144" y="45"/>
                  </a:cubicBezTo>
                  <a:cubicBezTo>
                    <a:pt x="147" y="40"/>
                    <a:pt x="145" y="29"/>
                    <a:pt x="144" y="26"/>
                  </a:cubicBezTo>
                  <a:cubicBezTo>
                    <a:pt x="144" y="26"/>
                    <a:pt x="144" y="25"/>
                    <a:pt x="144" y="24"/>
                  </a:cubicBezTo>
                  <a:cubicBezTo>
                    <a:pt x="143" y="24"/>
                    <a:pt x="143" y="23"/>
                    <a:pt x="143" y="22"/>
                  </a:cubicBezTo>
                  <a:cubicBezTo>
                    <a:pt x="142" y="18"/>
                    <a:pt x="139" y="16"/>
                    <a:pt x="132" y="16"/>
                  </a:cubicBezTo>
                  <a:cubicBezTo>
                    <a:pt x="126" y="16"/>
                    <a:pt x="136" y="9"/>
                    <a:pt x="134" y="6"/>
                  </a:cubicBezTo>
                  <a:cubicBezTo>
                    <a:pt x="131" y="3"/>
                    <a:pt x="124" y="12"/>
                    <a:pt x="118" y="10"/>
                  </a:cubicBezTo>
                  <a:cubicBezTo>
                    <a:pt x="112" y="8"/>
                    <a:pt x="104" y="18"/>
                    <a:pt x="98" y="22"/>
                  </a:cubicBezTo>
                  <a:cubicBezTo>
                    <a:pt x="93" y="26"/>
                    <a:pt x="85" y="21"/>
                    <a:pt x="89" y="15"/>
                  </a:cubicBezTo>
                  <a:cubicBezTo>
                    <a:pt x="93" y="9"/>
                    <a:pt x="89" y="9"/>
                    <a:pt x="83" y="12"/>
                  </a:cubicBezTo>
                  <a:cubicBezTo>
                    <a:pt x="77" y="14"/>
                    <a:pt x="69" y="11"/>
                    <a:pt x="70" y="6"/>
                  </a:cubicBezTo>
                  <a:cubicBezTo>
                    <a:pt x="70" y="4"/>
                    <a:pt x="70" y="3"/>
                    <a:pt x="69" y="2"/>
                  </a:cubicBezTo>
                  <a:cubicBezTo>
                    <a:pt x="66" y="2"/>
                    <a:pt x="64" y="2"/>
                    <a:pt x="62" y="2"/>
                  </a:cubicBezTo>
                  <a:cubicBezTo>
                    <a:pt x="60" y="1"/>
                    <a:pt x="53" y="0"/>
                    <a:pt x="46" y="0"/>
                  </a:cubicBezTo>
                  <a:cubicBezTo>
                    <a:pt x="48" y="3"/>
                    <a:pt x="51" y="6"/>
                    <a:pt x="49" y="8"/>
                  </a:cubicBezTo>
                  <a:cubicBezTo>
                    <a:pt x="47" y="13"/>
                    <a:pt x="51" y="17"/>
                    <a:pt x="54" y="24"/>
                  </a:cubicBezTo>
                  <a:cubicBezTo>
                    <a:pt x="57" y="30"/>
                    <a:pt x="47" y="26"/>
                    <a:pt x="46" y="31"/>
                  </a:cubicBezTo>
                  <a:cubicBezTo>
                    <a:pt x="46" y="35"/>
                    <a:pt x="37" y="30"/>
                    <a:pt x="33" y="29"/>
                  </a:cubicBezTo>
                  <a:cubicBezTo>
                    <a:pt x="30" y="27"/>
                    <a:pt x="20" y="28"/>
                    <a:pt x="20" y="31"/>
                  </a:cubicBezTo>
                  <a:cubicBezTo>
                    <a:pt x="20" y="32"/>
                    <a:pt x="20" y="33"/>
                    <a:pt x="20" y="35"/>
                  </a:cubicBezTo>
                  <a:cubicBezTo>
                    <a:pt x="21" y="40"/>
                    <a:pt x="22" y="44"/>
                    <a:pt x="20" y="4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4" name="Google Shape;254;p31"/>
            <p:cNvSpPr/>
            <p:nvPr/>
          </p:nvSpPr>
          <p:spPr>
            <a:xfrm>
              <a:off x="5211947" y="1389108"/>
              <a:ext cx="238133" cy="369900"/>
            </a:xfrm>
            <a:custGeom>
              <a:avLst/>
              <a:gdLst/>
              <a:ahLst/>
              <a:cxnLst/>
              <a:rect l="l" t="t" r="r" b="b"/>
              <a:pathLst>
                <a:path w="186" h="295" extrusionOk="0">
                  <a:moveTo>
                    <a:pt x="158" y="248"/>
                  </a:moveTo>
                  <a:cubicBezTo>
                    <a:pt x="162" y="238"/>
                    <a:pt x="181" y="231"/>
                    <a:pt x="184" y="223"/>
                  </a:cubicBezTo>
                  <a:cubicBezTo>
                    <a:pt x="186" y="218"/>
                    <a:pt x="186" y="216"/>
                    <a:pt x="179" y="209"/>
                  </a:cubicBezTo>
                  <a:cubicBezTo>
                    <a:pt x="173" y="201"/>
                    <a:pt x="157" y="195"/>
                    <a:pt x="157" y="191"/>
                  </a:cubicBezTo>
                  <a:cubicBezTo>
                    <a:pt x="156" y="187"/>
                    <a:pt x="168" y="187"/>
                    <a:pt x="168" y="181"/>
                  </a:cubicBezTo>
                  <a:cubicBezTo>
                    <a:pt x="167" y="176"/>
                    <a:pt x="161" y="176"/>
                    <a:pt x="158" y="172"/>
                  </a:cubicBezTo>
                  <a:cubicBezTo>
                    <a:pt x="156" y="168"/>
                    <a:pt x="162" y="165"/>
                    <a:pt x="161" y="163"/>
                  </a:cubicBezTo>
                  <a:cubicBezTo>
                    <a:pt x="161" y="161"/>
                    <a:pt x="153" y="160"/>
                    <a:pt x="152" y="157"/>
                  </a:cubicBezTo>
                  <a:cubicBezTo>
                    <a:pt x="152" y="155"/>
                    <a:pt x="157" y="155"/>
                    <a:pt x="156" y="152"/>
                  </a:cubicBezTo>
                  <a:cubicBezTo>
                    <a:pt x="155" y="149"/>
                    <a:pt x="150" y="143"/>
                    <a:pt x="154" y="139"/>
                  </a:cubicBezTo>
                  <a:cubicBezTo>
                    <a:pt x="157" y="134"/>
                    <a:pt x="165" y="139"/>
                    <a:pt x="160" y="128"/>
                  </a:cubicBezTo>
                  <a:cubicBezTo>
                    <a:pt x="154" y="118"/>
                    <a:pt x="145" y="105"/>
                    <a:pt x="143" y="102"/>
                  </a:cubicBezTo>
                  <a:cubicBezTo>
                    <a:pt x="141" y="99"/>
                    <a:pt x="145" y="93"/>
                    <a:pt x="148" y="91"/>
                  </a:cubicBezTo>
                  <a:cubicBezTo>
                    <a:pt x="151" y="89"/>
                    <a:pt x="159" y="81"/>
                    <a:pt x="159" y="78"/>
                  </a:cubicBezTo>
                  <a:cubicBezTo>
                    <a:pt x="159" y="75"/>
                    <a:pt x="149" y="67"/>
                    <a:pt x="146" y="65"/>
                  </a:cubicBezTo>
                  <a:cubicBezTo>
                    <a:pt x="144" y="64"/>
                    <a:pt x="138" y="64"/>
                    <a:pt x="136" y="59"/>
                  </a:cubicBezTo>
                  <a:cubicBezTo>
                    <a:pt x="133" y="54"/>
                    <a:pt x="130" y="52"/>
                    <a:pt x="133" y="49"/>
                  </a:cubicBezTo>
                  <a:cubicBezTo>
                    <a:pt x="136" y="46"/>
                    <a:pt x="136" y="43"/>
                    <a:pt x="136" y="40"/>
                  </a:cubicBezTo>
                  <a:cubicBezTo>
                    <a:pt x="136" y="36"/>
                    <a:pt x="141" y="39"/>
                    <a:pt x="142" y="34"/>
                  </a:cubicBezTo>
                  <a:cubicBezTo>
                    <a:pt x="143" y="32"/>
                    <a:pt x="144" y="30"/>
                    <a:pt x="146" y="28"/>
                  </a:cubicBezTo>
                  <a:cubicBezTo>
                    <a:pt x="146" y="24"/>
                    <a:pt x="147" y="21"/>
                    <a:pt x="146" y="18"/>
                  </a:cubicBezTo>
                  <a:cubicBezTo>
                    <a:pt x="145" y="13"/>
                    <a:pt x="131" y="11"/>
                    <a:pt x="128" y="6"/>
                  </a:cubicBezTo>
                  <a:cubicBezTo>
                    <a:pt x="124" y="0"/>
                    <a:pt x="116" y="2"/>
                    <a:pt x="114" y="6"/>
                  </a:cubicBezTo>
                  <a:cubicBezTo>
                    <a:pt x="111" y="9"/>
                    <a:pt x="96" y="5"/>
                    <a:pt x="96" y="10"/>
                  </a:cubicBezTo>
                  <a:cubicBezTo>
                    <a:pt x="96" y="15"/>
                    <a:pt x="85" y="16"/>
                    <a:pt x="85" y="21"/>
                  </a:cubicBezTo>
                  <a:cubicBezTo>
                    <a:pt x="85" y="27"/>
                    <a:pt x="90" y="37"/>
                    <a:pt x="82" y="37"/>
                  </a:cubicBezTo>
                  <a:cubicBezTo>
                    <a:pt x="73" y="36"/>
                    <a:pt x="79" y="40"/>
                    <a:pt x="74" y="47"/>
                  </a:cubicBezTo>
                  <a:cubicBezTo>
                    <a:pt x="69" y="53"/>
                    <a:pt x="69" y="42"/>
                    <a:pt x="64" y="44"/>
                  </a:cubicBezTo>
                  <a:cubicBezTo>
                    <a:pt x="59" y="46"/>
                    <a:pt x="53" y="39"/>
                    <a:pt x="51" y="43"/>
                  </a:cubicBezTo>
                  <a:cubicBezTo>
                    <a:pt x="48" y="47"/>
                    <a:pt x="40" y="44"/>
                    <a:pt x="31" y="42"/>
                  </a:cubicBezTo>
                  <a:cubicBezTo>
                    <a:pt x="23" y="41"/>
                    <a:pt x="19" y="29"/>
                    <a:pt x="12" y="28"/>
                  </a:cubicBezTo>
                  <a:cubicBezTo>
                    <a:pt x="8" y="28"/>
                    <a:pt x="3" y="31"/>
                    <a:pt x="0" y="37"/>
                  </a:cubicBezTo>
                  <a:cubicBezTo>
                    <a:pt x="7" y="41"/>
                    <a:pt x="11" y="47"/>
                    <a:pt x="20" y="51"/>
                  </a:cubicBezTo>
                  <a:cubicBezTo>
                    <a:pt x="29" y="55"/>
                    <a:pt x="46" y="60"/>
                    <a:pt x="45" y="66"/>
                  </a:cubicBezTo>
                  <a:cubicBezTo>
                    <a:pt x="44" y="72"/>
                    <a:pt x="41" y="80"/>
                    <a:pt x="46" y="83"/>
                  </a:cubicBezTo>
                  <a:cubicBezTo>
                    <a:pt x="50" y="85"/>
                    <a:pt x="45" y="96"/>
                    <a:pt x="50" y="99"/>
                  </a:cubicBezTo>
                  <a:cubicBezTo>
                    <a:pt x="55" y="101"/>
                    <a:pt x="53" y="114"/>
                    <a:pt x="49" y="114"/>
                  </a:cubicBezTo>
                  <a:cubicBezTo>
                    <a:pt x="45" y="114"/>
                    <a:pt x="50" y="120"/>
                    <a:pt x="52" y="123"/>
                  </a:cubicBezTo>
                  <a:cubicBezTo>
                    <a:pt x="53" y="124"/>
                    <a:pt x="54" y="127"/>
                    <a:pt x="55" y="132"/>
                  </a:cubicBezTo>
                  <a:cubicBezTo>
                    <a:pt x="60" y="133"/>
                    <a:pt x="65" y="135"/>
                    <a:pt x="69" y="137"/>
                  </a:cubicBezTo>
                  <a:cubicBezTo>
                    <a:pt x="76" y="140"/>
                    <a:pt x="75" y="145"/>
                    <a:pt x="75" y="151"/>
                  </a:cubicBezTo>
                  <a:cubicBezTo>
                    <a:pt x="76" y="156"/>
                    <a:pt x="76" y="160"/>
                    <a:pt x="72" y="157"/>
                  </a:cubicBezTo>
                  <a:cubicBezTo>
                    <a:pt x="69" y="155"/>
                    <a:pt x="65" y="157"/>
                    <a:pt x="63" y="165"/>
                  </a:cubicBezTo>
                  <a:cubicBezTo>
                    <a:pt x="60" y="173"/>
                    <a:pt x="51" y="182"/>
                    <a:pt x="45" y="183"/>
                  </a:cubicBezTo>
                  <a:cubicBezTo>
                    <a:pt x="39" y="183"/>
                    <a:pt x="39" y="190"/>
                    <a:pt x="34" y="191"/>
                  </a:cubicBezTo>
                  <a:cubicBezTo>
                    <a:pt x="29" y="192"/>
                    <a:pt x="24" y="195"/>
                    <a:pt x="25" y="200"/>
                  </a:cubicBezTo>
                  <a:cubicBezTo>
                    <a:pt x="25" y="206"/>
                    <a:pt x="17" y="206"/>
                    <a:pt x="12" y="206"/>
                  </a:cubicBezTo>
                  <a:cubicBezTo>
                    <a:pt x="7" y="206"/>
                    <a:pt x="9" y="215"/>
                    <a:pt x="5" y="218"/>
                  </a:cubicBezTo>
                  <a:cubicBezTo>
                    <a:pt x="1" y="220"/>
                    <a:pt x="1" y="223"/>
                    <a:pt x="5" y="228"/>
                  </a:cubicBezTo>
                  <a:cubicBezTo>
                    <a:pt x="9" y="233"/>
                    <a:pt x="6" y="237"/>
                    <a:pt x="7" y="240"/>
                  </a:cubicBezTo>
                  <a:cubicBezTo>
                    <a:pt x="8" y="243"/>
                    <a:pt x="14" y="251"/>
                    <a:pt x="10" y="260"/>
                  </a:cubicBezTo>
                  <a:cubicBezTo>
                    <a:pt x="6" y="269"/>
                    <a:pt x="2" y="279"/>
                    <a:pt x="5" y="278"/>
                  </a:cubicBezTo>
                  <a:cubicBezTo>
                    <a:pt x="9" y="277"/>
                    <a:pt x="17" y="285"/>
                    <a:pt x="22" y="285"/>
                  </a:cubicBezTo>
                  <a:cubicBezTo>
                    <a:pt x="27" y="284"/>
                    <a:pt x="28" y="292"/>
                    <a:pt x="33" y="290"/>
                  </a:cubicBezTo>
                  <a:cubicBezTo>
                    <a:pt x="37" y="289"/>
                    <a:pt x="37" y="295"/>
                    <a:pt x="52" y="295"/>
                  </a:cubicBezTo>
                  <a:cubicBezTo>
                    <a:pt x="66" y="294"/>
                    <a:pt x="95" y="282"/>
                    <a:pt x="107" y="282"/>
                  </a:cubicBezTo>
                  <a:cubicBezTo>
                    <a:pt x="113" y="282"/>
                    <a:pt x="118" y="281"/>
                    <a:pt x="122" y="280"/>
                  </a:cubicBezTo>
                  <a:cubicBezTo>
                    <a:pt x="125" y="277"/>
                    <a:pt x="128" y="273"/>
                    <a:pt x="131" y="270"/>
                  </a:cubicBezTo>
                  <a:cubicBezTo>
                    <a:pt x="138" y="262"/>
                    <a:pt x="154" y="257"/>
                    <a:pt x="158" y="24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5" name="Google Shape;255;p31"/>
            <p:cNvSpPr/>
            <p:nvPr/>
          </p:nvSpPr>
          <p:spPr>
            <a:xfrm>
              <a:off x="4632489" y="2040005"/>
              <a:ext cx="330212" cy="269884"/>
            </a:xfrm>
            <a:custGeom>
              <a:avLst/>
              <a:gdLst/>
              <a:ahLst/>
              <a:cxnLst/>
              <a:rect l="l" t="t" r="r" b="b"/>
              <a:pathLst>
                <a:path w="258" h="216" extrusionOk="0">
                  <a:moveTo>
                    <a:pt x="227" y="49"/>
                  </a:moveTo>
                  <a:cubicBezTo>
                    <a:pt x="224" y="49"/>
                    <a:pt x="222" y="46"/>
                    <a:pt x="217" y="46"/>
                  </a:cubicBezTo>
                  <a:cubicBezTo>
                    <a:pt x="212" y="46"/>
                    <a:pt x="208" y="44"/>
                    <a:pt x="206" y="41"/>
                  </a:cubicBezTo>
                  <a:cubicBezTo>
                    <a:pt x="204" y="37"/>
                    <a:pt x="191" y="37"/>
                    <a:pt x="188" y="37"/>
                  </a:cubicBezTo>
                  <a:cubicBezTo>
                    <a:pt x="184" y="38"/>
                    <a:pt x="182" y="31"/>
                    <a:pt x="179" y="32"/>
                  </a:cubicBezTo>
                  <a:cubicBezTo>
                    <a:pt x="175" y="32"/>
                    <a:pt x="173" y="26"/>
                    <a:pt x="173" y="23"/>
                  </a:cubicBezTo>
                  <a:cubicBezTo>
                    <a:pt x="173" y="20"/>
                    <a:pt x="169" y="26"/>
                    <a:pt x="166" y="27"/>
                  </a:cubicBezTo>
                  <a:cubicBezTo>
                    <a:pt x="162" y="29"/>
                    <a:pt x="161" y="24"/>
                    <a:pt x="161" y="21"/>
                  </a:cubicBezTo>
                  <a:cubicBezTo>
                    <a:pt x="160" y="19"/>
                    <a:pt x="153" y="17"/>
                    <a:pt x="150" y="15"/>
                  </a:cubicBezTo>
                  <a:cubicBezTo>
                    <a:pt x="146" y="13"/>
                    <a:pt x="142" y="6"/>
                    <a:pt x="141" y="9"/>
                  </a:cubicBezTo>
                  <a:cubicBezTo>
                    <a:pt x="139" y="12"/>
                    <a:pt x="135" y="5"/>
                    <a:pt x="134" y="3"/>
                  </a:cubicBezTo>
                  <a:cubicBezTo>
                    <a:pt x="134" y="1"/>
                    <a:pt x="133" y="1"/>
                    <a:pt x="132" y="0"/>
                  </a:cubicBezTo>
                  <a:cubicBezTo>
                    <a:pt x="131" y="0"/>
                    <a:pt x="129" y="1"/>
                    <a:pt x="128" y="1"/>
                  </a:cubicBezTo>
                  <a:cubicBezTo>
                    <a:pt x="122" y="0"/>
                    <a:pt x="116" y="5"/>
                    <a:pt x="117" y="16"/>
                  </a:cubicBezTo>
                  <a:cubicBezTo>
                    <a:pt x="118" y="26"/>
                    <a:pt x="110" y="27"/>
                    <a:pt x="99" y="28"/>
                  </a:cubicBezTo>
                  <a:cubicBezTo>
                    <a:pt x="88" y="29"/>
                    <a:pt x="92" y="37"/>
                    <a:pt x="88" y="41"/>
                  </a:cubicBezTo>
                  <a:cubicBezTo>
                    <a:pt x="83" y="44"/>
                    <a:pt x="68" y="39"/>
                    <a:pt x="65" y="33"/>
                  </a:cubicBezTo>
                  <a:cubicBezTo>
                    <a:pt x="63" y="27"/>
                    <a:pt x="49" y="33"/>
                    <a:pt x="55" y="40"/>
                  </a:cubicBezTo>
                  <a:cubicBezTo>
                    <a:pt x="61" y="47"/>
                    <a:pt x="61" y="56"/>
                    <a:pt x="58" y="59"/>
                  </a:cubicBezTo>
                  <a:cubicBezTo>
                    <a:pt x="54" y="61"/>
                    <a:pt x="47" y="54"/>
                    <a:pt x="42" y="58"/>
                  </a:cubicBezTo>
                  <a:cubicBezTo>
                    <a:pt x="38" y="61"/>
                    <a:pt x="37" y="55"/>
                    <a:pt x="32" y="53"/>
                  </a:cubicBezTo>
                  <a:cubicBezTo>
                    <a:pt x="26" y="50"/>
                    <a:pt x="23" y="55"/>
                    <a:pt x="14" y="54"/>
                  </a:cubicBezTo>
                  <a:cubicBezTo>
                    <a:pt x="5" y="54"/>
                    <a:pt x="0" y="59"/>
                    <a:pt x="3" y="63"/>
                  </a:cubicBezTo>
                  <a:cubicBezTo>
                    <a:pt x="7" y="67"/>
                    <a:pt x="3" y="70"/>
                    <a:pt x="6" y="74"/>
                  </a:cubicBezTo>
                  <a:cubicBezTo>
                    <a:pt x="8" y="77"/>
                    <a:pt x="20" y="76"/>
                    <a:pt x="29" y="81"/>
                  </a:cubicBezTo>
                  <a:cubicBezTo>
                    <a:pt x="38" y="86"/>
                    <a:pt x="40" y="82"/>
                    <a:pt x="44" y="85"/>
                  </a:cubicBezTo>
                  <a:cubicBezTo>
                    <a:pt x="49" y="89"/>
                    <a:pt x="50" y="87"/>
                    <a:pt x="50" y="93"/>
                  </a:cubicBezTo>
                  <a:cubicBezTo>
                    <a:pt x="50" y="100"/>
                    <a:pt x="55" y="106"/>
                    <a:pt x="64" y="108"/>
                  </a:cubicBezTo>
                  <a:cubicBezTo>
                    <a:pt x="73" y="111"/>
                    <a:pt x="66" y="116"/>
                    <a:pt x="69" y="122"/>
                  </a:cubicBezTo>
                  <a:cubicBezTo>
                    <a:pt x="71" y="128"/>
                    <a:pt x="65" y="136"/>
                    <a:pt x="66" y="143"/>
                  </a:cubicBezTo>
                  <a:cubicBezTo>
                    <a:pt x="67" y="150"/>
                    <a:pt x="62" y="173"/>
                    <a:pt x="58" y="175"/>
                  </a:cubicBezTo>
                  <a:cubicBezTo>
                    <a:pt x="57" y="175"/>
                    <a:pt x="57" y="175"/>
                    <a:pt x="57" y="175"/>
                  </a:cubicBezTo>
                  <a:cubicBezTo>
                    <a:pt x="61" y="177"/>
                    <a:pt x="65" y="179"/>
                    <a:pt x="67" y="180"/>
                  </a:cubicBezTo>
                  <a:cubicBezTo>
                    <a:pt x="70" y="183"/>
                    <a:pt x="79" y="185"/>
                    <a:pt x="84" y="188"/>
                  </a:cubicBezTo>
                  <a:cubicBezTo>
                    <a:pt x="89" y="192"/>
                    <a:pt x="98" y="191"/>
                    <a:pt x="98" y="187"/>
                  </a:cubicBezTo>
                  <a:cubicBezTo>
                    <a:pt x="98" y="183"/>
                    <a:pt x="103" y="186"/>
                    <a:pt x="106" y="189"/>
                  </a:cubicBezTo>
                  <a:cubicBezTo>
                    <a:pt x="109" y="192"/>
                    <a:pt x="121" y="193"/>
                    <a:pt x="127" y="194"/>
                  </a:cubicBezTo>
                  <a:cubicBezTo>
                    <a:pt x="132" y="195"/>
                    <a:pt x="139" y="195"/>
                    <a:pt x="145" y="195"/>
                  </a:cubicBezTo>
                  <a:cubicBezTo>
                    <a:pt x="145" y="193"/>
                    <a:pt x="144" y="192"/>
                    <a:pt x="144" y="190"/>
                  </a:cubicBezTo>
                  <a:cubicBezTo>
                    <a:pt x="141" y="180"/>
                    <a:pt x="150" y="174"/>
                    <a:pt x="159" y="173"/>
                  </a:cubicBezTo>
                  <a:cubicBezTo>
                    <a:pt x="167" y="171"/>
                    <a:pt x="186" y="177"/>
                    <a:pt x="191" y="180"/>
                  </a:cubicBezTo>
                  <a:cubicBezTo>
                    <a:pt x="196" y="183"/>
                    <a:pt x="203" y="182"/>
                    <a:pt x="211" y="173"/>
                  </a:cubicBezTo>
                  <a:cubicBezTo>
                    <a:pt x="216" y="168"/>
                    <a:pt x="219" y="167"/>
                    <a:pt x="222" y="166"/>
                  </a:cubicBezTo>
                  <a:cubicBezTo>
                    <a:pt x="223" y="164"/>
                    <a:pt x="224" y="162"/>
                    <a:pt x="224" y="160"/>
                  </a:cubicBezTo>
                  <a:cubicBezTo>
                    <a:pt x="225" y="157"/>
                    <a:pt x="220" y="157"/>
                    <a:pt x="216" y="157"/>
                  </a:cubicBezTo>
                  <a:cubicBezTo>
                    <a:pt x="212" y="157"/>
                    <a:pt x="209" y="153"/>
                    <a:pt x="212" y="148"/>
                  </a:cubicBezTo>
                  <a:cubicBezTo>
                    <a:pt x="215" y="144"/>
                    <a:pt x="210" y="144"/>
                    <a:pt x="207" y="139"/>
                  </a:cubicBezTo>
                  <a:cubicBezTo>
                    <a:pt x="204" y="135"/>
                    <a:pt x="208" y="136"/>
                    <a:pt x="211" y="135"/>
                  </a:cubicBezTo>
                  <a:cubicBezTo>
                    <a:pt x="213" y="134"/>
                    <a:pt x="216" y="129"/>
                    <a:pt x="214" y="128"/>
                  </a:cubicBezTo>
                  <a:cubicBezTo>
                    <a:pt x="212" y="127"/>
                    <a:pt x="211" y="124"/>
                    <a:pt x="212" y="120"/>
                  </a:cubicBezTo>
                  <a:cubicBezTo>
                    <a:pt x="214" y="115"/>
                    <a:pt x="209" y="114"/>
                    <a:pt x="209" y="111"/>
                  </a:cubicBezTo>
                  <a:cubicBezTo>
                    <a:pt x="209" y="107"/>
                    <a:pt x="205" y="106"/>
                    <a:pt x="201" y="110"/>
                  </a:cubicBezTo>
                  <a:cubicBezTo>
                    <a:pt x="198" y="114"/>
                    <a:pt x="197" y="111"/>
                    <a:pt x="199" y="104"/>
                  </a:cubicBezTo>
                  <a:cubicBezTo>
                    <a:pt x="201" y="97"/>
                    <a:pt x="209" y="94"/>
                    <a:pt x="210" y="90"/>
                  </a:cubicBezTo>
                  <a:cubicBezTo>
                    <a:pt x="211" y="86"/>
                    <a:pt x="216" y="83"/>
                    <a:pt x="219" y="83"/>
                  </a:cubicBezTo>
                  <a:cubicBezTo>
                    <a:pt x="223" y="83"/>
                    <a:pt x="222" y="75"/>
                    <a:pt x="223" y="69"/>
                  </a:cubicBezTo>
                  <a:cubicBezTo>
                    <a:pt x="224" y="64"/>
                    <a:pt x="225" y="59"/>
                    <a:pt x="230" y="55"/>
                  </a:cubicBezTo>
                  <a:cubicBezTo>
                    <a:pt x="235" y="51"/>
                    <a:pt x="229" y="49"/>
                    <a:pt x="227" y="49"/>
                  </a:cubicBezTo>
                  <a:close/>
                  <a:moveTo>
                    <a:pt x="255" y="182"/>
                  </a:moveTo>
                  <a:cubicBezTo>
                    <a:pt x="252" y="182"/>
                    <a:pt x="251" y="187"/>
                    <a:pt x="244" y="191"/>
                  </a:cubicBezTo>
                  <a:cubicBezTo>
                    <a:pt x="236" y="196"/>
                    <a:pt x="244" y="216"/>
                    <a:pt x="251" y="215"/>
                  </a:cubicBezTo>
                  <a:cubicBezTo>
                    <a:pt x="258" y="214"/>
                    <a:pt x="257" y="182"/>
                    <a:pt x="255" y="18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6" name="Google Shape;256;p31"/>
            <p:cNvSpPr/>
            <p:nvPr/>
          </p:nvSpPr>
          <p:spPr>
            <a:xfrm>
              <a:off x="4530885" y="2247975"/>
              <a:ext cx="290523" cy="203207"/>
            </a:xfrm>
            <a:custGeom>
              <a:avLst/>
              <a:gdLst/>
              <a:ahLst/>
              <a:cxnLst/>
              <a:rect l="l" t="t" r="r" b="b"/>
              <a:pathLst>
                <a:path w="227" h="162" extrusionOk="0">
                  <a:moveTo>
                    <a:pt x="224" y="29"/>
                  </a:moveTo>
                  <a:cubicBezTo>
                    <a:pt x="218" y="29"/>
                    <a:pt x="211" y="29"/>
                    <a:pt x="206" y="28"/>
                  </a:cubicBezTo>
                  <a:cubicBezTo>
                    <a:pt x="200" y="27"/>
                    <a:pt x="188" y="26"/>
                    <a:pt x="185" y="23"/>
                  </a:cubicBezTo>
                  <a:cubicBezTo>
                    <a:pt x="182" y="20"/>
                    <a:pt x="177" y="17"/>
                    <a:pt x="177" y="21"/>
                  </a:cubicBezTo>
                  <a:cubicBezTo>
                    <a:pt x="177" y="25"/>
                    <a:pt x="168" y="26"/>
                    <a:pt x="163" y="22"/>
                  </a:cubicBezTo>
                  <a:cubicBezTo>
                    <a:pt x="158" y="19"/>
                    <a:pt x="149" y="17"/>
                    <a:pt x="146" y="14"/>
                  </a:cubicBezTo>
                  <a:cubicBezTo>
                    <a:pt x="144" y="13"/>
                    <a:pt x="140" y="11"/>
                    <a:pt x="136" y="9"/>
                  </a:cubicBezTo>
                  <a:cubicBezTo>
                    <a:pt x="130" y="10"/>
                    <a:pt x="115" y="5"/>
                    <a:pt x="105" y="6"/>
                  </a:cubicBezTo>
                  <a:cubicBezTo>
                    <a:pt x="94" y="7"/>
                    <a:pt x="60" y="4"/>
                    <a:pt x="47" y="5"/>
                  </a:cubicBezTo>
                  <a:cubicBezTo>
                    <a:pt x="34" y="6"/>
                    <a:pt x="33" y="0"/>
                    <a:pt x="26" y="0"/>
                  </a:cubicBezTo>
                  <a:cubicBezTo>
                    <a:pt x="18" y="0"/>
                    <a:pt x="21" y="9"/>
                    <a:pt x="11" y="9"/>
                  </a:cubicBezTo>
                  <a:cubicBezTo>
                    <a:pt x="1" y="9"/>
                    <a:pt x="0" y="16"/>
                    <a:pt x="7" y="22"/>
                  </a:cubicBezTo>
                  <a:cubicBezTo>
                    <a:pt x="11" y="25"/>
                    <a:pt x="11" y="32"/>
                    <a:pt x="10" y="39"/>
                  </a:cubicBezTo>
                  <a:cubicBezTo>
                    <a:pt x="12" y="39"/>
                    <a:pt x="14" y="38"/>
                    <a:pt x="15" y="37"/>
                  </a:cubicBezTo>
                  <a:cubicBezTo>
                    <a:pt x="18" y="33"/>
                    <a:pt x="21" y="34"/>
                    <a:pt x="21" y="38"/>
                  </a:cubicBezTo>
                  <a:cubicBezTo>
                    <a:pt x="21" y="42"/>
                    <a:pt x="28" y="40"/>
                    <a:pt x="32" y="40"/>
                  </a:cubicBezTo>
                  <a:cubicBezTo>
                    <a:pt x="36" y="40"/>
                    <a:pt x="35" y="43"/>
                    <a:pt x="39" y="40"/>
                  </a:cubicBezTo>
                  <a:cubicBezTo>
                    <a:pt x="43" y="37"/>
                    <a:pt x="50" y="38"/>
                    <a:pt x="50" y="42"/>
                  </a:cubicBezTo>
                  <a:cubicBezTo>
                    <a:pt x="50" y="46"/>
                    <a:pt x="59" y="44"/>
                    <a:pt x="54" y="49"/>
                  </a:cubicBezTo>
                  <a:cubicBezTo>
                    <a:pt x="49" y="54"/>
                    <a:pt x="43" y="55"/>
                    <a:pt x="43" y="59"/>
                  </a:cubicBezTo>
                  <a:cubicBezTo>
                    <a:pt x="43" y="63"/>
                    <a:pt x="49" y="71"/>
                    <a:pt x="44" y="76"/>
                  </a:cubicBezTo>
                  <a:cubicBezTo>
                    <a:pt x="40" y="80"/>
                    <a:pt x="45" y="88"/>
                    <a:pt x="41" y="88"/>
                  </a:cubicBezTo>
                  <a:cubicBezTo>
                    <a:pt x="37" y="88"/>
                    <a:pt x="31" y="90"/>
                    <a:pt x="37" y="95"/>
                  </a:cubicBezTo>
                  <a:cubicBezTo>
                    <a:pt x="42" y="100"/>
                    <a:pt x="45" y="104"/>
                    <a:pt x="42" y="104"/>
                  </a:cubicBezTo>
                  <a:cubicBezTo>
                    <a:pt x="38" y="104"/>
                    <a:pt x="35" y="112"/>
                    <a:pt x="37" y="114"/>
                  </a:cubicBezTo>
                  <a:cubicBezTo>
                    <a:pt x="39" y="116"/>
                    <a:pt x="48" y="121"/>
                    <a:pt x="41" y="123"/>
                  </a:cubicBezTo>
                  <a:cubicBezTo>
                    <a:pt x="34" y="124"/>
                    <a:pt x="34" y="130"/>
                    <a:pt x="34" y="134"/>
                  </a:cubicBezTo>
                  <a:cubicBezTo>
                    <a:pt x="34" y="135"/>
                    <a:pt x="35" y="137"/>
                    <a:pt x="37" y="139"/>
                  </a:cubicBezTo>
                  <a:cubicBezTo>
                    <a:pt x="40" y="139"/>
                    <a:pt x="43" y="139"/>
                    <a:pt x="46" y="140"/>
                  </a:cubicBezTo>
                  <a:cubicBezTo>
                    <a:pt x="53" y="143"/>
                    <a:pt x="57" y="162"/>
                    <a:pt x="67" y="160"/>
                  </a:cubicBezTo>
                  <a:cubicBezTo>
                    <a:pt x="71" y="160"/>
                    <a:pt x="69" y="157"/>
                    <a:pt x="71" y="155"/>
                  </a:cubicBezTo>
                  <a:cubicBezTo>
                    <a:pt x="74" y="152"/>
                    <a:pt x="77" y="154"/>
                    <a:pt x="82" y="154"/>
                  </a:cubicBezTo>
                  <a:cubicBezTo>
                    <a:pt x="86" y="154"/>
                    <a:pt x="88" y="148"/>
                    <a:pt x="98" y="148"/>
                  </a:cubicBezTo>
                  <a:cubicBezTo>
                    <a:pt x="108" y="148"/>
                    <a:pt x="114" y="147"/>
                    <a:pt x="120" y="147"/>
                  </a:cubicBezTo>
                  <a:cubicBezTo>
                    <a:pt x="126" y="147"/>
                    <a:pt x="131" y="145"/>
                    <a:pt x="133" y="141"/>
                  </a:cubicBezTo>
                  <a:cubicBezTo>
                    <a:pt x="135" y="136"/>
                    <a:pt x="140" y="132"/>
                    <a:pt x="147" y="131"/>
                  </a:cubicBezTo>
                  <a:cubicBezTo>
                    <a:pt x="154" y="130"/>
                    <a:pt x="153" y="123"/>
                    <a:pt x="153" y="119"/>
                  </a:cubicBezTo>
                  <a:cubicBezTo>
                    <a:pt x="154" y="115"/>
                    <a:pt x="166" y="108"/>
                    <a:pt x="166" y="105"/>
                  </a:cubicBezTo>
                  <a:cubicBezTo>
                    <a:pt x="167" y="102"/>
                    <a:pt x="160" y="90"/>
                    <a:pt x="167" y="79"/>
                  </a:cubicBezTo>
                  <a:cubicBezTo>
                    <a:pt x="174" y="69"/>
                    <a:pt x="181" y="68"/>
                    <a:pt x="181" y="62"/>
                  </a:cubicBezTo>
                  <a:cubicBezTo>
                    <a:pt x="181" y="57"/>
                    <a:pt x="189" y="55"/>
                    <a:pt x="197" y="54"/>
                  </a:cubicBezTo>
                  <a:cubicBezTo>
                    <a:pt x="206" y="53"/>
                    <a:pt x="209" y="47"/>
                    <a:pt x="217" y="43"/>
                  </a:cubicBezTo>
                  <a:cubicBezTo>
                    <a:pt x="223" y="41"/>
                    <a:pt x="225" y="36"/>
                    <a:pt x="224" y="29"/>
                  </a:cubicBezTo>
                  <a:close/>
                  <a:moveTo>
                    <a:pt x="226" y="86"/>
                  </a:moveTo>
                  <a:cubicBezTo>
                    <a:pt x="224" y="77"/>
                    <a:pt x="206" y="88"/>
                    <a:pt x="210" y="91"/>
                  </a:cubicBezTo>
                  <a:cubicBezTo>
                    <a:pt x="218" y="96"/>
                    <a:pt x="227" y="95"/>
                    <a:pt x="226" y="8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7" name="Google Shape;257;p31"/>
            <p:cNvSpPr/>
            <p:nvPr/>
          </p:nvSpPr>
          <p:spPr>
            <a:xfrm>
              <a:off x="5192896" y="2300364"/>
              <a:ext cx="142880" cy="174631"/>
            </a:xfrm>
            <a:custGeom>
              <a:avLst/>
              <a:gdLst/>
              <a:ahLst/>
              <a:cxnLst/>
              <a:rect l="l" t="t" r="r" b="b"/>
              <a:pathLst>
                <a:path w="112" h="140" extrusionOk="0">
                  <a:moveTo>
                    <a:pt x="110" y="0"/>
                  </a:moveTo>
                  <a:cubicBezTo>
                    <a:pt x="107" y="0"/>
                    <a:pt x="101" y="2"/>
                    <a:pt x="102" y="4"/>
                  </a:cubicBezTo>
                  <a:cubicBezTo>
                    <a:pt x="103" y="7"/>
                    <a:pt x="99" y="8"/>
                    <a:pt x="95" y="8"/>
                  </a:cubicBezTo>
                  <a:cubicBezTo>
                    <a:pt x="95" y="8"/>
                    <a:pt x="81" y="7"/>
                    <a:pt x="76" y="5"/>
                  </a:cubicBezTo>
                  <a:cubicBezTo>
                    <a:pt x="73" y="4"/>
                    <a:pt x="59" y="4"/>
                    <a:pt x="53" y="5"/>
                  </a:cubicBezTo>
                  <a:cubicBezTo>
                    <a:pt x="53" y="5"/>
                    <a:pt x="53" y="5"/>
                    <a:pt x="52" y="6"/>
                  </a:cubicBezTo>
                  <a:cubicBezTo>
                    <a:pt x="51" y="8"/>
                    <a:pt x="38" y="14"/>
                    <a:pt x="36" y="13"/>
                  </a:cubicBezTo>
                  <a:cubicBezTo>
                    <a:pt x="34" y="12"/>
                    <a:pt x="33" y="17"/>
                    <a:pt x="28" y="18"/>
                  </a:cubicBezTo>
                  <a:cubicBezTo>
                    <a:pt x="23" y="19"/>
                    <a:pt x="16" y="18"/>
                    <a:pt x="16" y="20"/>
                  </a:cubicBezTo>
                  <a:cubicBezTo>
                    <a:pt x="15" y="22"/>
                    <a:pt x="12" y="27"/>
                    <a:pt x="9" y="30"/>
                  </a:cubicBezTo>
                  <a:cubicBezTo>
                    <a:pt x="7" y="33"/>
                    <a:pt x="9" y="36"/>
                    <a:pt x="5" y="37"/>
                  </a:cubicBezTo>
                  <a:cubicBezTo>
                    <a:pt x="3" y="37"/>
                    <a:pt x="2" y="42"/>
                    <a:pt x="0" y="46"/>
                  </a:cubicBezTo>
                  <a:cubicBezTo>
                    <a:pt x="0" y="46"/>
                    <a:pt x="1" y="47"/>
                    <a:pt x="1" y="47"/>
                  </a:cubicBezTo>
                  <a:cubicBezTo>
                    <a:pt x="7" y="48"/>
                    <a:pt x="11" y="55"/>
                    <a:pt x="10" y="62"/>
                  </a:cubicBezTo>
                  <a:cubicBezTo>
                    <a:pt x="9" y="68"/>
                    <a:pt x="19" y="71"/>
                    <a:pt x="23" y="66"/>
                  </a:cubicBezTo>
                  <a:cubicBezTo>
                    <a:pt x="27" y="61"/>
                    <a:pt x="39" y="69"/>
                    <a:pt x="39" y="72"/>
                  </a:cubicBezTo>
                  <a:cubicBezTo>
                    <a:pt x="39" y="75"/>
                    <a:pt x="27" y="68"/>
                    <a:pt x="20" y="73"/>
                  </a:cubicBezTo>
                  <a:cubicBezTo>
                    <a:pt x="13" y="78"/>
                    <a:pt x="25" y="83"/>
                    <a:pt x="24" y="88"/>
                  </a:cubicBezTo>
                  <a:cubicBezTo>
                    <a:pt x="22" y="93"/>
                    <a:pt x="27" y="101"/>
                    <a:pt x="33" y="100"/>
                  </a:cubicBezTo>
                  <a:cubicBezTo>
                    <a:pt x="39" y="100"/>
                    <a:pt x="45" y="110"/>
                    <a:pt x="49" y="108"/>
                  </a:cubicBezTo>
                  <a:cubicBezTo>
                    <a:pt x="53" y="106"/>
                    <a:pt x="45" y="92"/>
                    <a:pt x="46" y="90"/>
                  </a:cubicBezTo>
                  <a:cubicBezTo>
                    <a:pt x="47" y="88"/>
                    <a:pt x="55" y="94"/>
                    <a:pt x="58" y="90"/>
                  </a:cubicBezTo>
                  <a:cubicBezTo>
                    <a:pt x="62" y="86"/>
                    <a:pt x="56" y="83"/>
                    <a:pt x="50" y="83"/>
                  </a:cubicBezTo>
                  <a:cubicBezTo>
                    <a:pt x="45" y="83"/>
                    <a:pt x="50" y="76"/>
                    <a:pt x="56" y="79"/>
                  </a:cubicBezTo>
                  <a:cubicBezTo>
                    <a:pt x="63" y="83"/>
                    <a:pt x="66" y="78"/>
                    <a:pt x="69" y="78"/>
                  </a:cubicBezTo>
                  <a:cubicBezTo>
                    <a:pt x="72" y="77"/>
                    <a:pt x="73" y="66"/>
                    <a:pt x="63" y="64"/>
                  </a:cubicBezTo>
                  <a:cubicBezTo>
                    <a:pt x="54" y="61"/>
                    <a:pt x="55" y="71"/>
                    <a:pt x="49" y="64"/>
                  </a:cubicBezTo>
                  <a:cubicBezTo>
                    <a:pt x="43" y="58"/>
                    <a:pt x="55" y="60"/>
                    <a:pt x="55" y="55"/>
                  </a:cubicBezTo>
                  <a:cubicBezTo>
                    <a:pt x="55" y="49"/>
                    <a:pt x="45" y="41"/>
                    <a:pt x="40" y="35"/>
                  </a:cubicBezTo>
                  <a:cubicBezTo>
                    <a:pt x="36" y="28"/>
                    <a:pt x="47" y="25"/>
                    <a:pt x="49" y="30"/>
                  </a:cubicBezTo>
                  <a:cubicBezTo>
                    <a:pt x="52" y="35"/>
                    <a:pt x="59" y="34"/>
                    <a:pt x="63" y="32"/>
                  </a:cubicBezTo>
                  <a:cubicBezTo>
                    <a:pt x="68" y="30"/>
                    <a:pt x="59" y="22"/>
                    <a:pt x="67" y="19"/>
                  </a:cubicBezTo>
                  <a:cubicBezTo>
                    <a:pt x="75" y="16"/>
                    <a:pt x="75" y="21"/>
                    <a:pt x="78" y="22"/>
                  </a:cubicBezTo>
                  <a:cubicBezTo>
                    <a:pt x="80" y="23"/>
                    <a:pt x="82" y="16"/>
                    <a:pt x="91" y="16"/>
                  </a:cubicBezTo>
                  <a:cubicBezTo>
                    <a:pt x="95" y="16"/>
                    <a:pt x="99" y="18"/>
                    <a:pt x="103" y="21"/>
                  </a:cubicBezTo>
                  <a:cubicBezTo>
                    <a:pt x="105" y="19"/>
                    <a:pt x="107" y="17"/>
                    <a:pt x="107" y="15"/>
                  </a:cubicBezTo>
                  <a:cubicBezTo>
                    <a:pt x="107" y="12"/>
                    <a:pt x="112" y="11"/>
                    <a:pt x="112" y="7"/>
                  </a:cubicBezTo>
                  <a:cubicBezTo>
                    <a:pt x="112" y="5"/>
                    <a:pt x="111" y="2"/>
                    <a:pt x="110" y="0"/>
                  </a:cubicBezTo>
                  <a:close/>
                  <a:moveTo>
                    <a:pt x="96" y="132"/>
                  </a:moveTo>
                  <a:cubicBezTo>
                    <a:pt x="92" y="129"/>
                    <a:pt x="73" y="133"/>
                    <a:pt x="68" y="128"/>
                  </a:cubicBezTo>
                  <a:cubicBezTo>
                    <a:pt x="63" y="124"/>
                    <a:pt x="53" y="132"/>
                    <a:pt x="57" y="133"/>
                  </a:cubicBezTo>
                  <a:cubicBezTo>
                    <a:pt x="63" y="134"/>
                    <a:pt x="73" y="139"/>
                    <a:pt x="83" y="140"/>
                  </a:cubicBezTo>
                  <a:cubicBezTo>
                    <a:pt x="93" y="140"/>
                    <a:pt x="107" y="135"/>
                    <a:pt x="107" y="132"/>
                  </a:cubicBezTo>
                  <a:cubicBezTo>
                    <a:pt x="106" y="130"/>
                    <a:pt x="100" y="134"/>
                    <a:pt x="96" y="13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8" name="Google Shape;258;p31"/>
            <p:cNvSpPr/>
            <p:nvPr/>
          </p:nvSpPr>
          <p:spPr>
            <a:xfrm>
              <a:off x="5459606" y="2451182"/>
              <a:ext cx="58740" cy="36514"/>
            </a:xfrm>
            <a:custGeom>
              <a:avLst/>
              <a:gdLst/>
              <a:ahLst/>
              <a:cxnLst/>
              <a:rect l="l" t="t" r="r" b="b"/>
              <a:pathLst>
                <a:path w="46" h="29" extrusionOk="0">
                  <a:moveTo>
                    <a:pt x="31" y="18"/>
                  </a:moveTo>
                  <a:cubicBezTo>
                    <a:pt x="30" y="15"/>
                    <a:pt x="34" y="9"/>
                    <a:pt x="40" y="7"/>
                  </a:cubicBezTo>
                  <a:cubicBezTo>
                    <a:pt x="46" y="4"/>
                    <a:pt x="44" y="0"/>
                    <a:pt x="40" y="3"/>
                  </a:cubicBezTo>
                  <a:cubicBezTo>
                    <a:pt x="36" y="7"/>
                    <a:pt x="27" y="10"/>
                    <a:pt x="15" y="11"/>
                  </a:cubicBezTo>
                  <a:cubicBezTo>
                    <a:pt x="3" y="11"/>
                    <a:pt x="0" y="19"/>
                    <a:pt x="7" y="23"/>
                  </a:cubicBezTo>
                  <a:cubicBezTo>
                    <a:pt x="16" y="29"/>
                    <a:pt x="31" y="21"/>
                    <a:pt x="31" y="1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59" name="Google Shape;259;p31"/>
            <p:cNvSpPr/>
            <p:nvPr/>
          </p:nvSpPr>
          <p:spPr>
            <a:xfrm>
              <a:off x="4557874" y="1735195"/>
              <a:ext cx="228608" cy="339736"/>
            </a:xfrm>
            <a:custGeom>
              <a:avLst/>
              <a:gdLst/>
              <a:ahLst/>
              <a:cxnLst/>
              <a:rect l="l" t="t" r="r" b="b"/>
              <a:pathLst>
                <a:path w="178" h="271" extrusionOk="0">
                  <a:moveTo>
                    <a:pt x="35" y="144"/>
                  </a:moveTo>
                  <a:cubicBezTo>
                    <a:pt x="28" y="138"/>
                    <a:pt x="20" y="148"/>
                    <a:pt x="13" y="148"/>
                  </a:cubicBezTo>
                  <a:cubicBezTo>
                    <a:pt x="12" y="153"/>
                    <a:pt x="10" y="156"/>
                    <a:pt x="8" y="158"/>
                  </a:cubicBezTo>
                  <a:cubicBezTo>
                    <a:pt x="5" y="160"/>
                    <a:pt x="0" y="167"/>
                    <a:pt x="4" y="168"/>
                  </a:cubicBezTo>
                  <a:cubicBezTo>
                    <a:pt x="8" y="169"/>
                    <a:pt x="14" y="175"/>
                    <a:pt x="15" y="170"/>
                  </a:cubicBezTo>
                  <a:cubicBezTo>
                    <a:pt x="16" y="165"/>
                    <a:pt x="19" y="159"/>
                    <a:pt x="25" y="167"/>
                  </a:cubicBezTo>
                  <a:cubicBezTo>
                    <a:pt x="27" y="169"/>
                    <a:pt x="29" y="171"/>
                    <a:pt x="31" y="172"/>
                  </a:cubicBezTo>
                  <a:cubicBezTo>
                    <a:pt x="32" y="169"/>
                    <a:pt x="40" y="168"/>
                    <a:pt x="45" y="164"/>
                  </a:cubicBezTo>
                  <a:cubicBezTo>
                    <a:pt x="50" y="159"/>
                    <a:pt x="42" y="151"/>
                    <a:pt x="35" y="144"/>
                  </a:cubicBezTo>
                  <a:close/>
                  <a:moveTo>
                    <a:pt x="177" y="209"/>
                  </a:moveTo>
                  <a:cubicBezTo>
                    <a:pt x="178" y="201"/>
                    <a:pt x="161" y="195"/>
                    <a:pt x="159" y="200"/>
                  </a:cubicBezTo>
                  <a:cubicBezTo>
                    <a:pt x="157" y="204"/>
                    <a:pt x="153" y="203"/>
                    <a:pt x="150" y="199"/>
                  </a:cubicBezTo>
                  <a:cubicBezTo>
                    <a:pt x="147" y="194"/>
                    <a:pt x="153" y="189"/>
                    <a:pt x="150" y="189"/>
                  </a:cubicBezTo>
                  <a:cubicBezTo>
                    <a:pt x="147" y="188"/>
                    <a:pt x="144" y="182"/>
                    <a:pt x="144" y="179"/>
                  </a:cubicBezTo>
                  <a:cubicBezTo>
                    <a:pt x="145" y="177"/>
                    <a:pt x="140" y="160"/>
                    <a:pt x="131" y="158"/>
                  </a:cubicBezTo>
                  <a:cubicBezTo>
                    <a:pt x="122" y="156"/>
                    <a:pt x="121" y="143"/>
                    <a:pt x="119" y="136"/>
                  </a:cubicBezTo>
                  <a:cubicBezTo>
                    <a:pt x="118" y="130"/>
                    <a:pt x="112" y="133"/>
                    <a:pt x="108" y="128"/>
                  </a:cubicBezTo>
                  <a:cubicBezTo>
                    <a:pt x="103" y="122"/>
                    <a:pt x="96" y="125"/>
                    <a:pt x="92" y="125"/>
                  </a:cubicBezTo>
                  <a:cubicBezTo>
                    <a:pt x="88" y="125"/>
                    <a:pt x="92" y="118"/>
                    <a:pt x="98" y="114"/>
                  </a:cubicBezTo>
                  <a:cubicBezTo>
                    <a:pt x="104" y="109"/>
                    <a:pt x="111" y="87"/>
                    <a:pt x="111" y="83"/>
                  </a:cubicBezTo>
                  <a:cubicBezTo>
                    <a:pt x="111" y="78"/>
                    <a:pt x="84" y="79"/>
                    <a:pt x="79" y="81"/>
                  </a:cubicBezTo>
                  <a:cubicBezTo>
                    <a:pt x="74" y="84"/>
                    <a:pt x="68" y="77"/>
                    <a:pt x="73" y="75"/>
                  </a:cubicBezTo>
                  <a:cubicBezTo>
                    <a:pt x="77" y="74"/>
                    <a:pt x="87" y="64"/>
                    <a:pt x="86" y="61"/>
                  </a:cubicBezTo>
                  <a:cubicBezTo>
                    <a:pt x="86" y="57"/>
                    <a:pt x="93" y="54"/>
                    <a:pt x="89" y="50"/>
                  </a:cubicBezTo>
                  <a:cubicBezTo>
                    <a:pt x="85" y="47"/>
                    <a:pt x="84" y="55"/>
                    <a:pt x="81" y="57"/>
                  </a:cubicBezTo>
                  <a:cubicBezTo>
                    <a:pt x="78" y="60"/>
                    <a:pt x="70" y="59"/>
                    <a:pt x="62" y="58"/>
                  </a:cubicBezTo>
                  <a:cubicBezTo>
                    <a:pt x="54" y="56"/>
                    <a:pt x="51" y="68"/>
                    <a:pt x="51" y="73"/>
                  </a:cubicBezTo>
                  <a:cubicBezTo>
                    <a:pt x="51" y="78"/>
                    <a:pt x="42" y="80"/>
                    <a:pt x="43" y="85"/>
                  </a:cubicBezTo>
                  <a:cubicBezTo>
                    <a:pt x="45" y="89"/>
                    <a:pt x="41" y="92"/>
                    <a:pt x="39" y="90"/>
                  </a:cubicBezTo>
                  <a:cubicBezTo>
                    <a:pt x="36" y="87"/>
                    <a:pt x="33" y="81"/>
                    <a:pt x="28" y="86"/>
                  </a:cubicBezTo>
                  <a:cubicBezTo>
                    <a:pt x="23" y="90"/>
                    <a:pt x="34" y="95"/>
                    <a:pt x="41" y="96"/>
                  </a:cubicBezTo>
                  <a:cubicBezTo>
                    <a:pt x="48" y="97"/>
                    <a:pt x="36" y="102"/>
                    <a:pt x="34" y="109"/>
                  </a:cubicBezTo>
                  <a:cubicBezTo>
                    <a:pt x="33" y="116"/>
                    <a:pt x="43" y="113"/>
                    <a:pt x="44" y="118"/>
                  </a:cubicBezTo>
                  <a:cubicBezTo>
                    <a:pt x="44" y="124"/>
                    <a:pt x="29" y="124"/>
                    <a:pt x="29" y="129"/>
                  </a:cubicBezTo>
                  <a:cubicBezTo>
                    <a:pt x="29" y="134"/>
                    <a:pt x="38" y="127"/>
                    <a:pt x="42" y="125"/>
                  </a:cubicBezTo>
                  <a:cubicBezTo>
                    <a:pt x="46" y="123"/>
                    <a:pt x="40" y="137"/>
                    <a:pt x="49" y="136"/>
                  </a:cubicBezTo>
                  <a:cubicBezTo>
                    <a:pt x="58" y="134"/>
                    <a:pt x="56" y="121"/>
                    <a:pt x="59" y="122"/>
                  </a:cubicBezTo>
                  <a:cubicBezTo>
                    <a:pt x="62" y="122"/>
                    <a:pt x="58" y="129"/>
                    <a:pt x="60" y="134"/>
                  </a:cubicBezTo>
                  <a:cubicBezTo>
                    <a:pt x="63" y="140"/>
                    <a:pt x="54" y="148"/>
                    <a:pt x="54" y="152"/>
                  </a:cubicBezTo>
                  <a:cubicBezTo>
                    <a:pt x="55" y="156"/>
                    <a:pt x="73" y="156"/>
                    <a:pt x="79" y="149"/>
                  </a:cubicBezTo>
                  <a:cubicBezTo>
                    <a:pt x="85" y="143"/>
                    <a:pt x="88" y="150"/>
                    <a:pt x="84" y="155"/>
                  </a:cubicBezTo>
                  <a:cubicBezTo>
                    <a:pt x="80" y="159"/>
                    <a:pt x="82" y="164"/>
                    <a:pt x="87" y="166"/>
                  </a:cubicBezTo>
                  <a:cubicBezTo>
                    <a:pt x="92" y="167"/>
                    <a:pt x="94" y="168"/>
                    <a:pt x="92" y="172"/>
                  </a:cubicBezTo>
                  <a:cubicBezTo>
                    <a:pt x="89" y="176"/>
                    <a:pt x="91" y="184"/>
                    <a:pt x="90" y="188"/>
                  </a:cubicBezTo>
                  <a:cubicBezTo>
                    <a:pt x="89" y="192"/>
                    <a:pt x="73" y="191"/>
                    <a:pt x="72" y="189"/>
                  </a:cubicBezTo>
                  <a:cubicBezTo>
                    <a:pt x="72" y="186"/>
                    <a:pt x="65" y="188"/>
                    <a:pt x="67" y="192"/>
                  </a:cubicBezTo>
                  <a:cubicBezTo>
                    <a:pt x="68" y="195"/>
                    <a:pt x="61" y="199"/>
                    <a:pt x="61" y="203"/>
                  </a:cubicBezTo>
                  <a:cubicBezTo>
                    <a:pt x="62" y="206"/>
                    <a:pt x="72" y="205"/>
                    <a:pt x="72" y="209"/>
                  </a:cubicBezTo>
                  <a:cubicBezTo>
                    <a:pt x="72" y="214"/>
                    <a:pt x="65" y="219"/>
                    <a:pt x="55" y="221"/>
                  </a:cubicBezTo>
                  <a:cubicBezTo>
                    <a:pt x="45" y="224"/>
                    <a:pt x="57" y="232"/>
                    <a:pt x="62" y="229"/>
                  </a:cubicBezTo>
                  <a:cubicBezTo>
                    <a:pt x="66" y="225"/>
                    <a:pt x="65" y="231"/>
                    <a:pt x="72" y="231"/>
                  </a:cubicBezTo>
                  <a:cubicBezTo>
                    <a:pt x="79" y="231"/>
                    <a:pt x="83" y="237"/>
                    <a:pt x="91" y="234"/>
                  </a:cubicBezTo>
                  <a:cubicBezTo>
                    <a:pt x="98" y="231"/>
                    <a:pt x="98" y="234"/>
                    <a:pt x="92" y="238"/>
                  </a:cubicBezTo>
                  <a:cubicBezTo>
                    <a:pt x="86" y="243"/>
                    <a:pt x="78" y="238"/>
                    <a:pt x="73" y="241"/>
                  </a:cubicBezTo>
                  <a:cubicBezTo>
                    <a:pt x="67" y="244"/>
                    <a:pt x="46" y="263"/>
                    <a:pt x="50" y="268"/>
                  </a:cubicBezTo>
                  <a:cubicBezTo>
                    <a:pt x="53" y="271"/>
                    <a:pt x="56" y="264"/>
                    <a:pt x="63" y="261"/>
                  </a:cubicBezTo>
                  <a:cubicBezTo>
                    <a:pt x="71" y="258"/>
                    <a:pt x="72" y="263"/>
                    <a:pt x="76" y="264"/>
                  </a:cubicBezTo>
                  <a:cubicBezTo>
                    <a:pt x="80" y="264"/>
                    <a:pt x="81" y="255"/>
                    <a:pt x="84" y="256"/>
                  </a:cubicBezTo>
                  <a:cubicBezTo>
                    <a:pt x="87" y="257"/>
                    <a:pt x="91" y="253"/>
                    <a:pt x="97" y="254"/>
                  </a:cubicBezTo>
                  <a:cubicBezTo>
                    <a:pt x="103" y="255"/>
                    <a:pt x="108" y="253"/>
                    <a:pt x="111" y="250"/>
                  </a:cubicBezTo>
                  <a:cubicBezTo>
                    <a:pt x="114" y="248"/>
                    <a:pt x="122" y="255"/>
                    <a:pt x="125" y="254"/>
                  </a:cubicBezTo>
                  <a:cubicBezTo>
                    <a:pt x="127" y="252"/>
                    <a:pt x="139" y="250"/>
                    <a:pt x="145" y="250"/>
                  </a:cubicBezTo>
                  <a:cubicBezTo>
                    <a:pt x="150" y="250"/>
                    <a:pt x="165" y="243"/>
                    <a:pt x="169" y="240"/>
                  </a:cubicBezTo>
                  <a:cubicBezTo>
                    <a:pt x="173" y="236"/>
                    <a:pt x="167" y="235"/>
                    <a:pt x="162" y="236"/>
                  </a:cubicBezTo>
                  <a:cubicBezTo>
                    <a:pt x="156" y="237"/>
                    <a:pt x="157" y="231"/>
                    <a:pt x="163" y="226"/>
                  </a:cubicBezTo>
                  <a:cubicBezTo>
                    <a:pt x="168" y="220"/>
                    <a:pt x="177" y="216"/>
                    <a:pt x="177" y="209"/>
                  </a:cubicBezTo>
                  <a:close/>
                  <a:moveTo>
                    <a:pt x="21" y="78"/>
                  </a:moveTo>
                  <a:cubicBezTo>
                    <a:pt x="28" y="78"/>
                    <a:pt x="36" y="66"/>
                    <a:pt x="32" y="62"/>
                  </a:cubicBezTo>
                  <a:cubicBezTo>
                    <a:pt x="29" y="59"/>
                    <a:pt x="16" y="78"/>
                    <a:pt x="21" y="78"/>
                  </a:cubicBezTo>
                  <a:close/>
                  <a:moveTo>
                    <a:pt x="122" y="21"/>
                  </a:moveTo>
                  <a:cubicBezTo>
                    <a:pt x="126" y="17"/>
                    <a:pt x="131" y="0"/>
                    <a:pt x="125" y="2"/>
                  </a:cubicBezTo>
                  <a:cubicBezTo>
                    <a:pt x="118" y="3"/>
                    <a:pt x="120" y="23"/>
                    <a:pt x="122" y="2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0" name="Google Shape;260;p31"/>
            <p:cNvSpPr/>
            <p:nvPr/>
          </p:nvSpPr>
          <p:spPr>
            <a:xfrm>
              <a:off x="4557874" y="1735195"/>
              <a:ext cx="228608" cy="339736"/>
            </a:xfrm>
            <a:custGeom>
              <a:avLst/>
              <a:gdLst/>
              <a:ahLst/>
              <a:cxnLst/>
              <a:rect l="l" t="t" r="r" b="b"/>
              <a:pathLst>
                <a:path w="178" h="271" extrusionOk="0">
                  <a:moveTo>
                    <a:pt x="35" y="144"/>
                  </a:moveTo>
                  <a:cubicBezTo>
                    <a:pt x="28" y="138"/>
                    <a:pt x="20" y="148"/>
                    <a:pt x="13" y="148"/>
                  </a:cubicBezTo>
                  <a:cubicBezTo>
                    <a:pt x="12" y="153"/>
                    <a:pt x="10" y="156"/>
                    <a:pt x="8" y="158"/>
                  </a:cubicBezTo>
                  <a:cubicBezTo>
                    <a:pt x="5" y="160"/>
                    <a:pt x="0" y="167"/>
                    <a:pt x="4" y="168"/>
                  </a:cubicBezTo>
                  <a:cubicBezTo>
                    <a:pt x="8" y="169"/>
                    <a:pt x="14" y="175"/>
                    <a:pt x="15" y="170"/>
                  </a:cubicBezTo>
                  <a:cubicBezTo>
                    <a:pt x="16" y="165"/>
                    <a:pt x="19" y="159"/>
                    <a:pt x="25" y="167"/>
                  </a:cubicBezTo>
                  <a:cubicBezTo>
                    <a:pt x="27" y="169"/>
                    <a:pt x="29" y="171"/>
                    <a:pt x="31" y="172"/>
                  </a:cubicBezTo>
                  <a:cubicBezTo>
                    <a:pt x="32" y="169"/>
                    <a:pt x="40" y="168"/>
                    <a:pt x="45" y="164"/>
                  </a:cubicBezTo>
                  <a:cubicBezTo>
                    <a:pt x="50" y="159"/>
                    <a:pt x="42" y="151"/>
                    <a:pt x="35" y="144"/>
                  </a:cubicBezTo>
                  <a:close/>
                  <a:moveTo>
                    <a:pt x="177" y="209"/>
                  </a:moveTo>
                  <a:cubicBezTo>
                    <a:pt x="178" y="201"/>
                    <a:pt x="161" y="195"/>
                    <a:pt x="159" y="200"/>
                  </a:cubicBezTo>
                  <a:cubicBezTo>
                    <a:pt x="157" y="204"/>
                    <a:pt x="153" y="203"/>
                    <a:pt x="150" y="199"/>
                  </a:cubicBezTo>
                  <a:cubicBezTo>
                    <a:pt x="147" y="194"/>
                    <a:pt x="153" y="189"/>
                    <a:pt x="150" y="189"/>
                  </a:cubicBezTo>
                  <a:cubicBezTo>
                    <a:pt x="147" y="188"/>
                    <a:pt x="144" y="182"/>
                    <a:pt x="144" y="179"/>
                  </a:cubicBezTo>
                  <a:cubicBezTo>
                    <a:pt x="145" y="177"/>
                    <a:pt x="140" y="160"/>
                    <a:pt x="131" y="158"/>
                  </a:cubicBezTo>
                  <a:cubicBezTo>
                    <a:pt x="122" y="156"/>
                    <a:pt x="121" y="143"/>
                    <a:pt x="119" y="136"/>
                  </a:cubicBezTo>
                  <a:cubicBezTo>
                    <a:pt x="118" y="130"/>
                    <a:pt x="112" y="133"/>
                    <a:pt x="108" y="128"/>
                  </a:cubicBezTo>
                  <a:cubicBezTo>
                    <a:pt x="103" y="122"/>
                    <a:pt x="96" y="125"/>
                    <a:pt x="92" y="125"/>
                  </a:cubicBezTo>
                  <a:cubicBezTo>
                    <a:pt x="88" y="125"/>
                    <a:pt x="92" y="118"/>
                    <a:pt x="98" y="114"/>
                  </a:cubicBezTo>
                  <a:cubicBezTo>
                    <a:pt x="104" y="109"/>
                    <a:pt x="111" y="87"/>
                    <a:pt x="111" y="83"/>
                  </a:cubicBezTo>
                  <a:cubicBezTo>
                    <a:pt x="111" y="78"/>
                    <a:pt x="84" y="79"/>
                    <a:pt x="79" y="81"/>
                  </a:cubicBezTo>
                  <a:cubicBezTo>
                    <a:pt x="74" y="84"/>
                    <a:pt x="68" y="77"/>
                    <a:pt x="73" y="75"/>
                  </a:cubicBezTo>
                  <a:cubicBezTo>
                    <a:pt x="77" y="74"/>
                    <a:pt x="87" y="64"/>
                    <a:pt x="86" y="61"/>
                  </a:cubicBezTo>
                  <a:cubicBezTo>
                    <a:pt x="86" y="57"/>
                    <a:pt x="93" y="54"/>
                    <a:pt x="89" y="50"/>
                  </a:cubicBezTo>
                  <a:cubicBezTo>
                    <a:pt x="85" y="47"/>
                    <a:pt x="84" y="55"/>
                    <a:pt x="81" y="57"/>
                  </a:cubicBezTo>
                  <a:cubicBezTo>
                    <a:pt x="78" y="60"/>
                    <a:pt x="70" y="59"/>
                    <a:pt x="62" y="58"/>
                  </a:cubicBezTo>
                  <a:cubicBezTo>
                    <a:pt x="54" y="56"/>
                    <a:pt x="51" y="68"/>
                    <a:pt x="51" y="73"/>
                  </a:cubicBezTo>
                  <a:cubicBezTo>
                    <a:pt x="51" y="78"/>
                    <a:pt x="42" y="80"/>
                    <a:pt x="43" y="85"/>
                  </a:cubicBezTo>
                  <a:cubicBezTo>
                    <a:pt x="45" y="89"/>
                    <a:pt x="41" y="92"/>
                    <a:pt x="39" y="90"/>
                  </a:cubicBezTo>
                  <a:cubicBezTo>
                    <a:pt x="36" y="87"/>
                    <a:pt x="33" y="81"/>
                    <a:pt x="28" y="86"/>
                  </a:cubicBezTo>
                  <a:cubicBezTo>
                    <a:pt x="23" y="90"/>
                    <a:pt x="34" y="95"/>
                    <a:pt x="41" y="96"/>
                  </a:cubicBezTo>
                  <a:cubicBezTo>
                    <a:pt x="48" y="97"/>
                    <a:pt x="36" y="102"/>
                    <a:pt x="34" y="109"/>
                  </a:cubicBezTo>
                  <a:cubicBezTo>
                    <a:pt x="33" y="116"/>
                    <a:pt x="43" y="113"/>
                    <a:pt x="44" y="118"/>
                  </a:cubicBezTo>
                  <a:cubicBezTo>
                    <a:pt x="44" y="124"/>
                    <a:pt x="29" y="124"/>
                    <a:pt x="29" y="129"/>
                  </a:cubicBezTo>
                  <a:cubicBezTo>
                    <a:pt x="29" y="134"/>
                    <a:pt x="38" y="127"/>
                    <a:pt x="42" y="125"/>
                  </a:cubicBezTo>
                  <a:cubicBezTo>
                    <a:pt x="46" y="123"/>
                    <a:pt x="40" y="137"/>
                    <a:pt x="49" y="136"/>
                  </a:cubicBezTo>
                  <a:cubicBezTo>
                    <a:pt x="58" y="134"/>
                    <a:pt x="56" y="121"/>
                    <a:pt x="59" y="122"/>
                  </a:cubicBezTo>
                  <a:cubicBezTo>
                    <a:pt x="62" y="122"/>
                    <a:pt x="58" y="129"/>
                    <a:pt x="60" y="134"/>
                  </a:cubicBezTo>
                  <a:cubicBezTo>
                    <a:pt x="63" y="140"/>
                    <a:pt x="54" y="148"/>
                    <a:pt x="54" y="152"/>
                  </a:cubicBezTo>
                  <a:cubicBezTo>
                    <a:pt x="55" y="156"/>
                    <a:pt x="73" y="156"/>
                    <a:pt x="79" y="149"/>
                  </a:cubicBezTo>
                  <a:cubicBezTo>
                    <a:pt x="85" y="143"/>
                    <a:pt x="88" y="150"/>
                    <a:pt x="84" y="155"/>
                  </a:cubicBezTo>
                  <a:cubicBezTo>
                    <a:pt x="80" y="159"/>
                    <a:pt x="82" y="164"/>
                    <a:pt x="87" y="166"/>
                  </a:cubicBezTo>
                  <a:cubicBezTo>
                    <a:pt x="92" y="167"/>
                    <a:pt x="94" y="168"/>
                    <a:pt x="92" y="172"/>
                  </a:cubicBezTo>
                  <a:cubicBezTo>
                    <a:pt x="89" y="176"/>
                    <a:pt x="91" y="184"/>
                    <a:pt x="90" y="188"/>
                  </a:cubicBezTo>
                  <a:cubicBezTo>
                    <a:pt x="89" y="192"/>
                    <a:pt x="73" y="191"/>
                    <a:pt x="72" y="189"/>
                  </a:cubicBezTo>
                  <a:cubicBezTo>
                    <a:pt x="72" y="186"/>
                    <a:pt x="65" y="188"/>
                    <a:pt x="67" y="192"/>
                  </a:cubicBezTo>
                  <a:cubicBezTo>
                    <a:pt x="68" y="195"/>
                    <a:pt x="61" y="199"/>
                    <a:pt x="61" y="203"/>
                  </a:cubicBezTo>
                  <a:cubicBezTo>
                    <a:pt x="62" y="206"/>
                    <a:pt x="72" y="205"/>
                    <a:pt x="72" y="209"/>
                  </a:cubicBezTo>
                  <a:cubicBezTo>
                    <a:pt x="72" y="214"/>
                    <a:pt x="65" y="219"/>
                    <a:pt x="55" y="221"/>
                  </a:cubicBezTo>
                  <a:cubicBezTo>
                    <a:pt x="45" y="224"/>
                    <a:pt x="57" y="232"/>
                    <a:pt x="62" y="229"/>
                  </a:cubicBezTo>
                  <a:cubicBezTo>
                    <a:pt x="66" y="225"/>
                    <a:pt x="65" y="231"/>
                    <a:pt x="72" y="231"/>
                  </a:cubicBezTo>
                  <a:cubicBezTo>
                    <a:pt x="79" y="231"/>
                    <a:pt x="83" y="237"/>
                    <a:pt x="91" y="234"/>
                  </a:cubicBezTo>
                  <a:cubicBezTo>
                    <a:pt x="98" y="231"/>
                    <a:pt x="98" y="234"/>
                    <a:pt x="92" y="238"/>
                  </a:cubicBezTo>
                  <a:cubicBezTo>
                    <a:pt x="86" y="243"/>
                    <a:pt x="78" y="238"/>
                    <a:pt x="73" y="241"/>
                  </a:cubicBezTo>
                  <a:cubicBezTo>
                    <a:pt x="67" y="244"/>
                    <a:pt x="46" y="263"/>
                    <a:pt x="50" y="268"/>
                  </a:cubicBezTo>
                  <a:cubicBezTo>
                    <a:pt x="53" y="271"/>
                    <a:pt x="56" y="264"/>
                    <a:pt x="63" y="261"/>
                  </a:cubicBezTo>
                  <a:cubicBezTo>
                    <a:pt x="71" y="258"/>
                    <a:pt x="72" y="263"/>
                    <a:pt x="76" y="264"/>
                  </a:cubicBezTo>
                  <a:cubicBezTo>
                    <a:pt x="80" y="264"/>
                    <a:pt x="81" y="255"/>
                    <a:pt x="84" y="256"/>
                  </a:cubicBezTo>
                  <a:cubicBezTo>
                    <a:pt x="87" y="257"/>
                    <a:pt x="91" y="253"/>
                    <a:pt x="97" y="254"/>
                  </a:cubicBezTo>
                  <a:cubicBezTo>
                    <a:pt x="103" y="255"/>
                    <a:pt x="108" y="253"/>
                    <a:pt x="111" y="250"/>
                  </a:cubicBezTo>
                  <a:cubicBezTo>
                    <a:pt x="114" y="248"/>
                    <a:pt x="122" y="255"/>
                    <a:pt x="125" y="254"/>
                  </a:cubicBezTo>
                  <a:cubicBezTo>
                    <a:pt x="127" y="252"/>
                    <a:pt x="139" y="250"/>
                    <a:pt x="145" y="250"/>
                  </a:cubicBezTo>
                  <a:cubicBezTo>
                    <a:pt x="150" y="250"/>
                    <a:pt x="165" y="243"/>
                    <a:pt x="169" y="240"/>
                  </a:cubicBezTo>
                  <a:cubicBezTo>
                    <a:pt x="173" y="236"/>
                    <a:pt x="167" y="235"/>
                    <a:pt x="162" y="236"/>
                  </a:cubicBezTo>
                  <a:cubicBezTo>
                    <a:pt x="156" y="237"/>
                    <a:pt x="157" y="231"/>
                    <a:pt x="163" y="226"/>
                  </a:cubicBezTo>
                  <a:cubicBezTo>
                    <a:pt x="168" y="220"/>
                    <a:pt x="177" y="216"/>
                    <a:pt x="177" y="209"/>
                  </a:cubicBezTo>
                  <a:close/>
                  <a:moveTo>
                    <a:pt x="21" y="78"/>
                  </a:moveTo>
                  <a:cubicBezTo>
                    <a:pt x="28" y="78"/>
                    <a:pt x="36" y="66"/>
                    <a:pt x="32" y="62"/>
                  </a:cubicBezTo>
                  <a:cubicBezTo>
                    <a:pt x="29" y="59"/>
                    <a:pt x="16" y="78"/>
                    <a:pt x="21" y="78"/>
                  </a:cubicBezTo>
                  <a:close/>
                  <a:moveTo>
                    <a:pt x="122" y="21"/>
                  </a:moveTo>
                  <a:cubicBezTo>
                    <a:pt x="126" y="17"/>
                    <a:pt x="131" y="0"/>
                    <a:pt x="125" y="2"/>
                  </a:cubicBezTo>
                  <a:cubicBezTo>
                    <a:pt x="118" y="3"/>
                    <a:pt x="120" y="23"/>
                    <a:pt x="122" y="2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1" name="Google Shape;261;p31"/>
            <p:cNvSpPr/>
            <p:nvPr/>
          </p:nvSpPr>
          <p:spPr>
            <a:xfrm>
              <a:off x="4926187" y="1833623"/>
              <a:ext cx="107954" cy="100016"/>
            </a:xfrm>
            <a:custGeom>
              <a:avLst/>
              <a:gdLst/>
              <a:ahLst/>
              <a:cxnLst/>
              <a:rect l="l" t="t" r="r" b="b"/>
              <a:pathLst>
                <a:path w="85" h="81" extrusionOk="0">
                  <a:moveTo>
                    <a:pt x="43" y="30"/>
                  </a:moveTo>
                  <a:cubicBezTo>
                    <a:pt x="40" y="29"/>
                    <a:pt x="39" y="21"/>
                    <a:pt x="42" y="18"/>
                  </a:cubicBezTo>
                  <a:cubicBezTo>
                    <a:pt x="46" y="15"/>
                    <a:pt x="47" y="6"/>
                    <a:pt x="44" y="3"/>
                  </a:cubicBezTo>
                  <a:cubicBezTo>
                    <a:pt x="42" y="0"/>
                    <a:pt x="32" y="3"/>
                    <a:pt x="32" y="10"/>
                  </a:cubicBezTo>
                  <a:cubicBezTo>
                    <a:pt x="31" y="17"/>
                    <a:pt x="23" y="14"/>
                    <a:pt x="21" y="15"/>
                  </a:cubicBezTo>
                  <a:cubicBezTo>
                    <a:pt x="19" y="17"/>
                    <a:pt x="25" y="20"/>
                    <a:pt x="22" y="23"/>
                  </a:cubicBezTo>
                  <a:cubicBezTo>
                    <a:pt x="18" y="26"/>
                    <a:pt x="17" y="19"/>
                    <a:pt x="12" y="18"/>
                  </a:cubicBezTo>
                  <a:cubicBezTo>
                    <a:pt x="6" y="18"/>
                    <a:pt x="6" y="26"/>
                    <a:pt x="3" y="31"/>
                  </a:cubicBezTo>
                  <a:cubicBezTo>
                    <a:pt x="0" y="35"/>
                    <a:pt x="2" y="45"/>
                    <a:pt x="3" y="51"/>
                  </a:cubicBezTo>
                  <a:cubicBezTo>
                    <a:pt x="4" y="57"/>
                    <a:pt x="11" y="61"/>
                    <a:pt x="10" y="66"/>
                  </a:cubicBezTo>
                  <a:cubicBezTo>
                    <a:pt x="9" y="69"/>
                    <a:pt x="10" y="71"/>
                    <a:pt x="12" y="74"/>
                  </a:cubicBezTo>
                  <a:cubicBezTo>
                    <a:pt x="19" y="74"/>
                    <a:pt x="26" y="75"/>
                    <a:pt x="28" y="76"/>
                  </a:cubicBezTo>
                  <a:cubicBezTo>
                    <a:pt x="30" y="76"/>
                    <a:pt x="32" y="76"/>
                    <a:pt x="35" y="76"/>
                  </a:cubicBezTo>
                  <a:cubicBezTo>
                    <a:pt x="33" y="72"/>
                    <a:pt x="27" y="69"/>
                    <a:pt x="28" y="66"/>
                  </a:cubicBezTo>
                  <a:cubicBezTo>
                    <a:pt x="28" y="62"/>
                    <a:pt x="33" y="65"/>
                    <a:pt x="37" y="68"/>
                  </a:cubicBezTo>
                  <a:cubicBezTo>
                    <a:pt x="41" y="71"/>
                    <a:pt x="49" y="71"/>
                    <a:pt x="50" y="68"/>
                  </a:cubicBezTo>
                  <a:cubicBezTo>
                    <a:pt x="50" y="65"/>
                    <a:pt x="48" y="54"/>
                    <a:pt x="43" y="57"/>
                  </a:cubicBezTo>
                  <a:cubicBezTo>
                    <a:pt x="38" y="59"/>
                    <a:pt x="37" y="58"/>
                    <a:pt x="35" y="56"/>
                  </a:cubicBezTo>
                  <a:cubicBezTo>
                    <a:pt x="33" y="53"/>
                    <a:pt x="39" y="49"/>
                    <a:pt x="40" y="45"/>
                  </a:cubicBezTo>
                  <a:cubicBezTo>
                    <a:pt x="41" y="40"/>
                    <a:pt x="50" y="42"/>
                    <a:pt x="51" y="39"/>
                  </a:cubicBezTo>
                  <a:cubicBezTo>
                    <a:pt x="53" y="35"/>
                    <a:pt x="46" y="32"/>
                    <a:pt x="43" y="30"/>
                  </a:cubicBezTo>
                  <a:close/>
                  <a:moveTo>
                    <a:pt x="82" y="46"/>
                  </a:moveTo>
                  <a:cubicBezTo>
                    <a:pt x="80" y="45"/>
                    <a:pt x="79" y="50"/>
                    <a:pt x="76" y="50"/>
                  </a:cubicBezTo>
                  <a:cubicBezTo>
                    <a:pt x="74" y="51"/>
                    <a:pt x="71" y="40"/>
                    <a:pt x="70" y="46"/>
                  </a:cubicBezTo>
                  <a:cubicBezTo>
                    <a:pt x="69" y="52"/>
                    <a:pt x="64" y="44"/>
                    <a:pt x="59" y="51"/>
                  </a:cubicBezTo>
                  <a:cubicBezTo>
                    <a:pt x="54" y="58"/>
                    <a:pt x="62" y="65"/>
                    <a:pt x="66" y="67"/>
                  </a:cubicBezTo>
                  <a:cubicBezTo>
                    <a:pt x="69" y="70"/>
                    <a:pt x="65" y="73"/>
                    <a:pt x="61" y="72"/>
                  </a:cubicBezTo>
                  <a:cubicBezTo>
                    <a:pt x="56" y="71"/>
                    <a:pt x="59" y="79"/>
                    <a:pt x="65" y="80"/>
                  </a:cubicBezTo>
                  <a:cubicBezTo>
                    <a:pt x="72" y="81"/>
                    <a:pt x="79" y="68"/>
                    <a:pt x="78" y="65"/>
                  </a:cubicBezTo>
                  <a:cubicBezTo>
                    <a:pt x="77" y="62"/>
                    <a:pt x="85" y="48"/>
                    <a:pt x="82" y="4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2" name="Google Shape;262;p31"/>
            <p:cNvSpPr/>
            <p:nvPr/>
          </p:nvSpPr>
          <p:spPr>
            <a:xfrm>
              <a:off x="5000802" y="1430385"/>
              <a:ext cx="280998" cy="481029"/>
            </a:xfrm>
            <a:custGeom>
              <a:avLst/>
              <a:gdLst/>
              <a:ahLst/>
              <a:cxnLst/>
              <a:rect l="l" t="t" r="r" b="b"/>
              <a:pathLst>
                <a:path w="220" h="385" extrusionOk="0">
                  <a:moveTo>
                    <a:pt x="217" y="91"/>
                  </a:moveTo>
                  <a:cubicBezTo>
                    <a:pt x="215" y="88"/>
                    <a:pt x="210" y="82"/>
                    <a:pt x="214" y="82"/>
                  </a:cubicBezTo>
                  <a:cubicBezTo>
                    <a:pt x="218" y="82"/>
                    <a:pt x="220" y="69"/>
                    <a:pt x="215" y="67"/>
                  </a:cubicBezTo>
                  <a:cubicBezTo>
                    <a:pt x="210" y="64"/>
                    <a:pt x="215" y="53"/>
                    <a:pt x="211" y="51"/>
                  </a:cubicBezTo>
                  <a:cubicBezTo>
                    <a:pt x="206" y="48"/>
                    <a:pt x="209" y="40"/>
                    <a:pt x="210" y="34"/>
                  </a:cubicBezTo>
                  <a:cubicBezTo>
                    <a:pt x="211" y="28"/>
                    <a:pt x="194" y="23"/>
                    <a:pt x="185" y="19"/>
                  </a:cubicBezTo>
                  <a:cubicBezTo>
                    <a:pt x="175" y="15"/>
                    <a:pt x="171" y="8"/>
                    <a:pt x="164" y="4"/>
                  </a:cubicBezTo>
                  <a:cubicBezTo>
                    <a:pt x="156" y="0"/>
                    <a:pt x="154" y="10"/>
                    <a:pt x="154" y="17"/>
                  </a:cubicBezTo>
                  <a:cubicBezTo>
                    <a:pt x="154" y="24"/>
                    <a:pt x="147" y="25"/>
                    <a:pt x="142" y="20"/>
                  </a:cubicBezTo>
                  <a:cubicBezTo>
                    <a:pt x="137" y="16"/>
                    <a:pt x="131" y="20"/>
                    <a:pt x="124" y="17"/>
                  </a:cubicBezTo>
                  <a:cubicBezTo>
                    <a:pt x="116" y="14"/>
                    <a:pt x="119" y="25"/>
                    <a:pt x="119" y="30"/>
                  </a:cubicBezTo>
                  <a:cubicBezTo>
                    <a:pt x="119" y="35"/>
                    <a:pt x="111" y="35"/>
                    <a:pt x="106" y="35"/>
                  </a:cubicBezTo>
                  <a:cubicBezTo>
                    <a:pt x="101" y="35"/>
                    <a:pt x="93" y="39"/>
                    <a:pt x="93" y="45"/>
                  </a:cubicBezTo>
                  <a:cubicBezTo>
                    <a:pt x="93" y="51"/>
                    <a:pt x="85" y="54"/>
                    <a:pt x="87" y="57"/>
                  </a:cubicBezTo>
                  <a:cubicBezTo>
                    <a:pt x="90" y="61"/>
                    <a:pt x="87" y="64"/>
                    <a:pt x="83" y="67"/>
                  </a:cubicBezTo>
                  <a:cubicBezTo>
                    <a:pt x="80" y="69"/>
                    <a:pt x="77" y="77"/>
                    <a:pt x="74" y="80"/>
                  </a:cubicBezTo>
                  <a:cubicBezTo>
                    <a:pt x="72" y="82"/>
                    <a:pt x="76" y="87"/>
                    <a:pt x="71" y="90"/>
                  </a:cubicBezTo>
                  <a:cubicBezTo>
                    <a:pt x="66" y="93"/>
                    <a:pt x="60" y="91"/>
                    <a:pt x="57" y="93"/>
                  </a:cubicBezTo>
                  <a:cubicBezTo>
                    <a:pt x="55" y="96"/>
                    <a:pt x="57" y="102"/>
                    <a:pt x="56" y="109"/>
                  </a:cubicBezTo>
                  <a:cubicBezTo>
                    <a:pt x="56" y="117"/>
                    <a:pt x="50" y="125"/>
                    <a:pt x="45" y="132"/>
                  </a:cubicBezTo>
                  <a:cubicBezTo>
                    <a:pt x="40" y="139"/>
                    <a:pt x="46" y="140"/>
                    <a:pt x="49" y="141"/>
                  </a:cubicBezTo>
                  <a:cubicBezTo>
                    <a:pt x="51" y="142"/>
                    <a:pt x="51" y="146"/>
                    <a:pt x="49" y="151"/>
                  </a:cubicBezTo>
                  <a:cubicBezTo>
                    <a:pt x="46" y="156"/>
                    <a:pt x="41" y="153"/>
                    <a:pt x="37" y="152"/>
                  </a:cubicBezTo>
                  <a:cubicBezTo>
                    <a:pt x="34" y="151"/>
                    <a:pt x="25" y="155"/>
                    <a:pt x="20" y="164"/>
                  </a:cubicBezTo>
                  <a:cubicBezTo>
                    <a:pt x="15" y="172"/>
                    <a:pt x="16" y="177"/>
                    <a:pt x="18" y="181"/>
                  </a:cubicBezTo>
                  <a:cubicBezTo>
                    <a:pt x="20" y="186"/>
                    <a:pt x="14" y="191"/>
                    <a:pt x="18" y="199"/>
                  </a:cubicBezTo>
                  <a:cubicBezTo>
                    <a:pt x="22" y="207"/>
                    <a:pt x="16" y="209"/>
                    <a:pt x="17" y="216"/>
                  </a:cubicBezTo>
                  <a:cubicBezTo>
                    <a:pt x="18" y="222"/>
                    <a:pt x="28" y="222"/>
                    <a:pt x="29" y="228"/>
                  </a:cubicBezTo>
                  <a:cubicBezTo>
                    <a:pt x="30" y="235"/>
                    <a:pt x="25" y="237"/>
                    <a:pt x="22" y="237"/>
                  </a:cubicBezTo>
                  <a:cubicBezTo>
                    <a:pt x="19" y="237"/>
                    <a:pt x="20" y="244"/>
                    <a:pt x="23" y="246"/>
                  </a:cubicBezTo>
                  <a:cubicBezTo>
                    <a:pt x="26" y="247"/>
                    <a:pt x="25" y="259"/>
                    <a:pt x="24" y="263"/>
                  </a:cubicBezTo>
                  <a:cubicBezTo>
                    <a:pt x="22" y="266"/>
                    <a:pt x="11" y="263"/>
                    <a:pt x="12" y="267"/>
                  </a:cubicBezTo>
                  <a:cubicBezTo>
                    <a:pt x="13" y="271"/>
                    <a:pt x="10" y="278"/>
                    <a:pt x="10" y="281"/>
                  </a:cubicBezTo>
                  <a:cubicBezTo>
                    <a:pt x="10" y="284"/>
                    <a:pt x="9" y="295"/>
                    <a:pt x="5" y="293"/>
                  </a:cubicBezTo>
                  <a:cubicBezTo>
                    <a:pt x="4" y="292"/>
                    <a:pt x="2" y="292"/>
                    <a:pt x="0" y="292"/>
                  </a:cubicBezTo>
                  <a:cubicBezTo>
                    <a:pt x="0" y="292"/>
                    <a:pt x="0" y="293"/>
                    <a:pt x="0" y="294"/>
                  </a:cubicBezTo>
                  <a:cubicBezTo>
                    <a:pt x="0" y="300"/>
                    <a:pt x="2" y="307"/>
                    <a:pt x="8" y="311"/>
                  </a:cubicBezTo>
                  <a:cubicBezTo>
                    <a:pt x="13" y="316"/>
                    <a:pt x="9" y="323"/>
                    <a:pt x="14" y="330"/>
                  </a:cubicBezTo>
                  <a:cubicBezTo>
                    <a:pt x="19" y="336"/>
                    <a:pt x="17" y="341"/>
                    <a:pt x="23" y="346"/>
                  </a:cubicBezTo>
                  <a:cubicBezTo>
                    <a:pt x="28" y="350"/>
                    <a:pt x="29" y="353"/>
                    <a:pt x="26" y="359"/>
                  </a:cubicBezTo>
                  <a:cubicBezTo>
                    <a:pt x="24" y="365"/>
                    <a:pt x="31" y="363"/>
                    <a:pt x="31" y="367"/>
                  </a:cubicBezTo>
                  <a:cubicBezTo>
                    <a:pt x="32" y="371"/>
                    <a:pt x="30" y="378"/>
                    <a:pt x="32" y="382"/>
                  </a:cubicBezTo>
                  <a:cubicBezTo>
                    <a:pt x="34" y="385"/>
                    <a:pt x="37" y="382"/>
                    <a:pt x="46" y="382"/>
                  </a:cubicBezTo>
                  <a:cubicBezTo>
                    <a:pt x="54" y="381"/>
                    <a:pt x="52" y="376"/>
                    <a:pt x="52" y="371"/>
                  </a:cubicBezTo>
                  <a:cubicBezTo>
                    <a:pt x="52" y="366"/>
                    <a:pt x="56" y="368"/>
                    <a:pt x="57" y="365"/>
                  </a:cubicBezTo>
                  <a:cubicBezTo>
                    <a:pt x="59" y="362"/>
                    <a:pt x="66" y="361"/>
                    <a:pt x="72" y="364"/>
                  </a:cubicBezTo>
                  <a:cubicBezTo>
                    <a:pt x="78" y="367"/>
                    <a:pt x="81" y="362"/>
                    <a:pt x="82" y="356"/>
                  </a:cubicBezTo>
                  <a:cubicBezTo>
                    <a:pt x="83" y="350"/>
                    <a:pt x="87" y="357"/>
                    <a:pt x="89" y="359"/>
                  </a:cubicBezTo>
                  <a:cubicBezTo>
                    <a:pt x="90" y="360"/>
                    <a:pt x="96" y="349"/>
                    <a:pt x="98" y="342"/>
                  </a:cubicBezTo>
                  <a:cubicBezTo>
                    <a:pt x="101" y="335"/>
                    <a:pt x="98" y="336"/>
                    <a:pt x="92" y="343"/>
                  </a:cubicBezTo>
                  <a:cubicBezTo>
                    <a:pt x="86" y="350"/>
                    <a:pt x="90" y="336"/>
                    <a:pt x="92" y="331"/>
                  </a:cubicBezTo>
                  <a:cubicBezTo>
                    <a:pt x="94" y="325"/>
                    <a:pt x="94" y="309"/>
                    <a:pt x="95" y="306"/>
                  </a:cubicBezTo>
                  <a:cubicBezTo>
                    <a:pt x="96" y="302"/>
                    <a:pt x="97" y="296"/>
                    <a:pt x="105" y="295"/>
                  </a:cubicBezTo>
                  <a:cubicBezTo>
                    <a:pt x="112" y="293"/>
                    <a:pt x="122" y="284"/>
                    <a:pt x="121" y="280"/>
                  </a:cubicBezTo>
                  <a:cubicBezTo>
                    <a:pt x="119" y="276"/>
                    <a:pt x="131" y="270"/>
                    <a:pt x="131" y="266"/>
                  </a:cubicBezTo>
                  <a:cubicBezTo>
                    <a:pt x="131" y="262"/>
                    <a:pt x="119" y="250"/>
                    <a:pt x="114" y="247"/>
                  </a:cubicBezTo>
                  <a:cubicBezTo>
                    <a:pt x="110" y="245"/>
                    <a:pt x="101" y="247"/>
                    <a:pt x="102" y="244"/>
                  </a:cubicBezTo>
                  <a:cubicBezTo>
                    <a:pt x="103" y="241"/>
                    <a:pt x="101" y="230"/>
                    <a:pt x="100" y="224"/>
                  </a:cubicBezTo>
                  <a:cubicBezTo>
                    <a:pt x="99" y="218"/>
                    <a:pt x="106" y="212"/>
                    <a:pt x="106" y="207"/>
                  </a:cubicBezTo>
                  <a:cubicBezTo>
                    <a:pt x="106" y="201"/>
                    <a:pt x="106" y="195"/>
                    <a:pt x="111" y="193"/>
                  </a:cubicBezTo>
                  <a:cubicBezTo>
                    <a:pt x="116" y="191"/>
                    <a:pt x="113" y="187"/>
                    <a:pt x="119" y="185"/>
                  </a:cubicBezTo>
                  <a:cubicBezTo>
                    <a:pt x="126" y="184"/>
                    <a:pt x="125" y="174"/>
                    <a:pt x="132" y="171"/>
                  </a:cubicBezTo>
                  <a:cubicBezTo>
                    <a:pt x="139" y="168"/>
                    <a:pt x="139" y="166"/>
                    <a:pt x="148" y="162"/>
                  </a:cubicBezTo>
                  <a:cubicBezTo>
                    <a:pt x="157" y="157"/>
                    <a:pt x="173" y="147"/>
                    <a:pt x="175" y="141"/>
                  </a:cubicBezTo>
                  <a:cubicBezTo>
                    <a:pt x="178" y="136"/>
                    <a:pt x="166" y="130"/>
                    <a:pt x="174" y="124"/>
                  </a:cubicBezTo>
                  <a:cubicBezTo>
                    <a:pt x="181" y="119"/>
                    <a:pt x="175" y="112"/>
                    <a:pt x="180" y="110"/>
                  </a:cubicBezTo>
                  <a:cubicBezTo>
                    <a:pt x="186" y="108"/>
                    <a:pt x="188" y="105"/>
                    <a:pt x="192" y="101"/>
                  </a:cubicBezTo>
                  <a:cubicBezTo>
                    <a:pt x="196" y="97"/>
                    <a:pt x="201" y="101"/>
                    <a:pt x="210" y="99"/>
                  </a:cubicBezTo>
                  <a:cubicBezTo>
                    <a:pt x="214" y="99"/>
                    <a:pt x="217" y="99"/>
                    <a:pt x="220" y="100"/>
                  </a:cubicBezTo>
                  <a:cubicBezTo>
                    <a:pt x="219" y="95"/>
                    <a:pt x="218" y="92"/>
                    <a:pt x="217" y="91"/>
                  </a:cubicBezTo>
                  <a:close/>
                  <a:moveTo>
                    <a:pt x="129" y="320"/>
                  </a:moveTo>
                  <a:cubicBezTo>
                    <a:pt x="119" y="320"/>
                    <a:pt x="115" y="340"/>
                    <a:pt x="117" y="343"/>
                  </a:cubicBezTo>
                  <a:cubicBezTo>
                    <a:pt x="119" y="346"/>
                    <a:pt x="139" y="320"/>
                    <a:pt x="129" y="32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3" name="Google Shape;263;p31"/>
            <p:cNvSpPr/>
            <p:nvPr/>
          </p:nvSpPr>
          <p:spPr>
            <a:xfrm>
              <a:off x="5232585" y="1770121"/>
              <a:ext cx="142880" cy="68265"/>
            </a:xfrm>
            <a:custGeom>
              <a:avLst/>
              <a:gdLst/>
              <a:ahLst/>
              <a:cxnLst/>
              <a:rect l="l" t="t" r="r" b="b"/>
              <a:pathLst>
                <a:path w="111" h="54" extrusionOk="0">
                  <a:moveTo>
                    <a:pt x="103" y="15"/>
                  </a:moveTo>
                  <a:cubicBezTo>
                    <a:pt x="105" y="10"/>
                    <a:pt x="111" y="10"/>
                    <a:pt x="106" y="3"/>
                  </a:cubicBezTo>
                  <a:cubicBezTo>
                    <a:pt x="106" y="4"/>
                    <a:pt x="104" y="5"/>
                    <a:pt x="103" y="5"/>
                  </a:cubicBezTo>
                  <a:cubicBezTo>
                    <a:pt x="95" y="7"/>
                    <a:pt x="79" y="0"/>
                    <a:pt x="69" y="2"/>
                  </a:cubicBezTo>
                  <a:cubicBezTo>
                    <a:pt x="60" y="4"/>
                    <a:pt x="41" y="4"/>
                    <a:pt x="36" y="8"/>
                  </a:cubicBezTo>
                  <a:cubicBezTo>
                    <a:pt x="32" y="13"/>
                    <a:pt x="21" y="14"/>
                    <a:pt x="26" y="18"/>
                  </a:cubicBezTo>
                  <a:cubicBezTo>
                    <a:pt x="31" y="23"/>
                    <a:pt x="26" y="25"/>
                    <a:pt x="29" y="30"/>
                  </a:cubicBezTo>
                  <a:cubicBezTo>
                    <a:pt x="33" y="35"/>
                    <a:pt x="35" y="37"/>
                    <a:pt x="40" y="36"/>
                  </a:cubicBezTo>
                  <a:cubicBezTo>
                    <a:pt x="45" y="35"/>
                    <a:pt x="49" y="37"/>
                    <a:pt x="43" y="43"/>
                  </a:cubicBezTo>
                  <a:cubicBezTo>
                    <a:pt x="43" y="43"/>
                    <a:pt x="43" y="43"/>
                    <a:pt x="43" y="43"/>
                  </a:cubicBezTo>
                  <a:cubicBezTo>
                    <a:pt x="51" y="42"/>
                    <a:pt x="61" y="42"/>
                    <a:pt x="62" y="43"/>
                  </a:cubicBezTo>
                  <a:cubicBezTo>
                    <a:pt x="64" y="44"/>
                    <a:pt x="77" y="54"/>
                    <a:pt x="80" y="53"/>
                  </a:cubicBezTo>
                  <a:cubicBezTo>
                    <a:pt x="82" y="53"/>
                    <a:pt x="90" y="53"/>
                    <a:pt x="97" y="54"/>
                  </a:cubicBezTo>
                  <a:cubicBezTo>
                    <a:pt x="96" y="52"/>
                    <a:pt x="96" y="50"/>
                    <a:pt x="97" y="49"/>
                  </a:cubicBezTo>
                  <a:cubicBezTo>
                    <a:pt x="100" y="47"/>
                    <a:pt x="105" y="47"/>
                    <a:pt x="102" y="44"/>
                  </a:cubicBezTo>
                  <a:cubicBezTo>
                    <a:pt x="99" y="40"/>
                    <a:pt x="99" y="39"/>
                    <a:pt x="98" y="34"/>
                  </a:cubicBezTo>
                  <a:cubicBezTo>
                    <a:pt x="98" y="29"/>
                    <a:pt x="97" y="27"/>
                    <a:pt x="97" y="24"/>
                  </a:cubicBezTo>
                  <a:cubicBezTo>
                    <a:pt x="97" y="21"/>
                    <a:pt x="100" y="20"/>
                    <a:pt x="103" y="15"/>
                  </a:cubicBezTo>
                  <a:close/>
                  <a:moveTo>
                    <a:pt x="11" y="28"/>
                  </a:moveTo>
                  <a:cubicBezTo>
                    <a:pt x="1" y="30"/>
                    <a:pt x="0" y="43"/>
                    <a:pt x="3" y="43"/>
                  </a:cubicBezTo>
                  <a:cubicBezTo>
                    <a:pt x="8" y="43"/>
                    <a:pt x="19" y="34"/>
                    <a:pt x="22" y="31"/>
                  </a:cubicBezTo>
                  <a:cubicBezTo>
                    <a:pt x="25" y="28"/>
                    <a:pt x="20" y="25"/>
                    <a:pt x="11" y="28"/>
                  </a:cubicBezTo>
                  <a:close/>
                  <a:moveTo>
                    <a:pt x="18" y="20"/>
                  </a:moveTo>
                  <a:cubicBezTo>
                    <a:pt x="20" y="16"/>
                    <a:pt x="3" y="18"/>
                    <a:pt x="7" y="21"/>
                  </a:cubicBezTo>
                  <a:cubicBezTo>
                    <a:pt x="10" y="24"/>
                    <a:pt x="16" y="24"/>
                    <a:pt x="18" y="2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4" name="Google Shape;264;p31"/>
            <p:cNvSpPr/>
            <p:nvPr/>
          </p:nvSpPr>
          <p:spPr>
            <a:xfrm>
              <a:off x="4854747" y="919193"/>
              <a:ext cx="587396" cy="906494"/>
            </a:xfrm>
            <a:custGeom>
              <a:avLst/>
              <a:gdLst/>
              <a:ahLst/>
              <a:cxnLst/>
              <a:rect l="l" t="t" r="r" b="b"/>
              <a:pathLst>
                <a:path w="457" h="723" extrusionOk="0">
                  <a:moveTo>
                    <a:pt x="443" y="386"/>
                  </a:moveTo>
                  <a:cubicBezTo>
                    <a:pt x="442" y="390"/>
                    <a:pt x="435" y="390"/>
                    <a:pt x="435" y="386"/>
                  </a:cubicBezTo>
                  <a:cubicBezTo>
                    <a:pt x="435" y="382"/>
                    <a:pt x="424" y="379"/>
                    <a:pt x="423" y="377"/>
                  </a:cubicBezTo>
                  <a:cubicBezTo>
                    <a:pt x="423" y="375"/>
                    <a:pt x="428" y="375"/>
                    <a:pt x="432" y="378"/>
                  </a:cubicBezTo>
                  <a:cubicBezTo>
                    <a:pt x="436" y="380"/>
                    <a:pt x="439" y="378"/>
                    <a:pt x="444" y="374"/>
                  </a:cubicBezTo>
                  <a:cubicBezTo>
                    <a:pt x="449" y="369"/>
                    <a:pt x="455" y="373"/>
                    <a:pt x="456" y="369"/>
                  </a:cubicBezTo>
                  <a:cubicBezTo>
                    <a:pt x="457" y="365"/>
                    <a:pt x="448" y="363"/>
                    <a:pt x="447" y="360"/>
                  </a:cubicBezTo>
                  <a:cubicBezTo>
                    <a:pt x="445" y="358"/>
                    <a:pt x="439" y="355"/>
                    <a:pt x="434" y="356"/>
                  </a:cubicBezTo>
                  <a:cubicBezTo>
                    <a:pt x="428" y="357"/>
                    <a:pt x="428" y="355"/>
                    <a:pt x="424" y="351"/>
                  </a:cubicBezTo>
                  <a:cubicBezTo>
                    <a:pt x="421" y="348"/>
                    <a:pt x="410" y="354"/>
                    <a:pt x="410" y="361"/>
                  </a:cubicBezTo>
                  <a:cubicBezTo>
                    <a:pt x="410" y="368"/>
                    <a:pt x="404" y="366"/>
                    <a:pt x="406" y="362"/>
                  </a:cubicBezTo>
                  <a:cubicBezTo>
                    <a:pt x="409" y="359"/>
                    <a:pt x="403" y="354"/>
                    <a:pt x="408" y="353"/>
                  </a:cubicBezTo>
                  <a:cubicBezTo>
                    <a:pt x="414" y="351"/>
                    <a:pt x="411" y="343"/>
                    <a:pt x="401" y="343"/>
                  </a:cubicBezTo>
                  <a:cubicBezTo>
                    <a:pt x="391" y="342"/>
                    <a:pt x="388" y="350"/>
                    <a:pt x="390" y="353"/>
                  </a:cubicBezTo>
                  <a:cubicBezTo>
                    <a:pt x="392" y="355"/>
                    <a:pt x="384" y="366"/>
                    <a:pt x="380" y="366"/>
                  </a:cubicBezTo>
                  <a:cubicBezTo>
                    <a:pt x="376" y="366"/>
                    <a:pt x="380" y="357"/>
                    <a:pt x="380" y="351"/>
                  </a:cubicBezTo>
                  <a:cubicBezTo>
                    <a:pt x="380" y="346"/>
                    <a:pt x="376" y="349"/>
                    <a:pt x="369" y="357"/>
                  </a:cubicBezTo>
                  <a:cubicBezTo>
                    <a:pt x="361" y="366"/>
                    <a:pt x="356" y="373"/>
                    <a:pt x="352" y="374"/>
                  </a:cubicBezTo>
                  <a:cubicBezTo>
                    <a:pt x="348" y="375"/>
                    <a:pt x="348" y="367"/>
                    <a:pt x="355" y="363"/>
                  </a:cubicBezTo>
                  <a:cubicBezTo>
                    <a:pt x="362" y="359"/>
                    <a:pt x="362" y="349"/>
                    <a:pt x="366" y="349"/>
                  </a:cubicBezTo>
                  <a:cubicBezTo>
                    <a:pt x="371" y="349"/>
                    <a:pt x="371" y="344"/>
                    <a:pt x="364" y="343"/>
                  </a:cubicBezTo>
                  <a:cubicBezTo>
                    <a:pt x="358" y="341"/>
                    <a:pt x="357" y="348"/>
                    <a:pt x="355" y="350"/>
                  </a:cubicBezTo>
                  <a:cubicBezTo>
                    <a:pt x="352" y="353"/>
                    <a:pt x="342" y="347"/>
                    <a:pt x="342" y="349"/>
                  </a:cubicBezTo>
                  <a:cubicBezTo>
                    <a:pt x="342" y="351"/>
                    <a:pt x="336" y="352"/>
                    <a:pt x="339" y="356"/>
                  </a:cubicBezTo>
                  <a:cubicBezTo>
                    <a:pt x="342" y="360"/>
                    <a:pt x="338" y="363"/>
                    <a:pt x="335" y="358"/>
                  </a:cubicBezTo>
                  <a:cubicBezTo>
                    <a:pt x="332" y="354"/>
                    <a:pt x="326" y="357"/>
                    <a:pt x="323" y="362"/>
                  </a:cubicBezTo>
                  <a:cubicBezTo>
                    <a:pt x="320" y="368"/>
                    <a:pt x="315" y="367"/>
                    <a:pt x="319" y="369"/>
                  </a:cubicBezTo>
                  <a:cubicBezTo>
                    <a:pt x="322" y="371"/>
                    <a:pt x="321" y="378"/>
                    <a:pt x="317" y="379"/>
                  </a:cubicBezTo>
                  <a:cubicBezTo>
                    <a:pt x="312" y="381"/>
                    <a:pt x="314" y="367"/>
                    <a:pt x="310" y="368"/>
                  </a:cubicBezTo>
                  <a:cubicBezTo>
                    <a:pt x="307" y="369"/>
                    <a:pt x="309" y="361"/>
                    <a:pt x="314" y="361"/>
                  </a:cubicBezTo>
                  <a:cubicBezTo>
                    <a:pt x="319" y="361"/>
                    <a:pt x="324" y="354"/>
                    <a:pt x="323" y="352"/>
                  </a:cubicBezTo>
                  <a:cubicBezTo>
                    <a:pt x="322" y="349"/>
                    <a:pt x="317" y="350"/>
                    <a:pt x="317" y="354"/>
                  </a:cubicBezTo>
                  <a:cubicBezTo>
                    <a:pt x="317" y="357"/>
                    <a:pt x="309" y="357"/>
                    <a:pt x="303" y="356"/>
                  </a:cubicBezTo>
                  <a:cubicBezTo>
                    <a:pt x="296" y="356"/>
                    <a:pt x="296" y="364"/>
                    <a:pt x="304" y="368"/>
                  </a:cubicBezTo>
                  <a:cubicBezTo>
                    <a:pt x="311" y="372"/>
                    <a:pt x="302" y="375"/>
                    <a:pt x="299" y="372"/>
                  </a:cubicBezTo>
                  <a:cubicBezTo>
                    <a:pt x="295" y="369"/>
                    <a:pt x="289" y="370"/>
                    <a:pt x="285" y="372"/>
                  </a:cubicBezTo>
                  <a:cubicBezTo>
                    <a:pt x="282" y="374"/>
                    <a:pt x="295" y="379"/>
                    <a:pt x="295" y="381"/>
                  </a:cubicBezTo>
                  <a:cubicBezTo>
                    <a:pt x="296" y="383"/>
                    <a:pt x="289" y="378"/>
                    <a:pt x="287" y="380"/>
                  </a:cubicBezTo>
                  <a:cubicBezTo>
                    <a:pt x="285" y="382"/>
                    <a:pt x="278" y="379"/>
                    <a:pt x="278" y="374"/>
                  </a:cubicBezTo>
                  <a:cubicBezTo>
                    <a:pt x="277" y="370"/>
                    <a:pt x="265" y="376"/>
                    <a:pt x="272" y="378"/>
                  </a:cubicBezTo>
                  <a:cubicBezTo>
                    <a:pt x="278" y="379"/>
                    <a:pt x="276" y="383"/>
                    <a:pt x="276" y="389"/>
                  </a:cubicBezTo>
                  <a:cubicBezTo>
                    <a:pt x="276" y="395"/>
                    <a:pt x="269" y="390"/>
                    <a:pt x="270" y="385"/>
                  </a:cubicBezTo>
                  <a:cubicBezTo>
                    <a:pt x="272" y="380"/>
                    <a:pt x="265" y="381"/>
                    <a:pt x="260" y="385"/>
                  </a:cubicBezTo>
                  <a:cubicBezTo>
                    <a:pt x="255" y="388"/>
                    <a:pt x="261" y="379"/>
                    <a:pt x="259" y="374"/>
                  </a:cubicBezTo>
                  <a:cubicBezTo>
                    <a:pt x="257" y="370"/>
                    <a:pt x="252" y="374"/>
                    <a:pt x="247" y="375"/>
                  </a:cubicBezTo>
                  <a:cubicBezTo>
                    <a:pt x="241" y="377"/>
                    <a:pt x="238" y="377"/>
                    <a:pt x="242" y="380"/>
                  </a:cubicBezTo>
                  <a:cubicBezTo>
                    <a:pt x="245" y="384"/>
                    <a:pt x="245" y="389"/>
                    <a:pt x="240" y="388"/>
                  </a:cubicBezTo>
                  <a:cubicBezTo>
                    <a:pt x="236" y="388"/>
                    <a:pt x="234" y="388"/>
                    <a:pt x="234" y="393"/>
                  </a:cubicBezTo>
                  <a:cubicBezTo>
                    <a:pt x="235" y="397"/>
                    <a:pt x="229" y="397"/>
                    <a:pt x="228" y="393"/>
                  </a:cubicBezTo>
                  <a:cubicBezTo>
                    <a:pt x="228" y="390"/>
                    <a:pt x="219" y="391"/>
                    <a:pt x="216" y="395"/>
                  </a:cubicBezTo>
                  <a:cubicBezTo>
                    <a:pt x="214" y="399"/>
                    <a:pt x="206" y="402"/>
                    <a:pt x="207" y="407"/>
                  </a:cubicBezTo>
                  <a:cubicBezTo>
                    <a:pt x="208" y="412"/>
                    <a:pt x="214" y="405"/>
                    <a:pt x="218" y="406"/>
                  </a:cubicBezTo>
                  <a:cubicBezTo>
                    <a:pt x="223" y="408"/>
                    <a:pt x="218" y="410"/>
                    <a:pt x="221" y="412"/>
                  </a:cubicBezTo>
                  <a:cubicBezTo>
                    <a:pt x="223" y="415"/>
                    <a:pt x="223" y="421"/>
                    <a:pt x="219" y="417"/>
                  </a:cubicBezTo>
                  <a:cubicBezTo>
                    <a:pt x="215" y="414"/>
                    <a:pt x="211" y="413"/>
                    <a:pt x="210" y="418"/>
                  </a:cubicBezTo>
                  <a:cubicBezTo>
                    <a:pt x="209" y="424"/>
                    <a:pt x="205" y="417"/>
                    <a:pt x="202" y="414"/>
                  </a:cubicBezTo>
                  <a:cubicBezTo>
                    <a:pt x="199" y="410"/>
                    <a:pt x="196" y="421"/>
                    <a:pt x="192" y="418"/>
                  </a:cubicBezTo>
                  <a:cubicBezTo>
                    <a:pt x="189" y="416"/>
                    <a:pt x="199" y="408"/>
                    <a:pt x="197" y="404"/>
                  </a:cubicBezTo>
                  <a:cubicBezTo>
                    <a:pt x="194" y="400"/>
                    <a:pt x="192" y="406"/>
                    <a:pt x="186" y="412"/>
                  </a:cubicBezTo>
                  <a:cubicBezTo>
                    <a:pt x="180" y="418"/>
                    <a:pt x="172" y="418"/>
                    <a:pt x="175" y="421"/>
                  </a:cubicBezTo>
                  <a:cubicBezTo>
                    <a:pt x="178" y="423"/>
                    <a:pt x="169" y="425"/>
                    <a:pt x="167" y="430"/>
                  </a:cubicBezTo>
                  <a:cubicBezTo>
                    <a:pt x="166" y="435"/>
                    <a:pt x="154" y="437"/>
                    <a:pt x="146" y="442"/>
                  </a:cubicBezTo>
                  <a:cubicBezTo>
                    <a:pt x="138" y="447"/>
                    <a:pt x="147" y="447"/>
                    <a:pt x="152" y="442"/>
                  </a:cubicBezTo>
                  <a:cubicBezTo>
                    <a:pt x="156" y="438"/>
                    <a:pt x="158" y="440"/>
                    <a:pt x="165" y="436"/>
                  </a:cubicBezTo>
                  <a:cubicBezTo>
                    <a:pt x="172" y="432"/>
                    <a:pt x="179" y="428"/>
                    <a:pt x="182" y="430"/>
                  </a:cubicBezTo>
                  <a:cubicBezTo>
                    <a:pt x="185" y="432"/>
                    <a:pt x="189" y="433"/>
                    <a:pt x="192" y="428"/>
                  </a:cubicBezTo>
                  <a:cubicBezTo>
                    <a:pt x="196" y="423"/>
                    <a:pt x="200" y="424"/>
                    <a:pt x="203" y="427"/>
                  </a:cubicBezTo>
                  <a:cubicBezTo>
                    <a:pt x="207" y="430"/>
                    <a:pt x="198" y="433"/>
                    <a:pt x="202" y="437"/>
                  </a:cubicBezTo>
                  <a:cubicBezTo>
                    <a:pt x="206" y="441"/>
                    <a:pt x="197" y="443"/>
                    <a:pt x="197" y="440"/>
                  </a:cubicBezTo>
                  <a:cubicBezTo>
                    <a:pt x="197" y="436"/>
                    <a:pt x="192" y="433"/>
                    <a:pt x="190" y="436"/>
                  </a:cubicBezTo>
                  <a:cubicBezTo>
                    <a:pt x="188" y="440"/>
                    <a:pt x="185" y="443"/>
                    <a:pt x="181" y="444"/>
                  </a:cubicBezTo>
                  <a:cubicBezTo>
                    <a:pt x="178" y="444"/>
                    <a:pt x="174" y="450"/>
                    <a:pt x="174" y="456"/>
                  </a:cubicBezTo>
                  <a:cubicBezTo>
                    <a:pt x="174" y="463"/>
                    <a:pt x="168" y="456"/>
                    <a:pt x="168" y="462"/>
                  </a:cubicBezTo>
                  <a:cubicBezTo>
                    <a:pt x="167" y="467"/>
                    <a:pt x="159" y="477"/>
                    <a:pt x="152" y="484"/>
                  </a:cubicBezTo>
                  <a:cubicBezTo>
                    <a:pt x="144" y="491"/>
                    <a:pt x="151" y="493"/>
                    <a:pt x="149" y="497"/>
                  </a:cubicBezTo>
                  <a:cubicBezTo>
                    <a:pt x="147" y="501"/>
                    <a:pt x="138" y="497"/>
                    <a:pt x="135" y="499"/>
                  </a:cubicBezTo>
                  <a:cubicBezTo>
                    <a:pt x="132" y="501"/>
                    <a:pt x="137" y="512"/>
                    <a:pt x="133" y="515"/>
                  </a:cubicBezTo>
                  <a:cubicBezTo>
                    <a:pt x="129" y="519"/>
                    <a:pt x="133" y="524"/>
                    <a:pt x="133" y="527"/>
                  </a:cubicBezTo>
                  <a:cubicBezTo>
                    <a:pt x="133" y="531"/>
                    <a:pt x="123" y="525"/>
                    <a:pt x="122" y="529"/>
                  </a:cubicBezTo>
                  <a:cubicBezTo>
                    <a:pt x="121" y="533"/>
                    <a:pt x="112" y="532"/>
                    <a:pt x="109" y="533"/>
                  </a:cubicBezTo>
                  <a:cubicBezTo>
                    <a:pt x="107" y="534"/>
                    <a:pt x="115" y="540"/>
                    <a:pt x="119" y="544"/>
                  </a:cubicBezTo>
                  <a:cubicBezTo>
                    <a:pt x="124" y="548"/>
                    <a:pt x="115" y="550"/>
                    <a:pt x="114" y="546"/>
                  </a:cubicBezTo>
                  <a:cubicBezTo>
                    <a:pt x="113" y="542"/>
                    <a:pt x="106" y="549"/>
                    <a:pt x="98" y="553"/>
                  </a:cubicBezTo>
                  <a:cubicBezTo>
                    <a:pt x="90" y="556"/>
                    <a:pt x="94" y="563"/>
                    <a:pt x="87" y="564"/>
                  </a:cubicBezTo>
                  <a:cubicBezTo>
                    <a:pt x="81" y="564"/>
                    <a:pt x="83" y="574"/>
                    <a:pt x="79" y="577"/>
                  </a:cubicBezTo>
                  <a:cubicBezTo>
                    <a:pt x="75" y="580"/>
                    <a:pt x="76" y="570"/>
                    <a:pt x="69" y="569"/>
                  </a:cubicBezTo>
                  <a:cubicBezTo>
                    <a:pt x="63" y="569"/>
                    <a:pt x="63" y="574"/>
                    <a:pt x="67" y="579"/>
                  </a:cubicBezTo>
                  <a:cubicBezTo>
                    <a:pt x="71" y="585"/>
                    <a:pt x="61" y="581"/>
                    <a:pt x="57" y="585"/>
                  </a:cubicBezTo>
                  <a:cubicBezTo>
                    <a:pt x="54" y="590"/>
                    <a:pt x="43" y="588"/>
                    <a:pt x="40" y="592"/>
                  </a:cubicBezTo>
                  <a:cubicBezTo>
                    <a:pt x="38" y="596"/>
                    <a:pt x="48" y="596"/>
                    <a:pt x="50" y="599"/>
                  </a:cubicBezTo>
                  <a:cubicBezTo>
                    <a:pt x="51" y="602"/>
                    <a:pt x="40" y="600"/>
                    <a:pt x="35" y="599"/>
                  </a:cubicBezTo>
                  <a:cubicBezTo>
                    <a:pt x="29" y="598"/>
                    <a:pt x="30" y="606"/>
                    <a:pt x="25" y="605"/>
                  </a:cubicBezTo>
                  <a:cubicBezTo>
                    <a:pt x="20" y="604"/>
                    <a:pt x="14" y="610"/>
                    <a:pt x="17" y="613"/>
                  </a:cubicBezTo>
                  <a:cubicBezTo>
                    <a:pt x="21" y="617"/>
                    <a:pt x="14" y="617"/>
                    <a:pt x="11" y="615"/>
                  </a:cubicBezTo>
                  <a:cubicBezTo>
                    <a:pt x="7" y="613"/>
                    <a:pt x="4" y="618"/>
                    <a:pt x="3" y="623"/>
                  </a:cubicBezTo>
                  <a:cubicBezTo>
                    <a:pt x="1" y="627"/>
                    <a:pt x="10" y="630"/>
                    <a:pt x="9" y="632"/>
                  </a:cubicBezTo>
                  <a:cubicBezTo>
                    <a:pt x="9" y="634"/>
                    <a:pt x="3" y="637"/>
                    <a:pt x="7" y="638"/>
                  </a:cubicBezTo>
                  <a:cubicBezTo>
                    <a:pt x="12" y="639"/>
                    <a:pt x="9" y="644"/>
                    <a:pt x="5" y="645"/>
                  </a:cubicBezTo>
                  <a:cubicBezTo>
                    <a:pt x="2" y="646"/>
                    <a:pt x="2" y="649"/>
                    <a:pt x="5" y="653"/>
                  </a:cubicBezTo>
                  <a:cubicBezTo>
                    <a:pt x="9" y="657"/>
                    <a:pt x="0" y="658"/>
                    <a:pt x="4" y="664"/>
                  </a:cubicBezTo>
                  <a:cubicBezTo>
                    <a:pt x="8" y="670"/>
                    <a:pt x="11" y="662"/>
                    <a:pt x="13" y="667"/>
                  </a:cubicBezTo>
                  <a:cubicBezTo>
                    <a:pt x="15" y="671"/>
                    <a:pt x="20" y="667"/>
                    <a:pt x="26" y="662"/>
                  </a:cubicBezTo>
                  <a:cubicBezTo>
                    <a:pt x="32" y="657"/>
                    <a:pt x="34" y="668"/>
                    <a:pt x="29" y="668"/>
                  </a:cubicBezTo>
                  <a:cubicBezTo>
                    <a:pt x="24" y="667"/>
                    <a:pt x="19" y="670"/>
                    <a:pt x="20" y="675"/>
                  </a:cubicBezTo>
                  <a:cubicBezTo>
                    <a:pt x="21" y="680"/>
                    <a:pt x="12" y="679"/>
                    <a:pt x="13" y="673"/>
                  </a:cubicBezTo>
                  <a:cubicBezTo>
                    <a:pt x="13" y="667"/>
                    <a:pt x="3" y="674"/>
                    <a:pt x="7" y="678"/>
                  </a:cubicBezTo>
                  <a:cubicBezTo>
                    <a:pt x="10" y="682"/>
                    <a:pt x="5" y="685"/>
                    <a:pt x="5" y="689"/>
                  </a:cubicBezTo>
                  <a:cubicBezTo>
                    <a:pt x="5" y="693"/>
                    <a:pt x="12" y="692"/>
                    <a:pt x="15" y="687"/>
                  </a:cubicBezTo>
                  <a:cubicBezTo>
                    <a:pt x="18" y="683"/>
                    <a:pt x="23" y="684"/>
                    <a:pt x="25" y="688"/>
                  </a:cubicBezTo>
                  <a:cubicBezTo>
                    <a:pt x="27" y="693"/>
                    <a:pt x="20" y="689"/>
                    <a:pt x="20" y="695"/>
                  </a:cubicBezTo>
                  <a:cubicBezTo>
                    <a:pt x="20" y="701"/>
                    <a:pt x="16" y="696"/>
                    <a:pt x="13" y="701"/>
                  </a:cubicBezTo>
                  <a:cubicBezTo>
                    <a:pt x="10" y="706"/>
                    <a:pt x="26" y="714"/>
                    <a:pt x="32" y="715"/>
                  </a:cubicBezTo>
                  <a:cubicBezTo>
                    <a:pt x="37" y="717"/>
                    <a:pt x="42" y="723"/>
                    <a:pt x="52" y="721"/>
                  </a:cubicBezTo>
                  <a:cubicBezTo>
                    <a:pt x="63" y="719"/>
                    <a:pt x="82" y="700"/>
                    <a:pt x="85" y="697"/>
                  </a:cubicBezTo>
                  <a:cubicBezTo>
                    <a:pt x="88" y="693"/>
                    <a:pt x="93" y="697"/>
                    <a:pt x="97" y="694"/>
                  </a:cubicBezTo>
                  <a:cubicBezTo>
                    <a:pt x="101" y="691"/>
                    <a:pt x="99" y="683"/>
                    <a:pt x="102" y="681"/>
                  </a:cubicBezTo>
                  <a:cubicBezTo>
                    <a:pt x="105" y="680"/>
                    <a:pt x="106" y="690"/>
                    <a:pt x="109" y="691"/>
                  </a:cubicBezTo>
                  <a:cubicBezTo>
                    <a:pt x="111" y="692"/>
                    <a:pt x="113" y="694"/>
                    <a:pt x="113" y="699"/>
                  </a:cubicBezTo>
                  <a:cubicBezTo>
                    <a:pt x="115" y="699"/>
                    <a:pt x="117" y="699"/>
                    <a:pt x="118" y="700"/>
                  </a:cubicBezTo>
                  <a:cubicBezTo>
                    <a:pt x="122" y="702"/>
                    <a:pt x="123" y="691"/>
                    <a:pt x="123" y="688"/>
                  </a:cubicBezTo>
                  <a:cubicBezTo>
                    <a:pt x="123" y="685"/>
                    <a:pt x="126" y="678"/>
                    <a:pt x="125" y="674"/>
                  </a:cubicBezTo>
                  <a:cubicBezTo>
                    <a:pt x="124" y="670"/>
                    <a:pt x="135" y="673"/>
                    <a:pt x="137" y="670"/>
                  </a:cubicBezTo>
                  <a:cubicBezTo>
                    <a:pt x="138" y="666"/>
                    <a:pt x="139" y="654"/>
                    <a:pt x="136" y="653"/>
                  </a:cubicBezTo>
                  <a:cubicBezTo>
                    <a:pt x="133" y="651"/>
                    <a:pt x="132" y="644"/>
                    <a:pt x="135" y="644"/>
                  </a:cubicBezTo>
                  <a:cubicBezTo>
                    <a:pt x="138" y="644"/>
                    <a:pt x="143" y="642"/>
                    <a:pt x="142" y="635"/>
                  </a:cubicBezTo>
                  <a:cubicBezTo>
                    <a:pt x="141" y="629"/>
                    <a:pt x="131" y="629"/>
                    <a:pt x="130" y="623"/>
                  </a:cubicBezTo>
                  <a:cubicBezTo>
                    <a:pt x="129" y="616"/>
                    <a:pt x="135" y="614"/>
                    <a:pt x="131" y="606"/>
                  </a:cubicBezTo>
                  <a:cubicBezTo>
                    <a:pt x="127" y="598"/>
                    <a:pt x="133" y="593"/>
                    <a:pt x="131" y="588"/>
                  </a:cubicBezTo>
                  <a:cubicBezTo>
                    <a:pt x="129" y="584"/>
                    <a:pt x="128" y="579"/>
                    <a:pt x="133" y="571"/>
                  </a:cubicBezTo>
                  <a:cubicBezTo>
                    <a:pt x="138" y="562"/>
                    <a:pt x="147" y="558"/>
                    <a:pt x="150" y="559"/>
                  </a:cubicBezTo>
                  <a:cubicBezTo>
                    <a:pt x="154" y="560"/>
                    <a:pt x="159" y="563"/>
                    <a:pt x="162" y="558"/>
                  </a:cubicBezTo>
                  <a:cubicBezTo>
                    <a:pt x="164" y="553"/>
                    <a:pt x="164" y="549"/>
                    <a:pt x="162" y="548"/>
                  </a:cubicBezTo>
                  <a:cubicBezTo>
                    <a:pt x="159" y="547"/>
                    <a:pt x="153" y="546"/>
                    <a:pt x="158" y="539"/>
                  </a:cubicBezTo>
                  <a:cubicBezTo>
                    <a:pt x="163" y="532"/>
                    <a:pt x="169" y="524"/>
                    <a:pt x="169" y="516"/>
                  </a:cubicBezTo>
                  <a:cubicBezTo>
                    <a:pt x="170" y="509"/>
                    <a:pt x="168" y="503"/>
                    <a:pt x="170" y="500"/>
                  </a:cubicBezTo>
                  <a:cubicBezTo>
                    <a:pt x="173" y="498"/>
                    <a:pt x="179" y="500"/>
                    <a:pt x="184" y="497"/>
                  </a:cubicBezTo>
                  <a:cubicBezTo>
                    <a:pt x="189" y="494"/>
                    <a:pt x="185" y="489"/>
                    <a:pt x="187" y="487"/>
                  </a:cubicBezTo>
                  <a:cubicBezTo>
                    <a:pt x="190" y="484"/>
                    <a:pt x="193" y="476"/>
                    <a:pt x="196" y="474"/>
                  </a:cubicBezTo>
                  <a:cubicBezTo>
                    <a:pt x="200" y="471"/>
                    <a:pt x="203" y="468"/>
                    <a:pt x="200" y="464"/>
                  </a:cubicBezTo>
                  <a:cubicBezTo>
                    <a:pt x="198" y="461"/>
                    <a:pt x="206" y="458"/>
                    <a:pt x="206" y="452"/>
                  </a:cubicBezTo>
                  <a:cubicBezTo>
                    <a:pt x="206" y="446"/>
                    <a:pt x="214" y="442"/>
                    <a:pt x="219" y="442"/>
                  </a:cubicBezTo>
                  <a:cubicBezTo>
                    <a:pt x="224" y="442"/>
                    <a:pt x="232" y="442"/>
                    <a:pt x="232" y="437"/>
                  </a:cubicBezTo>
                  <a:cubicBezTo>
                    <a:pt x="232" y="432"/>
                    <a:pt x="229" y="421"/>
                    <a:pt x="237" y="424"/>
                  </a:cubicBezTo>
                  <a:cubicBezTo>
                    <a:pt x="244" y="427"/>
                    <a:pt x="250" y="423"/>
                    <a:pt x="255" y="427"/>
                  </a:cubicBezTo>
                  <a:cubicBezTo>
                    <a:pt x="260" y="432"/>
                    <a:pt x="267" y="431"/>
                    <a:pt x="267" y="424"/>
                  </a:cubicBezTo>
                  <a:cubicBezTo>
                    <a:pt x="267" y="417"/>
                    <a:pt x="269" y="407"/>
                    <a:pt x="277" y="411"/>
                  </a:cubicBezTo>
                  <a:cubicBezTo>
                    <a:pt x="277" y="411"/>
                    <a:pt x="278" y="411"/>
                    <a:pt x="278" y="412"/>
                  </a:cubicBezTo>
                  <a:cubicBezTo>
                    <a:pt x="281" y="406"/>
                    <a:pt x="286" y="403"/>
                    <a:pt x="290" y="403"/>
                  </a:cubicBezTo>
                  <a:cubicBezTo>
                    <a:pt x="297" y="404"/>
                    <a:pt x="301" y="416"/>
                    <a:pt x="309" y="417"/>
                  </a:cubicBezTo>
                  <a:cubicBezTo>
                    <a:pt x="318" y="419"/>
                    <a:pt x="326" y="422"/>
                    <a:pt x="329" y="418"/>
                  </a:cubicBezTo>
                  <a:cubicBezTo>
                    <a:pt x="331" y="414"/>
                    <a:pt x="337" y="421"/>
                    <a:pt x="342" y="419"/>
                  </a:cubicBezTo>
                  <a:cubicBezTo>
                    <a:pt x="347" y="417"/>
                    <a:pt x="347" y="428"/>
                    <a:pt x="352" y="422"/>
                  </a:cubicBezTo>
                  <a:cubicBezTo>
                    <a:pt x="357" y="415"/>
                    <a:pt x="351" y="411"/>
                    <a:pt x="360" y="412"/>
                  </a:cubicBezTo>
                  <a:cubicBezTo>
                    <a:pt x="368" y="412"/>
                    <a:pt x="363" y="402"/>
                    <a:pt x="363" y="396"/>
                  </a:cubicBezTo>
                  <a:cubicBezTo>
                    <a:pt x="363" y="391"/>
                    <a:pt x="374" y="390"/>
                    <a:pt x="374" y="385"/>
                  </a:cubicBezTo>
                  <a:cubicBezTo>
                    <a:pt x="374" y="380"/>
                    <a:pt x="389" y="384"/>
                    <a:pt x="392" y="381"/>
                  </a:cubicBezTo>
                  <a:cubicBezTo>
                    <a:pt x="394" y="377"/>
                    <a:pt x="402" y="375"/>
                    <a:pt x="406" y="381"/>
                  </a:cubicBezTo>
                  <a:cubicBezTo>
                    <a:pt x="409" y="386"/>
                    <a:pt x="423" y="388"/>
                    <a:pt x="424" y="393"/>
                  </a:cubicBezTo>
                  <a:cubicBezTo>
                    <a:pt x="425" y="396"/>
                    <a:pt x="424" y="399"/>
                    <a:pt x="424" y="403"/>
                  </a:cubicBezTo>
                  <a:cubicBezTo>
                    <a:pt x="427" y="401"/>
                    <a:pt x="429" y="399"/>
                    <a:pt x="432" y="399"/>
                  </a:cubicBezTo>
                  <a:cubicBezTo>
                    <a:pt x="438" y="399"/>
                    <a:pt x="442" y="391"/>
                    <a:pt x="447" y="392"/>
                  </a:cubicBezTo>
                  <a:cubicBezTo>
                    <a:pt x="451" y="393"/>
                    <a:pt x="455" y="392"/>
                    <a:pt x="456" y="386"/>
                  </a:cubicBezTo>
                  <a:cubicBezTo>
                    <a:pt x="452" y="383"/>
                    <a:pt x="444" y="383"/>
                    <a:pt x="443" y="386"/>
                  </a:cubicBezTo>
                  <a:close/>
                  <a:moveTo>
                    <a:pt x="127" y="52"/>
                  </a:moveTo>
                  <a:cubicBezTo>
                    <a:pt x="135" y="54"/>
                    <a:pt x="120" y="62"/>
                    <a:pt x="117" y="69"/>
                  </a:cubicBezTo>
                  <a:cubicBezTo>
                    <a:pt x="115" y="77"/>
                    <a:pt x="129" y="83"/>
                    <a:pt x="135" y="89"/>
                  </a:cubicBezTo>
                  <a:cubicBezTo>
                    <a:pt x="141" y="94"/>
                    <a:pt x="155" y="94"/>
                    <a:pt x="160" y="90"/>
                  </a:cubicBezTo>
                  <a:cubicBezTo>
                    <a:pt x="165" y="87"/>
                    <a:pt x="163" y="76"/>
                    <a:pt x="170" y="77"/>
                  </a:cubicBezTo>
                  <a:cubicBezTo>
                    <a:pt x="177" y="77"/>
                    <a:pt x="173" y="71"/>
                    <a:pt x="179" y="69"/>
                  </a:cubicBezTo>
                  <a:cubicBezTo>
                    <a:pt x="184" y="67"/>
                    <a:pt x="185" y="74"/>
                    <a:pt x="180" y="80"/>
                  </a:cubicBezTo>
                  <a:cubicBezTo>
                    <a:pt x="175" y="85"/>
                    <a:pt x="188" y="85"/>
                    <a:pt x="195" y="78"/>
                  </a:cubicBezTo>
                  <a:cubicBezTo>
                    <a:pt x="202" y="71"/>
                    <a:pt x="204" y="78"/>
                    <a:pt x="202" y="84"/>
                  </a:cubicBezTo>
                  <a:cubicBezTo>
                    <a:pt x="201" y="90"/>
                    <a:pt x="186" y="87"/>
                    <a:pt x="181" y="94"/>
                  </a:cubicBezTo>
                  <a:cubicBezTo>
                    <a:pt x="176" y="101"/>
                    <a:pt x="161" y="95"/>
                    <a:pt x="154" y="103"/>
                  </a:cubicBezTo>
                  <a:cubicBezTo>
                    <a:pt x="147" y="111"/>
                    <a:pt x="160" y="111"/>
                    <a:pt x="170" y="109"/>
                  </a:cubicBezTo>
                  <a:cubicBezTo>
                    <a:pt x="179" y="107"/>
                    <a:pt x="198" y="106"/>
                    <a:pt x="205" y="108"/>
                  </a:cubicBezTo>
                  <a:cubicBezTo>
                    <a:pt x="212" y="109"/>
                    <a:pt x="200" y="112"/>
                    <a:pt x="189" y="112"/>
                  </a:cubicBezTo>
                  <a:cubicBezTo>
                    <a:pt x="177" y="112"/>
                    <a:pt x="173" y="115"/>
                    <a:pt x="173" y="118"/>
                  </a:cubicBezTo>
                  <a:cubicBezTo>
                    <a:pt x="174" y="121"/>
                    <a:pt x="157" y="115"/>
                    <a:pt x="156" y="122"/>
                  </a:cubicBezTo>
                  <a:cubicBezTo>
                    <a:pt x="156" y="129"/>
                    <a:pt x="172" y="132"/>
                    <a:pt x="174" y="136"/>
                  </a:cubicBezTo>
                  <a:cubicBezTo>
                    <a:pt x="176" y="140"/>
                    <a:pt x="187" y="136"/>
                    <a:pt x="191" y="138"/>
                  </a:cubicBezTo>
                  <a:cubicBezTo>
                    <a:pt x="195" y="139"/>
                    <a:pt x="184" y="142"/>
                    <a:pt x="182" y="144"/>
                  </a:cubicBezTo>
                  <a:cubicBezTo>
                    <a:pt x="181" y="146"/>
                    <a:pt x="195" y="149"/>
                    <a:pt x="197" y="153"/>
                  </a:cubicBezTo>
                  <a:cubicBezTo>
                    <a:pt x="199" y="157"/>
                    <a:pt x="209" y="155"/>
                    <a:pt x="209" y="150"/>
                  </a:cubicBezTo>
                  <a:cubicBezTo>
                    <a:pt x="208" y="143"/>
                    <a:pt x="217" y="122"/>
                    <a:pt x="229" y="118"/>
                  </a:cubicBezTo>
                  <a:cubicBezTo>
                    <a:pt x="241" y="114"/>
                    <a:pt x="234" y="110"/>
                    <a:pt x="236" y="103"/>
                  </a:cubicBezTo>
                  <a:cubicBezTo>
                    <a:pt x="237" y="96"/>
                    <a:pt x="247" y="102"/>
                    <a:pt x="244" y="96"/>
                  </a:cubicBezTo>
                  <a:cubicBezTo>
                    <a:pt x="241" y="91"/>
                    <a:pt x="243" y="88"/>
                    <a:pt x="250" y="81"/>
                  </a:cubicBezTo>
                  <a:cubicBezTo>
                    <a:pt x="258" y="74"/>
                    <a:pt x="262" y="80"/>
                    <a:pt x="271" y="75"/>
                  </a:cubicBezTo>
                  <a:cubicBezTo>
                    <a:pt x="280" y="71"/>
                    <a:pt x="285" y="78"/>
                    <a:pt x="275" y="79"/>
                  </a:cubicBezTo>
                  <a:cubicBezTo>
                    <a:pt x="266" y="80"/>
                    <a:pt x="270" y="90"/>
                    <a:pt x="278" y="92"/>
                  </a:cubicBezTo>
                  <a:cubicBezTo>
                    <a:pt x="285" y="95"/>
                    <a:pt x="278" y="97"/>
                    <a:pt x="284" y="99"/>
                  </a:cubicBezTo>
                  <a:cubicBezTo>
                    <a:pt x="289" y="100"/>
                    <a:pt x="288" y="108"/>
                    <a:pt x="281" y="115"/>
                  </a:cubicBezTo>
                  <a:cubicBezTo>
                    <a:pt x="274" y="123"/>
                    <a:pt x="283" y="124"/>
                    <a:pt x="297" y="119"/>
                  </a:cubicBezTo>
                  <a:cubicBezTo>
                    <a:pt x="312" y="114"/>
                    <a:pt x="303" y="124"/>
                    <a:pt x="307" y="128"/>
                  </a:cubicBezTo>
                  <a:cubicBezTo>
                    <a:pt x="312" y="132"/>
                    <a:pt x="323" y="125"/>
                    <a:pt x="330" y="117"/>
                  </a:cubicBezTo>
                  <a:cubicBezTo>
                    <a:pt x="336" y="110"/>
                    <a:pt x="345" y="111"/>
                    <a:pt x="345" y="107"/>
                  </a:cubicBezTo>
                  <a:cubicBezTo>
                    <a:pt x="344" y="103"/>
                    <a:pt x="338" y="102"/>
                    <a:pt x="332" y="104"/>
                  </a:cubicBezTo>
                  <a:cubicBezTo>
                    <a:pt x="327" y="106"/>
                    <a:pt x="313" y="105"/>
                    <a:pt x="318" y="101"/>
                  </a:cubicBezTo>
                  <a:cubicBezTo>
                    <a:pt x="323" y="96"/>
                    <a:pt x="322" y="93"/>
                    <a:pt x="315" y="94"/>
                  </a:cubicBezTo>
                  <a:cubicBezTo>
                    <a:pt x="308" y="94"/>
                    <a:pt x="295" y="91"/>
                    <a:pt x="301" y="88"/>
                  </a:cubicBezTo>
                  <a:cubicBezTo>
                    <a:pt x="307" y="86"/>
                    <a:pt x="297" y="78"/>
                    <a:pt x="291" y="79"/>
                  </a:cubicBezTo>
                  <a:cubicBezTo>
                    <a:pt x="286" y="79"/>
                    <a:pt x="287" y="73"/>
                    <a:pt x="288" y="69"/>
                  </a:cubicBezTo>
                  <a:cubicBezTo>
                    <a:pt x="288" y="64"/>
                    <a:pt x="272" y="62"/>
                    <a:pt x="275" y="61"/>
                  </a:cubicBezTo>
                  <a:cubicBezTo>
                    <a:pt x="278" y="59"/>
                    <a:pt x="269" y="56"/>
                    <a:pt x="266" y="59"/>
                  </a:cubicBezTo>
                  <a:cubicBezTo>
                    <a:pt x="264" y="62"/>
                    <a:pt x="259" y="61"/>
                    <a:pt x="259" y="56"/>
                  </a:cubicBezTo>
                  <a:cubicBezTo>
                    <a:pt x="259" y="52"/>
                    <a:pt x="247" y="53"/>
                    <a:pt x="243" y="53"/>
                  </a:cubicBezTo>
                  <a:cubicBezTo>
                    <a:pt x="238" y="54"/>
                    <a:pt x="240" y="43"/>
                    <a:pt x="236" y="40"/>
                  </a:cubicBezTo>
                  <a:cubicBezTo>
                    <a:pt x="231" y="36"/>
                    <a:pt x="225" y="47"/>
                    <a:pt x="221" y="46"/>
                  </a:cubicBezTo>
                  <a:cubicBezTo>
                    <a:pt x="218" y="45"/>
                    <a:pt x="224" y="38"/>
                    <a:pt x="226" y="33"/>
                  </a:cubicBezTo>
                  <a:cubicBezTo>
                    <a:pt x="228" y="29"/>
                    <a:pt x="209" y="22"/>
                    <a:pt x="208" y="27"/>
                  </a:cubicBezTo>
                  <a:cubicBezTo>
                    <a:pt x="206" y="32"/>
                    <a:pt x="202" y="20"/>
                    <a:pt x="198" y="19"/>
                  </a:cubicBezTo>
                  <a:cubicBezTo>
                    <a:pt x="194" y="18"/>
                    <a:pt x="197" y="27"/>
                    <a:pt x="194" y="27"/>
                  </a:cubicBezTo>
                  <a:cubicBezTo>
                    <a:pt x="190" y="28"/>
                    <a:pt x="186" y="32"/>
                    <a:pt x="191" y="36"/>
                  </a:cubicBezTo>
                  <a:cubicBezTo>
                    <a:pt x="197" y="40"/>
                    <a:pt x="203" y="59"/>
                    <a:pt x="202" y="62"/>
                  </a:cubicBezTo>
                  <a:cubicBezTo>
                    <a:pt x="202" y="65"/>
                    <a:pt x="184" y="48"/>
                    <a:pt x="183" y="40"/>
                  </a:cubicBezTo>
                  <a:cubicBezTo>
                    <a:pt x="182" y="32"/>
                    <a:pt x="173" y="25"/>
                    <a:pt x="171" y="31"/>
                  </a:cubicBezTo>
                  <a:cubicBezTo>
                    <a:pt x="168" y="37"/>
                    <a:pt x="162" y="39"/>
                    <a:pt x="164" y="45"/>
                  </a:cubicBezTo>
                  <a:cubicBezTo>
                    <a:pt x="166" y="51"/>
                    <a:pt x="159" y="53"/>
                    <a:pt x="159" y="48"/>
                  </a:cubicBezTo>
                  <a:cubicBezTo>
                    <a:pt x="159" y="44"/>
                    <a:pt x="149" y="38"/>
                    <a:pt x="146" y="38"/>
                  </a:cubicBezTo>
                  <a:cubicBezTo>
                    <a:pt x="142" y="37"/>
                    <a:pt x="155" y="35"/>
                    <a:pt x="161" y="32"/>
                  </a:cubicBezTo>
                  <a:cubicBezTo>
                    <a:pt x="166" y="29"/>
                    <a:pt x="156" y="26"/>
                    <a:pt x="150" y="29"/>
                  </a:cubicBezTo>
                  <a:cubicBezTo>
                    <a:pt x="145" y="32"/>
                    <a:pt x="139" y="27"/>
                    <a:pt x="136" y="31"/>
                  </a:cubicBezTo>
                  <a:cubicBezTo>
                    <a:pt x="132" y="35"/>
                    <a:pt x="129" y="31"/>
                    <a:pt x="123" y="30"/>
                  </a:cubicBezTo>
                  <a:cubicBezTo>
                    <a:pt x="118" y="29"/>
                    <a:pt x="113" y="38"/>
                    <a:pt x="109" y="36"/>
                  </a:cubicBezTo>
                  <a:cubicBezTo>
                    <a:pt x="105" y="35"/>
                    <a:pt x="103" y="44"/>
                    <a:pt x="109" y="54"/>
                  </a:cubicBezTo>
                  <a:cubicBezTo>
                    <a:pt x="115" y="63"/>
                    <a:pt x="120" y="51"/>
                    <a:pt x="127" y="52"/>
                  </a:cubicBezTo>
                  <a:close/>
                  <a:moveTo>
                    <a:pt x="111" y="84"/>
                  </a:moveTo>
                  <a:cubicBezTo>
                    <a:pt x="116" y="85"/>
                    <a:pt x="120" y="93"/>
                    <a:pt x="124" y="92"/>
                  </a:cubicBezTo>
                  <a:cubicBezTo>
                    <a:pt x="126" y="92"/>
                    <a:pt x="117" y="83"/>
                    <a:pt x="112" y="77"/>
                  </a:cubicBezTo>
                  <a:cubicBezTo>
                    <a:pt x="107" y="72"/>
                    <a:pt x="107" y="66"/>
                    <a:pt x="100" y="68"/>
                  </a:cubicBezTo>
                  <a:cubicBezTo>
                    <a:pt x="93" y="70"/>
                    <a:pt x="107" y="83"/>
                    <a:pt x="111" y="84"/>
                  </a:cubicBezTo>
                  <a:close/>
                  <a:moveTo>
                    <a:pt x="236" y="20"/>
                  </a:moveTo>
                  <a:cubicBezTo>
                    <a:pt x="239" y="23"/>
                    <a:pt x="230" y="23"/>
                    <a:pt x="234" y="27"/>
                  </a:cubicBezTo>
                  <a:cubicBezTo>
                    <a:pt x="245" y="39"/>
                    <a:pt x="292" y="26"/>
                    <a:pt x="298" y="29"/>
                  </a:cubicBezTo>
                  <a:cubicBezTo>
                    <a:pt x="304" y="33"/>
                    <a:pt x="259" y="37"/>
                    <a:pt x="261" y="42"/>
                  </a:cubicBezTo>
                  <a:cubicBezTo>
                    <a:pt x="263" y="46"/>
                    <a:pt x="300" y="50"/>
                    <a:pt x="303" y="47"/>
                  </a:cubicBezTo>
                  <a:cubicBezTo>
                    <a:pt x="305" y="44"/>
                    <a:pt x="312" y="53"/>
                    <a:pt x="324" y="54"/>
                  </a:cubicBezTo>
                  <a:cubicBezTo>
                    <a:pt x="336" y="55"/>
                    <a:pt x="335" y="49"/>
                    <a:pt x="344" y="49"/>
                  </a:cubicBezTo>
                  <a:cubicBezTo>
                    <a:pt x="353" y="49"/>
                    <a:pt x="366" y="44"/>
                    <a:pt x="366" y="39"/>
                  </a:cubicBezTo>
                  <a:cubicBezTo>
                    <a:pt x="367" y="34"/>
                    <a:pt x="393" y="28"/>
                    <a:pt x="391" y="19"/>
                  </a:cubicBezTo>
                  <a:cubicBezTo>
                    <a:pt x="388" y="11"/>
                    <a:pt x="363" y="17"/>
                    <a:pt x="356" y="13"/>
                  </a:cubicBezTo>
                  <a:cubicBezTo>
                    <a:pt x="349" y="9"/>
                    <a:pt x="332" y="5"/>
                    <a:pt x="330" y="10"/>
                  </a:cubicBezTo>
                  <a:cubicBezTo>
                    <a:pt x="327" y="16"/>
                    <a:pt x="322" y="17"/>
                    <a:pt x="320" y="15"/>
                  </a:cubicBezTo>
                  <a:cubicBezTo>
                    <a:pt x="317" y="13"/>
                    <a:pt x="321" y="0"/>
                    <a:pt x="310" y="4"/>
                  </a:cubicBezTo>
                  <a:cubicBezTo>
                    <a:pt x="298" y="7"/>
                    <a:pt x="309" y="19"/>
                    <a:pt x="306" y="21"/>
                  </a:cubicBezTo>
                  <a:cubicBezTo>
                    <a:pt x="304" y="22"/>
                    <a:pt x="293" y="18"/>
                    <a:pt x="292" y="13"/>
                  </a:cubicBezTo>
                  <a:cubicBezTo>
                    <a:pt x="292" y="8"/>
                    <a:pt x="279" y="19"/>
                    <a:pt x="278" y="12"/>
                  </a:cubicBezTo>
                  <a:cubicBezTo>
                    <a:pt x="276" y="6"/>
                    <a:pt x="262" y="1"/>
                    <a:pt x="259" y="1"/>
                  </a:cubicBezTo>
                  <a:cubicBezTo>
                    <a:pt x="256" y="2"/>
                    <a:pt x="262" y="6"/>
                    <a:pt x="260" y="9"/>
                  </a:cubicBezTo>
                  <a:cubicBezTo>
                    <a:pt x="258" y="12"/>
                    <a:pt x="250" y="6"/>
                    <a:pt x="247" y="6"/>
                  </a:cubicBezTo>
                  <a:cubicBezTo>
                    <a:pt x="244" y="5"/>
                    <a:pt x="249" y="12"/>
                    <a:pt x="247" y="15"/>
                  </a:cubicBezTo>
                  <a:cubicBezTo>
                    <a:pt x="246" y="18"/>
                    <a:pt x="240" y="6"/>
                    <a:pt x="234" y="6"/>
                  </a:cubicBezTo>
                  <a:cubicBezTo>
                    <a:pt x="229" y="6"/>
                    <a:pt x="231" y="12"/>
                    <a:pt x="227" y="13"/>
                  </a:cubicBezTo>
                  <a:cubicBezTo>
                    <a:pt x="223" y="13"/>
                    <a:pt x="232" y="18"/>
                    <a:pt x="236" y="2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5" name="Google Shape;265;p31"/>
            <p:cNvSpPr/>
            <p:nvPr/>
          </p:nvSpPr>
          <p:spPr>
            <a:xfrm>
              <a:off x="5035728" y="2159072"/>
              <a:ext cx="76203" cy="42864"/>
            </a:xfrm>
            <a:custGeom>
              <a:avLst/>
              <a:gdLst/>
              <a:ahLst/>
              <a:cxnLst/>
              <a:rect l="l" t="t" r="r" b="b"/>
              <a:pathLst>
                <a:path w="59" h="33" extrusionOk="0">
                  <a:moveTo>
                    <a:pt x="0" y="29"/>
                  </a:moveTo>
                  <a:cubicBezTo>
                    <a:pt x="4" y="27"/>
                    <a:pt x="9" y="27"/>
                    <a:pt x="11" y="28"/>
                  </a:cubicBezTo>
                  <a:cubicBezTo>
                    <a:pt x="14" y="29"/>
                    <a:pt x="14" y="31"/>
                    <a:pt x="15" y="33"/>
                  </a:cubicBezTo>
                  <a:cubicBezTo>
                    <a:pt x="18" y="32"/>
                    <a:pt x="25" y="31"/>
                    <a:pt x="27" y="31"/>
                  </a:cubicBezTo>
                  <a:cubicBezTo>
                    <a:pt x="30" y="29"/>
                    <a:pt x="37" y="33"/>
                    <a:pt x="38" y="31"/>
                  </a:cubicBezTo>
                  <a:cubicBezTo>
                    <a:pt x="39" y="29"/>
                    <a:pt x="41" y="23"/>
                    <a:pt x="44" y="23"/>
                  </a:cubicBezTo>
                  <a:cubicBezTo>
                    <a:pt x="47" y="23"/>
                    <a:pt x="45" y="15"/>
                    <a:pt x="49" y="15"/>
                  </a:cubicBezTo>
                  <a:cubicBezTo>
                    <a:pt x="52" y="14"/>
                    <a:pt x="59" y="7"/>
                    <a:pt x="59" y="7"/>
                  </a:cubicBezTo>
                  <a:cubicBezTo>
                    <a:pt x="59" y="7"/>
                    <a:pt x="56" y="1"/>
                    <a:pt x="55" y="0"/>
                  </a:cubicBezTo>
                  <a:cubicBezTo>
                    <a:pt x="54" y="0"/>
                    <a:pt x="50" y="4"/>
                    <a:pt x="43" y="4"/>
                  </a:cubicBezTo>
                  <a:cubicBezTo>
                    <a:pt x="36" y="4"/>
                    <a:pt x="31" y="10"/>
                    <a:pt x="28" y="10"/>
                  </a:cubicBezTo>
                  <a:cubicBezTo>
                    <a:pt x="25" y="10"/>
                    <a:pt x="15" y="7"/>
                    <a:pt x="8" y="6"/>
                  </a:cubicBezTo>
                  <a:cubicBezTo>
                    <a:pt x="6" y="6"/>
                    <a:pt x="3" y="6"/>
                    <a:pt x="1" y="6"/>
                  </a:cubicBezTo>
                  <a:cubicBezTo>
                    <a:pt x="1" y="12"/>
                    <a:pt x="0" y="21"/>
                    <a:pt x="0" y="2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6" name="Google Shape;266;p31"/>
            <p:cNvSpPr/>
            <p:nvPr/>
          </p:nvSpPr>
          <p:spPr>
            <a:xfrm>
              <a:off x="4894436" y="2155897"/>
              <a:ext cx="260359" cy="276234"/>
            </a:xfrm>
            <a:custGeom>
              <a:avLst/>
              <a:gdLst/>
              <a:ahLst/>
              <a:cxnLst/>
              <a:rect l="l" t="t" r="r" b="b"/>
              <a:pathLst>
                <a:path w="204" h="221" extrusionOk="0">
                  <a:moveTo>
                    <a:pt x="142" y="191"/>
                  </a:moveTo>
                  <a:cubicBezTo>
                    <a:pt x="131" y="194"/>
                    <a:pt x="126" y="194"/>
                    <a:pt x="120" y="191"/>
                  </a:cubicBezTo>
                  <a:cubicBezTo>
                    <a:pt x="114" y="188"/>
                    <a:pt x="104" y="194"/>
                    <a:pt x="105" y="198"/>
                  </a:cubicBezTo>
                  <a:cubicBezTo>
                    <a:pt x="106" y="201"/>
                    <a:pt x="111" y="205"/>
                    <a:pt x="124" y="208"/>
                  </a:cubicBezTo>
                  <a:cubicBezTo>
                    <a:pt x="137" y="212"/>
                    <a:pt x="138" y="221"/>
                    <a:pt x="144" y="221"/>
                  </a:cubicBezTo>
                  <a:cubicBezTo>
                    <a:pt x="149" y="221"/>
                    <a:pt x="150" y="216"/>
                    <a:pt x="148" y="209"/>
                  </a:cubicBezTo>
                  <a:cubicBezTo>
                    <a:pt x="147" y="202"/>
                    <a:pt x="155" y="194"/>
                    <a:pt x="156" y="192"/>
                  </a:cubicBezTo>
                  <a:cubicBezTo>
                    <a:pt x="156" y="191"/>
                    <a:pt x="152" y="189"/>
                    <a:pt x="142" y="191"/>
                  </a:cubicBezTo>
                  <a:close/>
                  <a:moveTo>
                    <a:pt x="41" y="132"/>
                  </a:moveTo>
                  <a:cubicBezTo>
                    <a:pt x="35" y="137"/>
                    <a:pt x="30" y="131"/>
                    <a:pt x="28" y="135"/>
                  </a:cubicBezTo>
                  <a:cubicBezTo>
                    <a:pt x="25" y="140"/>
                    <a:pt x="37" y="148"/>
                    <a:pt x="34" y="158"/>
                  </a:cubicBezTo>
                  <a:cubicBezTo>
                    <a:pt x="32" y="168"/>
                    <a:pt x="36" y="181"/>
                    <a:pt x="42" y="175"/>
                  </a:cubicBezTo>
                  <a:cubicBezTo>
                    <a:pt x="48" y="169"/>
                    <a:pt x="51" y="172"/>
                    <a:pt x="54" y="167"/>
                  </a:cubicBezTo>
                  <a:cubicBezTo>
                    <a:pt x="57" y="163"/>
                    <a:pt x="54" y="146"/>
                    <a:pt x="57" y="139"/>
                  </a:cubicBezTo>
                  <a:cubicBezTo>
                    <a:pt x="59" y="131"/>
                    <a:pt x="46" y="127"/>
                    <a:pt x="41" y="132"/>
                  </a:cubicBezTo>
                  <a:close/>
                  <a:moveTo>
                    <a:pt x="168" y="124"/>
                  </a:moveTo>
                  <a:cubicBezTo>
                    <a:pt x="162" y="120"/>
                    <a:pt x="166" y="113"/>
                    <a:pt x="155" y="113"/>
                  </a:cubicBezTo>
                  <a:cubicBezTo>
                    <a:pt x="145" y="114"/>
                    <a:pt x="132" y="101"/>
                    <a:pt x="128" y="85"/>
                  </a:cubicBezTo>
                  <a:cubicBezTo>
                    <a:pt x="124" y="70"/>
                    <a:pt x="107" y="69"/>
                    <a:pt x="103" y="60"/>
                  </a:cubicBezTo>
                  <a:cubicBezTo>
                    <a:pt x="99" y="51"/>
                    <a:pt x="107" y="50"/>
                    <a:pt x="103" y="42"/>
                  </a:cubicBezTo>
                  <a:cubicBezTo>
                    <a:pt x="101" y="38"/>
                    <a:pt x="106" y="34"/>
                    <a:pt x="111" y="32"/>
                  </a:cubicBezTo>
                  <a:cubicBezTo>
                    <a:pt x="111" y="24"/>
                    <a:pt x="112" y="15"/>
                    <a:pt x="112" y="9"/>
                  </a:cubicBezTo>
                  <a:cubicBezTo>
                    <a:pt x="108" y="8"/>
                    <a:pt x="104" y="8"/>
                    <a:pt x="103" y="7"/>
                  </a:cubicBezTo>
                  <a:cubicBezTo>
                    <a:pt x="101" y="6"/>
                    <a:pt x="101" y="0"/>
                    <a:pt x="100" y="0"/>
                  </a:cubicBezTo>
                  <a:cubicBezTo>
                    <a:pt x="99" y="0"/>
                    <a:pt x="88" y="0"/>
                    <a:pt x="86" y="1"/>
                  </a:cubicBezTo>
                  <a:cubicBezTo>
                    <a:pt x="84" y="3"/>
                    <a:pt x="78" y="7"/>
                    <a:pt x="75" y="5"/>
                  </a:cubicBezTo>
                  <a:cubicBezTo>
                    <a:pt x="74" y="5"/>
                    <a:pt x="73" y="4"/>
                    <a:pt x="72" y="4"/>
                  </a:cubicBezTo>
                  <a:cubicBezTo>
                    <a:pt x="69" y="7"/>
                    <a:pt x="69" y="7"/>
                    <a:pt x="69" y="7"/>
                  </a:cubicBezTo>
                  <a:cubicBezTo>
                    <a:pt x="69" y="7"/>
                    <a:pt x="69" y="11"/>
                    <a:pt x="66" y="11"/>
                  </a:cubicBezTo>
                  <a:cubicBezTo>
                    <a:pt x="64" y="11"/>
                    <a:pt x="61" y="10"/>
                    <a:pt x="61" y="13"/>
                  </a:cubicBezTo>
                  <a:cubicBezTo>
                    <a:pt x="61" y="17"/>
                    <a:pt x="55" y="16"/>
                    <a:pt x="53" y="15"/>
                  </a:cubicBezTo>
                  <a:cubicBezTo>
                    <a:pt x="50" y="15"/>
                    <a:pt x="47" y="16"/>
                    <a:pt x="47" y="19"/>
                  </a:cubicBezTo>
                  <a:cubicBezTo>
                    <a:pt x="47" y="22"/>
                    <a:pt x="46" y="29"/>
                    <a:pt x="42" y="25"/>
                  </a:cubicBezTo>
                  <a:cubicBezTo>
                    <a:pt x="38" y="22"/>
                    <a:pt x="34" y="12"/>
                    <a:pt x="32" y="13"/>
                  </a:cubicBezTo>
                  <a:cubicBezTo>
                    <a:pt x="30" y="14"/>
                    <a:pt x="27" y="26"/>
                    <a:pt x="23" y="26"/>
                  </a:cubicBezTo>
                  <a:cubicBezTo>
                    <a:pt x="21" y="26"/>
                    <a:pt x="13" y="26"/>
                    <a:pt x="8" y="27"/>
                  </a:cubicBezTo>
                  <a:cubicBezTo>
                    <a:pt x="7" y="31"/>
                    <a:pt x="8" y="34"/>
                    <a:pt x="10" y="35"/>
                  </a:cubicBezTo>
                  <a:cubicBezTo>
                    <a:pt x="12" y="36"/>
                    <a:pt x="9" y="41"/>
                    <a:pt x="7" y="42"/>
                  </a:cubicBezTo>
                  <a:cubicBezTo>
                    <a:pt x="4" y="43"/>
                    <a:pt x="0" y="42"/>
                    <a:pt x="3" y="46"/>
                  </a:cubicBezTo>
                  <a:cubicBezTo>
                    <a:pt x="6" y="51"/>
                    <a:pt x="11" y="51"/>
                    <a:pt x="8" y="55"/>
                  </a:cubicBezTo>
                  <a:cubicBezTo>
                    <a:pt x="5" y="60"/>
                    <a:pt x="8" y="64"/>
                    <a:pt x="12" y="64"/>
                  </a:cubicBezTo>
                  <a:cubicBezTo>
                    <a:pt x="16" y="64"/>
                    <a:pt x="21" y="64"/>
                    <a:pt x="20" y="67"/>
                  </a:cubicBezTo>
                  <a:cubicBezTo>
                    <a:pt x="20" y="69"/>
                    <a:pt x="19" y="71"/>
                    <a:pt x="18" y="73"/>
                  </a:cubicBezTo>
                  <a:cubicBezTo>
                    <a:pt x="21" y="72"/>
                    <a:pt x="24" y="72"/>
                    <a:pt x="27" y="70"/>
                  </a:cubicBezTo>
                  <a:cubicBezTo>
                    <a:pt x="32" y="67"/>
                    <a:pt x="30" y="63"/>
                    <a:pt x="39" y="60"/>
                  </a:cubicBezTo>
                  <a:cubicBezTo>
                    <a:pt x="48" y="57"/>
                    <a:pt x="60" y="65"/>
                    <a:pt x="64" y="70"/>
                  </a:cubicBezTo>
                  <a:cubicBezTo>
                    <a:pt x="67" y="76"/>
                    <a:pt x="69" y="76"/>
                    <a:pt x="69" y="81"/>
                  </a:cubicBezTo>
                  <a:cubicBezTo>
                    <a:pt x="70" y="85"/>
                    <a:pt x="73" y="94"/>
                    <a:pt x="86" y="102"/>
                  </a:cubicBezTo>
                  <a:cubicBezTo>
                    <a:pt x="99" y="110"/>
                    <a:pt x="103" y="119"/>
                    <a:pt x="110" y="123"/>
                  </a:cubicBezTo>
                  <a:cubicBezTo>
                    <a:pt x="117" y="126"/>
                    <a:pt x="123" y="125"/>
                    <a:pt x="127" y="130"/>
                  </a:cubicBezTo>
                  <a:cubicBezTo>
                    <a:pt x="131" y="135"/>
                    <a:pt x="136" y="137"/>
                    <a:pt x="142" y="140"/>
                  </a:cubicBezTo>
                  <a:cubicBezTo>
                    <a:pt x="149" y="143"/>
                    <a:pt x="149" y="150"/>
                    <a:pt x="155" y="151"/>
                  </a:cubicBezTo>
                  <a:cubicBezTo>
                    <a:pt x="161" y="151"/>
                    <a:pt x="157" y="157"/>
                    <a:pt x="161" y="161"/>
                  </a:cubicBezTo>
                  <a:cubicBezTo>
                    <a:pt x="164" y="166"/>
                    <a:pt x="165" y="175"/>
                    <a:pt x="161" y="180"/>
                  </a:cubicBezTo>
                  <a:cubicBezTo>
                    <a:pt x="157" y="185"/>
                    <a:pt x="160" y="194"/>
                    <a:pt x="162" y="194"/>
                  </a:cubicBezTo>
                  <a:cubicBezTo>
                    <a:pt x="165" y="194"/>
                    <a:pt x="170" y="185"/>
                    <a:pt x="171" y="180"/>
                  </a:cubicBezTo>
                  <a:cubicBezTo>
                    <a:pt x="172" y="174"/>
                    <a:pt x="177" y="175"/>
                    <a:pt x="181" y="169"/>
                  </a:cubicBezTo>
                  <a:cubicBezTo>
                    <a:pt x="185" y="164"/>
                    <a:pt x="175" y="162"/>
                    <a:pt x="173" y="155"/>
                  </a:cubicBezTo>
                  <a:cubicBezTo>
                    <a:pt x="171" y="148"/>
                    <a:pt x="181" y="142"/>
                    <a:pt x="190" y="148"/>
                  </a:cubicBezTo>
                  <a:cubicBezTo>
                    <a:pt x="199" y="154"/>
                    <a:pt x="203" y="157"/>
                    <a:pt x="203" y="149"/>
                  </a:cubicBezTo>
                  <a:cubicBezTo>
                    <a:pt x="204" y="140"/>
                    <a:pt x="175" y="128"/>
                    <a:pt x="168" y="12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7" name="Google Shape;267;p31"/>
            <p:cNvSpPr/>
            <p:nvPr/>
          </p:nvSpPr>
          <p:spPr>
            <a:xfrm>
              <a:off x="5154795" y="2257500"/>
              <a:ext cx="26988" cy="34926"/>
            </a:xfrm>
            <a:custGeom>
              <a:avLst/>
              <a:gdLst/>
              <a:ahLst/>
              <a:cxnLst/>
              <a:rect l="l" t="t" r="r" b="b"/>
              <a:pathLst>
                <a:path w="21" h="28" extrusionOk="0">
                  <a:moveTo>
                    <a:pt x="7" y="0"/>
                  </a:moveTo>
                  <a:cubicBezTo>
                    <a:pt x="4" y="5"/>
                    <a:pt x="0" y="11"/>
                    <a:pt x="0" y="13"/>
                  </a:cubicBezTo>
                  <a:cubicBezTo>
                    <a:pt x="1" y="14"/>
                    <a:pt x="0" y="16"/>
                    <a:pt x="0" y="18"/>
                  </a:cubicBezTo>
                  <a:cubicBezTo>
                    <a:pt x="4" y="22"/>
                    <a:pt x="9" y="26"/>
                    <a:pt x="12" y="28"/>
                  </a:cubicBezTo>
                  <a:cubicBezTo>
                    <a:pt x="12" y="28"/>
                    <a:pt x="13" y="28"/>
                    <a:pt x="13" y="28"/>
                  </a:cubicBezTo>
                  <a:cubicBezTo>
                    <a:pt x="14" y="22"/>
                    <a:pt x="18" y="16"/>
                    <a:pt x="21" y="16"/>
                  </a:cubicBezTo>
                  <a:cubicBezTo>
                    <a:pt x="17" y="11"/>
                    <a:pt x="11" y="4"/>
                    <a:pt x="7" y="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8" name="Google Shape;268;p31"/>
            <p:cNvSpPr/>
            <p:nvPr/>
          </p:nvSpPr>
          <p:spPr>
            <a:xfrm>
              <a:off x="5161145" y="2178122"/>
              <a:ext cx="93666" cy="111129"/>
            </a:xfrm>
            <a:custGeom>
              <a:avLst/>
              <a:gdLst/>
              <a:ahLst/>
              <a:cxnLst/>
              <a:rect l="l" t="t" r="r" b="b"/>
              <a:pathLst>
                <a:path w="73" h="88" extrusionOk="0">
                  <a:moveTo>
                    <a:pt x="64" y="59"/>
                  </a:moveTo>
                  <a:cubicBezTo>
                    <a:pt x="60" y="55"/>
                    <a:pt x="60" y="49"/>
                    <a:pt x="64" y="46"/>
                  </a:cubicBezTo>
                  <a:cubicBezTo>
                    <a:pt x="67" y="44"/>
                    <a:pt x="64" y="41"/>
                    <a:pt x="64" y="37"/>
                  </a:cubicBezTo>
                  <a:cubicBezTo>
                    <a:pt x="64" y="33"/>
                    <a:pt x="48" y="32"/>
                    <a:pt x="45" y="31"/>
                  </a:cubicBezTo>
                  <a:cubicBezTo>
                    <a:pt x="42" y="30"/>
                    <a:pt x="47" y="20"/>
                    <a:pt x="42" y="20"/>
                  </a:cubicBezTo>
                  <a:cubicBezTo>
                    <a:pt x="38" y="20"/>
                    <a:pt x="37" y="17"/>
                    <a:pt x="37" y="14"/>
                  </a:cubicBezTo>
                  <a:cubicBezTo>
                    <a:pt x="37" y="11"/>
                    <a:pt x="30" y="6"/>
                    <a:pt x="30" y="4"/>
                  </a:cubicBezTo>
                  <a:cubicBezTo>
                    <a:pt x="30" y="4"/>
                    <a:pt x="31" y="3"/>
                    <a:pt x="31" y="3"/>
                  </a:cubicBezTo>
                  <a:cubicBezTo>
                    <a:pt x="28" y="3"/>
                    <a:pt x="27" y="2"/>
                    <a:pt x="26" y="2"/>
                  </a:cubicBezTo>
                  <a:cubicBezTo>
                    <a:pt x="23" y="2"/>
                    <a:pt x="18" y="0"/>
                    <a:pt x="18" y="0"/>
                  </a:cubicBezTo>
                  <a:cubicBezTo>
                    <a:pt x="18" y="0"/>
                    <a:pt x="7" y="3"/>
                    <a:pt x="0" y="6"/>
                  </a:cubicBezTo>
                  <a:cubicBezTo>
                    <a:pt x="0" y="10"/>
                    <a:pt x="2" y="15"/>
                    <a:pt x="4" y="16"/>
                  </a:cubicBezTo>
                  <a:cubicBezTo>
                    <a:pt x="10" y="18"/>
                    <a:pt x="8" y="24"/>
                    <a:pt x="10" y="29"/>
                  </a:cubicBezTo>
                  <a:cubicBezTo>
                    <a:pt x="12" y="34"/>
                    <a:pt x="12" y="56"/>
                    <a:pt x="9" y="56"/>
                  </a:cubicBezTo>
                  <a:cubicBezTo>
                    <a:pt x="8" y="56"/>
                    <a:pt x="5" y="59"/>
                    <a:pt x="2" y="63"/>
                  </a:cubicBezTo>
                  <a:cubicBezTo>
                    <a:pt x="6" y="67"/>
                    <a:pt x="12" y="74"/>
                    <a:pt x="16" y="79"/>
                  </a:cubicBezTo>
                  <a:cubicBezTo>
                    <a:pt x="16" y="79"/>
                    <a:pt x="16" y="79"/>
                    <a:pt x="17" y="79"/>
                  </a:cubicBezTo>
                  <a:cubicBezTo>
                    <a:pt x="20" y="79"/>
                    <a:pt x="33" y="88"/>
                    <a:pt x="33" y="88"/>
                  </a:cubicBezTo>
                  <a:cubicBezTo>
                    <a:pt x="33" y="88"/>
                    <a:pt x="51" y="84"/>
                    <a:pt x="63" y="82"/>
                  </a:cubicBezTo>
                  <a:cubicBezTo>
                    <a:pt x="63" y="80"/>
                    <a:pt x="64" y="78"/>
                    <a:pt x="64" y="77"/>
                  </a:cubicBezTo>
                  <a:cubicBezTo>
                    <a:pt x="63" y="75"/>
                    <a:pt x="66" y="70"/>
                    <a:pt x="69" y="70"/>
                  </a:cubicBezTo>
                  <a:cubicBezTo>
                    <a:pt x="73" y="70"/>
                    <a:pt x="68" y="62"/>
                    <a:pt x="64" y="5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69" name="Google Shape;269;p31"/>
            <p:cNvSpPr/>
            <p:nvPr/>
          </p:nvSpPr>
          <p:spPr>
            <a:xfrm>
              <a:off x="6393089" y="2425781"/>
              <a:ext cx="150818" cy="122242"/>
            </a:xfrm>
            <a:custGeom>
              <a:avLst/>
              <a:gdLst/>
              <a:ahLst/>
              <a:cxnLst/>
              <a:rect l="l" t="t" r="r" b="b"/>
              <a:pathLst>
                <a:path w="117" h="98" extrusionOk="0">
                  <a:moveTo>
                    <a:pt x="114" y="85"/>
                  </a:moveTo>
                  <a:cubicBezTo>
                    <a:pt x="110" y="79"/>
                    <a:pt x="104" y="73"/>
                    <a:pt x="104" y="70"/>
                  </a:cubicBezTo>
                  <a:cubicBezTo>
                    <a:pt x="104" y="66"/>
                    <a:pt x="108" y="56"/>
                    <a:pt x="103" y="53"/>
                  </a:cubicBezTo>
                  <a:cubicBezTo>
                    <a:pt x="99" y="50"/>
                    <a:pt x="94" y="46"/>
                    <a:pt x="93" y="41"/>
                  </a:cubicBezTo>
                  <a:cubicBezTo>
                    <a:pt x="92" y="36"/>
                    <a:pt x="86" y="33"/>
                    <a:pt x="86" y="33"/>
                  </a:cubicBezTo>
                  <a:cubicBezTo>
                    <a:pt x="79" y="33"/>
                    <a:pt x="79" y="33"/>
                    <a:pt x="79" y="33"/>
                  </a:cubicBezTo>
                  <a:cubicBezTo>
                    <a:pt x="65" y="28"/>
                    <a:pt x="65" y="28"/>
                    <a:pt x="65" y="28"/>
                  </a:cubicBezTo>
                  <a:cubicBezTo>
                    <a:pt x="56" y="24"/>
                    <a:pt x="56" y="17"/>
                    <a:pt x="56" y="15"/>
                  </a:cubicBezTo>
                  <a:cubicBezTo>
                    <a:pt x="56" y="12"/>
                    <a:pt x="46" y="7"/>
                    <a:pt x="40" y="1"/>
                  </a:cubicBezTo>
                  <a:cubicBezTo>
                    <a:pt x="39" y="2"/>
                    <a:pt x="37" y="2"/>
                    <a:pt x="34" y="3"/>
                  </a:cubicBezTo>
                  <a:cubicBezTo>
                    <a:pt x="33" y="2"/>
                    <a:pt x="32" y="1"/>
                    <a:pt x="31" y="0"/>
                  </a:cubicBezTo>
                  <a:cubicBezTo>
                    <a:pt x="26" y="6"/>
                    <a:pt x="17" y="7"/>
                    <a:pt x="13" y="6"/>
                  </a:cubicBezTo>
                  <a:cubicBezTo>
                    <a:pt x="14" y="8"/>
                    <a:pt x="14" y="8"/>
                    <a:pt x="14" y="8"/>
                  </a:cubicBezTo>
                  <a:cubicBezTo>
                    <a:pt x="5" y="14"/>
                    <a:pt x="5" y="14"/>
                    <a:pt x="5" y="14"/>
                  </a:cubicBezTo>
                  <a:cubicBezTo>
                    <a:pt x="0" y="18"/>
                    <a:pt x="0" y="18"/>
                    <a:pt x="0" y="18"/>
                  </a:cubicBezTo>
                  <a:cubicBezTo>
                    <a:pt x="0" y="23"/>
                    <a:pt x="0" y="23"/>
                    <a:pt x="0" y="23"/>
                  </a:cubicBezTo>
                  <a:cubicBezTo>
                    <a:pt x="5" y="25"/>
                    <a:pt x="5" y="25"/>
                    <a:pt x="5" y="25"/>
                  </a:cubicBezTo>
                  <a:cubicBezTo>
                    <a:pt x="15" y="41"/>
                    <a:pt x="15" y="41"/>
                    <a:pt x="15" y="41"/>
                  </a:cubicBezTo>
                  <a:cubicBezTo>
                    <a:pt x="9" y="44"/>
                    <a:pt x="9" y="44"/>
                    <a:pt x="9" y="44"/>
                  </a:cubicBezTo>
                  <a:cubicBezTo>
                    <a:pt x="9" y="58"/>
                    <a:pt x="9" y="58"/>
                    <a:pt x="9" y="58"/>
                  </a:cubicBezTo>
                  <a:cubicBezTo>
                    <a:pt x="13" y="75"/>
                    <a:pt x="13" y="75"/>
                    <a:pt x="13" y="75"/>
                  </a:cubicBezTo>
                  <a:cubicBezTo>
                    <a:pt x="21" y="86"/>
                    <a:pt x="21" y="86"/>
                    <a:pt x="21" y="86"/>
                  </a:cubicBezTo>
                  <a:cubicBezTo>
                    <a:pt x="26" y="87"/>
                    <a:pt x="26" y="87"/>
                    <a:pt x="26" y="87"/>
                  </a:cubicBezTo>
                  <a:cubicBezTo>
                    <a:pt x="26" y="87"/>
                    <a:pt x="28" y="89"/>
                    <a:pt x="29" y="90"/>
                  </a:cubicBezTo>
                  <a:cubicBezTo>
                    <a:pt x="30" y="91"/>
                    <a:pt x="31" y="91"/>
                    <a:pt x="33" y="91"/>
                  </a:cubicBezTo>
                  <a:cubicBezTo>
                    <a:pt x="36" y="91"/>
                    <a:pt x="39" y="92"/>
                    <a:pt x="40" y="93"/>
                  </a:cubicBezTo>
                  <a:cubicBezTo>
                    <a:pt x="40" y="93"/>
                    <a:pt x="41" y="94"/>
                    <a:pt x="41" y="94"/>
                  </a:cubicBezTo>
                  <a:cubicBezTo>
                    <a:pt x="42" y="98"/>
                    <a:pt x="42" y="98"/>
                    <a:pt x="42" y="98"/>
                  </a:cubicBezTo>
                  <a:cubicBezTo>
                    <a:pt x="57" y="93"/>
                    <a:pt x="57" y="93"/>
                    <a:pt x="57" y="93"/>
                  </a:cubicBezTo>
                  <a:cubicBezTo>
                    <a:pt x="59" y="85"/>
                    <a:pt x="59" y="85"/>
                    <a:pt x="59" y="85"/>
                  </a:cubicBezTo>
                  <a:cubicBezTo>
                    <a:pt x="68" y="80"/>
                    <a:pt x="68" y="80"/>
                    <a:pt x="68" y="80"/>
                  </a:cubicBezTo>
                  <a:cubicBezTo>
                    <a:pt x="78" y="85"/>
                    <a:pt x="78" y="85"/>
                    <a:pt x="78" y="85"/>
                  </a:cubicBezTo>
                  <a:cubicBezTo>
                    <a:pt x="89" y="85"/>
                    <a:pt x="89" y="85"/>
                    <a:pt x="89" y="85"/>
                  </a:cubicBezTo>
                  <a:cubicBezTo>
                    <a:pt x="98" y="92"/>
                    <a:pt x="98" y="92"/>
                    <a:pt x="98" y="92"/>
                  </a:cubicBezTo>
                  <a:cubicBezTo>
                    <a:pt x="103" y="91"/>
                    <a:pt x="103" y="91"/>
                    <a:pt x="103" y="91"/>
                  </a:cubicBezTo>
                  <a:cubicBezTo>
                    <a:pt x="108" y="95"/>
                    <a:pt x="117" y="91"/>
                    <a:pt x="114" y="85"/>
                  </a:cubicBezTo>
                  <a:close/>
                </a:path>
              </a:pathLst>
            </a:custGeom>
            <a:solidFill>
              <a:srgbClr val="00B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0" name="Google Shape;270;p31"/>
            <p:cNvSpPr/>
            <p:nvPr/>
          </p:nvSpPr>
          <p:spPr>
            <a:xfrm>
              <a:off x="5535808" y="2419430"/>
              <a:ext cx="157168" cy="120654"/>
            </a:xfrm>
            <a:custGeom>
              <a:avLst/>
              <a:gdLst/>
              <a:ahLst/>
              <a:cxnLst/>
              <a:rect l="l" t="t" r="r" b="b"/>
              <a:pathLst>
                <a:path w="122" h="97" extrusionOk="0">
                  <a:moveTo>
                    <a:pt x="14" y="63"/>
                  </a:moveTo>
                  <a:cubicBezTo>
                    <a:pt x="11" y="66"/>
                    <a:pt x="5" y="74"/>
                    <a:pt x="0" y="82"/>
                  </a:cubicBezTo>
                  <a:cubicBezTo>
                    <a:pt x="1" y="82"/>
                    <a:pt x="1" y="82"/>
                    <a:pt x="1" y="82"/>
                  </a:cubicBezTo>
                  <a:cubicBezTo>
                    <a:pt x="3" y="89"/>
                    <a:pt x="3" y="89"/>
                    <a:pt x="3" y="89"/>
                  </a:cubicBezTo>
                  <a:cubicBezTo>
                    <a:pt x="19" y="97"/>
                    <a:pt x="19" y="97"/>
                    <a:pt x="19" y="97"/>
                  </a:cubicBezTo>
                  <a:cubicBezTo>
                    <a:pt x="19" y="97"/>
                    <a:pt x="30" y="89"/>
                    <a:pt x="35" y="88"/>
                  </a:cubicBezTo>
                  <a:cubicBezTo>
                    <a:pt x="40" y="87"/>
                    <a:pt x="96" y="57"/>
                    <a:pt x="96" y="57"/>
                  </a:cubicBezTo>
                  <a:cubicBezTo>
                    <a:pt x="96" y="57"/>
                    <a:pt x="101" y="50"/>
                    <a:pt x="100" y="47"/>
                  </a:cubicBezTo>
                  <a:cubicBezTo>
                    <a:pt x="99" y="44"/>
                    <a:pt x="99" y="36"/>
                    <a:pt x="101" y="33"/>
                  </a:cubicBezTo>
                  <a:cubicBezTo>
                    <a:pt x="104" y="29"/>
                    <a:pt x="98" y="24"/>
                    <a:pt x="100" y="18"/>
                  </a:cubicBezTo>
                  <a:cubicBezTo>
                    <a:pt x="102" y="13"/>
                    <a:pt x="111" y="10"/>
                    <a:pt x="111" y="10"/>
                  </a:cubicBezTo>
                  <a:cubicBezTo>
                    <a:pt x="122" y="2"/>
                    <a:pt x="122" y="2"/>
                    <a:pt x="122" y="2"/>
                  </a:cubicBezTo>
                  <a:cubicBezTo>
                    <a:pt x="115" y="0"/>
                    <a:pt x="115" y="0"/>
                    <a:pt x="115" y="0"/>
                  </a:cubicBezTo>
                  <a:cubicBezTo>
                    <a:pt x="115" y="0"/>
                    <a:pt x="106" y="4"/>
                    <a:pt x="95" y="3"/>
                  </a:cubicBezTo>
                  <a:cubicBezTo>
                    <a:pt x="85" y="2"/>
                    <a:pt x="83" y="10"/>
                    <a:pt x="72" y="10"/>
                  </a:cubicBezTo>
                  <a:cubicBezTo>
                    <a:pt x="60" y="10"/>
                    <a:pt x="54" y="13"/>
                    <a:pt x="51" y="9"/>
                  </a:cubicBezTo>
                  <a:cubicBezTo>
                    <a:pt x="49" y="6"/>
                    <a:pt x="48" y="8"/>
                    <a:pt x="40" y="11"/>
                  </a:cubicBezTo>
                  <a:cubicBezTo>
                    <a:pt x="33" y="15"/>
                    <a:pt x="28" y="14"/>
                    <a:pt x="24" y="11"/>
                  </a:cubicBezTo>
                  <a:cubicBezTo>
                    <a:pt x="21" y="9"/>
                    <a:pt x="18" y="12"/>
                    <a:pt x="17" y="15"/>
                  </a:cubicBezTo>
                  <a:cubicBezTo>
                    <a:pt x="17" y="19"/>
                    <a:pt x="18" y="26"/>
                    <a:pt x="7" y="28"/>
                  </a:cubicBezTo>
                  <a:cubicBezTo>
                    <a:pt x="6" y="31"/>
                    <a:pt x="5" y="34"/>
                    <a:pt x="7" y="37"/>
                  </a:cubicBezTo>
                  <a:cubicBezTo>
                    <a:pt x="9" y="40"/>
                    <a:pt x="6" y="44"/>
                    <a:pt x="5" y="50"/>
                  </a:cubicBezTo>
                  <a:cubicBezTo>
                    <a:pt x="19" y="49"/>
                    <a:pt x="17" y="60"/>
                    <a:pt x="14" y="6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1" name="Google Shape;271;p31"/>
            <p:cNvSpPr/>
            <p:nvPr/>
          </p:nvSpPr>
          <p:spPr>
            <a:xfrm>
              <a:off x="7574231" y="2392442"/>
              <a:ext cx="85728" cy="104779"/>
            </a:xfrm>
            <a:custGeom>
              <a:avLst/>
              <a:gdLst/>
              <a:ahLst/>
              <a:cxnLst/>
              <a:rect l="l" t="t" r="r" b="b"/>
              <a:pathLst>
                <a:path w="67" h="83" extrusionOk="0">
                  <a:moveTo>
                    <a:pt x="16" y="7"/>
                  </a:moveTo>
                  <a:cubicBezTo>
                    <a:pt x="15" y="8"/>
                    <a:pt x="10" y="11"/>
                    <a:pt x="6" y="14"/>
                  </a:cubicBezTo>
                  <a:cubicBezTo>
                    <a:pt x="8" y="18"/>
                    <a:pt x="7" y="23"/>
                    <a:pt x="11" y="24"/>
                  </a:cubicBezTo>
                  <a:cubicBezTo>
                    <a:pt x="17" y="24"/>
                    <a:pt x="16" y="33"/>
                    <a:pt x="10" y="31"/>
                  </a:cubicBezTo>
                  <a:cubicBezTo>
                    <a:pt x="4" y="30"/>
                    <a:pt x="4" y="39"/>
                    <a:pt x="9" y="47"/>
                  </a:cubicBezTo>
                  <a:cubicBezTo>
                    <a:pt x="15" y="56"/>
                    <a:pt x="0" y="65"/>
                    <a:pt x="4" y="69"/>
                  </a:cubicBezTo>
                  <a:cubicBezTo>
                    <a:pt x="8" y="73"/>
                    <a:pt x="5" y="78"/>
                    <a:pt x="6" y="81"/>
                  </a:cubicBezTo>
                  <a:cubicBezTo>
                    <a:pt x="8" y="83"/>
                    <a:pt x="30" y="79"/>
                    <a:pt x="40" y="70"/>
                  </a:cubicBezTo>
                  <a:cubicBezTo>
                    <a:pt x="50" y="60"/>
                    <a:pt x="52" y="61"/>
                    <a:pt x="57" y="62"/>
                  </a:cubicBezTo>
                  <a:cubicBezTo>
                    <a:pt x="62" y="64"/>
                    <a:pt x="67" y="59"/>
                    <a:pt x="65" y="55"/>
                  </a:cubicBezTo>
                  <a:cubicBezTo>
                    <a:pt x="62" y="51"/>
                    <a:pt x="59" y="41"/>
                    <a:pt x="60" y="29"/>
                  </a:cubicBezTo>
                  <a:cubicBezTo>
                    <a:pt x="60" y="22"/>
                    <a:pt x="51" y="10"/>
                    <a:pt x="42" y="0"/>
                  </a:cubicBezTo>
                  <a:cubicBezTo>
                    <a:pt x="39" y="2"/>
                    <a:pt x="36" y="3"/>
                    <a:pt x="32" y="3"/>
                  </a:cubicBezTo>
                  <a:cubicBezTo>
                    <a:pt x="26" y="3"/>
                    <a:pt x="19" y="4"/>
                    <a:pt x="16" y="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2" name="Google Shape;272;p31"/>
            <p:cNvSpPr/>
            <p:nvPr/>
          </p:nvSpPr>
          <p:spPr>
            <a:xfrm>
              <a:off x="6721713" y="2687727"/>
              <a:ext cx="101604" cy="130179"/>
            </a:xfrm>
            <a:custGeom>
              <a:avLst/>
              <a:gdLst/>
              <a:ahLst/>
              <a:cxnLst/>
              <a:rect l="l" t="t" r="r" b="b"/>
              <a:pathLst>
                <a:path w="79" h="104" extrusionOk="0">
                  <a:moveTo>
                    <a:pt x="79" y="87"/>
                  </a:moveTo>
                  <a:cubicBezTo>
                    <a:pt x="76" y="70"/>
                    <a:pt x="74" y="53"/>
                    <a:pt x="72" y="53"/>
                  </a:cubicBezTo>
                  <a:cubicBezTo>
                    <a:pt x="68" y="53"/>
                    <a:pt x="64" y="68"/>
                    <a:pt x="59" y="67"/>
                  </a:cubicBezTo>
                  <a:cubicBezTo>
                    <a:pt x="54" y="66"/>
                    <a:pt x="54" y="48"/>
                    <a:pt x="60" y="48"/>
                  </a:cubicBezTo>
                  <a:cubicBezTo>
                    <a:pt x="66" y="48"/>
                    <a:pt x="74" y="34"/>
                    <a:pt x="74" y="30"/>
                  </a:cubicBezTo>
                  <a:cubicBezTo>
                    <a:pt x="74" y="26"/>
                    <a:pt x="67" y="26"/>
                    <a:pt x="61" y="26"/>
                  </a:cubicBezTo>
                  <a:cubicBezTo>
                    <a:pt x="55" y="26"/>
                    <a:pt x="41" y="27"/>
                    <a:pt x="41" y="27"/>
                  </a:cubicBezTo>
                  <a:cubicBezTo>
                    <a:pt x="41" y="27"/>
                    <a:pt x="33" y="24"/>
                    <a:pt x="33" y="18"/>
                  </a:cubicBezTo>
                  <a:cubicBezTo>
                    <a:pt x="33" y="13"/>
                    <a:pt x="29" y="9"/>
                    <a:pt x="21" y="9"/>
                  </a:cubicBezTo>
                  <a:cubicBezTo>
                    <a:pt x="12" y="9"/>
                    <a:pt x="12" y="0"/>
                    <a:pt x="6" y="9"/>
                  </a:cubicBezTo>
                  <a:cubicBezTo>
                    <a:pt x="0" y="17"/>
                    <a:pt x="20" y="17"/>
                    <a:pt x="18" y="24"/>
                  </a:cubicBezTo>
                  <a:cubicBezTo>
                    <a:pt x="16" y="30"/>
                    <a:pt x="9" y="26"/>
                    <a:pt x="8" y="31"/>
                  </a:cubicBezTo>
                  <a:cubicBezTo>
                    <a:pt x="7" y="36"/>
                    <a:pt x="9" y="50"/>
                    <a:pt x="12" y="57"/>
                  </a:cubicBezTo>
                  <a:cubicBezTo>
                    <a:pt x="15" y="63"/>
                    <a:pt x="19" y="78"/>
                    <a:pt x="19" y="90"/>
                  </a:cubicBezTo>
                  <a:cubicBezTo>
                    <a:pt x="24" y="89"/>
                    <a:pt x="26" y="86"/>
                    <a:pt x="30" y="86"/>
                  </a:cubicBezTo>
                  <a:cubicBezTo>
                    <a:pt x="36" y="86"/>
                    <a:pt x="44" y="86"/>
                    <a:pt x="45" y="80"/>
                  </a:cubicBezTo>
                  <a:cubicBezTo>
                    <a:pt x="45" y="74"/>
                    <a:pt x="52" y="69"/>
                    <a:pt x="55" y="71"/>
                  </a:cubicBezTo>
                  <a:cubicBezTo>
                    <a:pt x="59" y="73"/>
                    <a:pt x="64" y="88"/>
                    <a:pt x="65" y="95"/>
                  </a:cubicBezTo>
                  <a:cubicBezTo>
                    <a:pt x="65" y="98"/>
                    <a:pt x="66" y="101"/>
                    <a:pt x="67" y="104"/>
                  </a:cubicBezTo>
                  <a:cubicBezTo>
                    <a:pt x="70" y="101"/>
                    <a:pt x="74" y="99"/>
                    <a:pt x="74" y="99"/>
                  </a:cubicBezTo>
                  <a:cubicBezTo>
                    <a:pt x="74" y="99"/>
                    <a:pt x="76" y="91"/>
                    <a:pt x="79" y="8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3" name="Google Shape;273;p31"/>
            <p:cNvSpPr/>
            <p:nvPr/>
          </p:nvSpPr>
          <p:spPr>
            <a:xfrm>
              <a:off x="6723301" y="2013017"/>
              <a:ext cx="711226" cy="298460"/>
            </a:xfrm>
            <a:custGeom>
              <a:avLst/>
              <a:gdLst/>
              <a:ahLst/>
              <a:cxnLst/>
              <a:rect l="l" t="t" r="r" b="b"/>
              <a:pathLst>
                <a:path w="555" h="238" extrusionOk="0">
                  <a:moveTo>
                    <a:pt x="531" y="100"/>
                  </a:moveTo>
                  <a:cubicBezTo>
                    <a:pt x="525" y="93"/>
                    <a:pt x="516" y="96"/>
                    <a:pt x="514" y="102"/>
                  </a:cubicBezTo>
                  <a:cubicBezTo>
                    <a:pt x="512" y="108"/>
                    <a:pt x="507" y="100"/>
                    <a:pt x="497" y="100"/>
                  </a:cubicBezTo>
                  <a:cubicBezTo>
                    <a:pt x="487" y="100"/>
                    <a:pt x="486" y="106"/>
                    <a:pt x="479" y="99"/>
                  </a:cubicBezTo>
                  <a:cubicBezTo>
                    <a:pt x="472" y="92"/>
                    <a:pt x="481" y="90"/>
                    <a:pt x="481" y="90"/>
                  </a:cubicBezTo>
                  <a:cubicBezTo>
                    <a:pt x="482" y="81"/>
                    <a:pt x="482" y="81"/>
                    <a:pt x="482" y="81"/>
                  </a:cubicBezTo>
                  <a:cubicBezTo>
                    <a:pt x="496" y="52"/>
                    <a:pt x="496" y="52"/>
                    <a:pt x="496" y="52"/>
                  </a:cubicBezTo>
                  <a:cubicBezTo>
                    <a:pt x="492" y="51"/>
                    <a:pt x="486" y="50"/>
                    <a:pt x="483" y="51"/>
                  </a:cubicBezTo>
                  <a:cubicBezTo>
                    <a:pt x="479" y="53"/>
                    <a:pt x="469" y="52"/>
                    <a:pt x="468" y="48"/>
                  </a:cubicBezTo>
                  <a:cubicBezTo>
                    <a:pt x="467" y="44"/>
                    <a:pt x="451" y="44"/>
                    <a:pt x="446" y="47"/>
                  </a:cubicBezTo>
                  <a:cubicBezTo>
                    <a:pt x="442" y="50"/>
                    <a:pt x="433" y="53"/>
                    <a:pt x="432" y="56"/>
                  </a:cubicBezTo>
                  <a:cubicBezTo>
                    <a:pt x="432" y="60"/>
                    <a:pt x="422" y="59"/>
                    <a:pt x="418" y="62"/>
                  </a:cubicBezTo>
                  <a:cubicBezTo>
                    <a:pt x="415" y="64"/>
                    <a:pt x="396" y="65"/>
                    <a:pt x="395" y="67"/>
                  </a:cubicBezTo>
                  <a:cubicBezTo>
                    <a:pt x="395" y="69"/>
                    <a:pt x="375" y="70"/>
                    <a:pt x="372" y="67"/>
                  </a:cubicBezTo>
                  <a:cubicBezTo>
                    <a:pt x="369" y="65"/>
                    <a:pt x="351" y="67"/>
                    <a:pt x="349" y="63"/>
                  </a:cubicBezTo>
                  <a:cubicBezTo>
                    <a:pt x="347" y="59"/>
                    <a:pt x="340" y="57"/>
                    <a:pt x="340" y="53"/>
                  </a:cubicBezTo>
                  <a:cubicBezTo>
                    <a:pt x="340" y="50"/>
                    <a:pt x="327" y="50"/>
                    <a:pt x="325" y="46"/>
                  </a:cubicBezTo>
                  <a:cubicBezTo>
                    <a:pt x="324" y="43"/>
                    <a:pt x="313" y="42"/>
                    <a:pt x="312" y="43"/>
                  </a:cubicBezTo>
                  <a:cubicBezTo>
                    <a:pt x="310" y="44"/>
                    <a:pt x="299" y="40"/>
                    <a:pt x="296" y="39"/>
                  </a:cubicBezTo>
                  <a:cubicBezTo>
                    <a:pt x="293" y="39"/>
                    <a:pt x="283" y="41"/>
                    <a:pt x="280" y="41"/>
                  </a:cubicBezTo>
                  <a:cubicBezTo>
                    <a:pt x="276" y="41"/>
                    <a:pt x="271" y="47"/>
                    <a:pt x="267" y="47"/>
                  </a:cubicBezTo>
                  <a:cubicBezTo>
                    <a:pt x="263" y="48"/>
                    <a:pt x="253" y="41"/>
                    <a:pt x="251" y="43"/>
                  </a:cubicBezTo>
                  <a:cubicBezTo>
                    <a:pt x="249" y="44"/>
                    <a:pt x="243" y="38"/>
                    <a:pt x="240" y="34"/>
                  </a:cubicBezTo>
                  <a:cubicBezTo>
                    <a:pt x="238" y="31"/>
                    <a:pt x="240" y="22"/>
                    <a:pt x="238" y="19"/>
                  </a:cubicBezTo>
                  <a:cubicBezTo>
                    <a:pt x="236" y="16"/>
                    <a:pt x="225" y="16"/>
                    <a:pt x="221" y="14"/>
                  </a:cubicBezTo>
                  <a:cubicBezTo>
                    <a:pt x="217" y="12"/>
                    <a:pt x="212" y="9"/>
                    <a:pt x="208" y="9"/>
                  </a:cubicBezTo>
                  <a:cubicBezTo>
                    <a:pt x="204" y="9"/>
                    <a:pt x="199" y="8"/>
                    <a:pt x="197" y="6"/>
                  </a:cubicBezTo>
                  <a:cubicBezTo>
                    <a:pt x="196" y="5"/>
                    <a:pt x="188" y="2"/>
                    <a:pt x="184" y="1"/>
                  </a:cubicBezTo>
                  <a:cubicBezTo>
                    <a:pt x="180" y="0"/>
                    <a:pt x="180" y="5"/>
                    <a:pt x="178" y="7"/>
                  </a:cubicBezTo>
                  <a:cubicBezTo>
                    <a:pt x="176" y="9"/>
                    <a:pt x="169" y="9"/>
                    <a:pt x="168" y="13"/>
                  </a:cubicBezTo>
                  <a:cubicBezTo>
                    <a:pt x="167" y="17"/>
                    <a:pt x="160" y="18"/>
                    <a:pt x="161" y="22"/>
                  </a:cubicBezTo>
                  <a:cubicBezTo>
                    <a:pt x="162" y="26"/>
                    <a:pt x="165" y="34"/>
                    <a:pt x="167" y="36"/>
                  </a:cubicBezTo>
                  <a:cubicBezTo>
                    <a:pt x="170" y="39"/>
                    <a:pt x="168" y="45"/>
                    <a:pt x="167" y="47"/>
                  </a:cubicBezTo>
                  <a:cubicBezTo>
                    <a:pt x="165" y="49"/>
                    <a:pt x="154" y="51"/>
                    <a:pt x="152" y="54"/>
                  </a:cubicBezTo>
                  <a:cubicBezTo>
                    <a:pt x="150" y="58"/>
                    <a:pt x="145" y="54"/>
                    <a:pt x="140" y="51"/>
                  </a:cubicBezTo>
                  <a:cubicBezTo>
                    <a:pt x="135" y="47"/>
                    <a:pt x="128" y="50"/>
                    <a:pt x="126" y="52"/>
                  </a:cubicBezTo>
                  <a:cubicBezTo>
                    <a:pt x="123" y="54"/>
                    <a:pt x="114" y="46"/>
                    <a:pt x="111" y="46"/>
                  </a:cubicBezTo>
                  <a:cubicBezTo>
                    <a:pt x="108" y="45"/>
                    <a:pt x="108" y="35"/>
                    <a:pt x="105" y="36"/>
                  </a:cubicBezTo>
                  <a:cubicBezTo>
                    <a:pt x="103" y="36"/>
                    <a:pt x="84" y="33"/>
                    <a:pt x="81" y="32"/>
                  </a:cubicBezTo>
                  <a:cubicBezTo>
                    <a:pt x="77" y="31"/>
                    <a:pt x="69" y="31"/>
                    <a:pt x="68" y="34"/>
                  </a:cubicBezTo>
                  <a:cubicBezTo>
                    <a:pt x="67" y="36"/>
                    <a:pt x="58" y="36"/>
                    <a:pt x="56" y="39"/>
                  </a:cubicBezTo>
                  <a:cubicBezTo>
                    <a:pt x="55" y="42"/>
                    <a:pt x="47" y="44"/>
                    <a:pt x="45" y="47"/>
                  </a:cubicBezTo>
                  <a:cubicBezTo>
                    <a:pt x="42" y="50"/>
                    <a:pt x="33" y="50"/>
                    <a:pt x="31" y="55"/>
                  </a:cubicBezTo>
                  <a:cubicBezTo>
                    <a:pt x="29" y="59"/>
                    <a:pt x="18" y="62"/>
                    <a:pt x="15" y="62"/>
                  </a:cubicBezTo>
                  <a:cubicBezTo>
                    <a:pt x="12" y="63"/>
                    <a:pt x="4" y="64"/>
                    <a:pt x="3" y="67"/>
                  </a:cubicBezTo>
                  <a:cubicBezTo>
                    <a:pt x="3" y="68"/>
                    <a:pt x="2" y="68"/>
                    <a:pt x="0" y="68"/>
                  </a:cubicBezTo>
                  <a:cubicBezTo>
                    <a:pt x="0" y="69"/>
                    <a:pt x="0" y="69"/>
                    <a:pt x="1" y="70"/>
                  </a:cubicBezTo>
                  <a:cubicBezTo>
                    <a:pt x="3" y="82"/>
                    <a:pt x="8" y="81"/>
                    <a:pt x="13" y="86"/>
                  </a:cubicBezTo>
                  <a:cubicBezTo>
                    <a:pt x="19" y="91"/>
                    <a:pt x="23" y="94"/>
                    <a:pt x="29" y="95"/>
                  </a:cubicBezTo>
                  <a:cubicBezTo>
                    <a:pt x="35" y="95"/>
                    <a:pt x="43" y="102"/>
                    <a:pt x="44" y="107"/>
                  </a:cubicBezTo>
                  <a:cubicBezTo>
                    <a:pt x="45" y="112"/>
                    <a:pt x="50" y="118"/>
                    <a:pt x="54" y="120"/>
                  </a:cubicBezTo>
                  <a:cubicBezTo>
                    <a:pt x="57" y="123"/>
                    <a:pt x="53" y="132"/>
                    <a:pt x="53" y="138"/>
                  </a:cubicBezTo>
                  <a:cubicBezTo>
                    <a:pt x="53" y="145"/>
                    <a:pt x="45" y="146"/>
                    <a:pt x="49" y="153"/>
                  </a:cubicBezTo>
                  <a:cubicBezTo>
                    <a:pt x="53" y="159"/>
                    <a:pt x="80" y="162"/>
                    <a:pt x="88" y="162"/>
                  </a:cubicBezTo>
                  <a:cubicBezTo>
                    <a:pt x="96" y="162"/>
                    <a:pt x="99" y="170"/>
                    <a:pt x="101" y="170"/>
                  </a:cubicBezTo>
                  <a:cubicBezTo>
                    <a:pt x="107" y="171"/>
                    <a:pt x="107" y="177"/>
                    <a:pt x="113" y="178"/>
                  </a:cubicBezTo>
                  <a:cubicBezTo>
                    <a:pt x="119" y="179"/>
                    <a:pt x="124" y="183"/>
                    <a:pt x="126" y="193"/>
                  </a:cubicBezTo>
                  <a:cubicBezTo>
                    <a:pt x="129" y="203"/>
                    <a:pt x="136" y="207"/>
                    <a:pt x="137" y="211"/>
                  </a:cubicBezTo>
                  <a:cubicBezTo>
                    <a:pt x="138" y="216"/>
                    <a:pt x="150" y="212"/>
                    <a:pt x="159" y="213"/>
                  </a:cubicBezTo>
                  <a:cubicBezTo>
                    <a:pt x="169" y="215"/>
                    <a:pt x="195" y="213"/>
                    <a:pt x="201" y="215"/>
                  </a:cubicBezTo>
                  <a:cubicBezTo>
                    <a:pt x="208" y="216"/>
                    <a:pt x="224" y="215"/>
                    <a:pt x="233" y="221"/>
                  </a:cubicBezTo>
                  <a:cubicBezTo>
                    <a:pt x="242" y="228"/>
                    <a:pt x="247" y="223"/>
                    <a:pt x="253" y="226"/>
                  </a:cubicBezTo>
                  <a:cubicBezTo>
                    <a:pt x="258" y="229"/>
                    <a:pt x="263" y="232"/>
                    <a:pt x="271" y="231"/>
                  </a:cubicBezTo>
                  <a:cubicBezTo>
                    <a:pt x="279" y="229"/>
                    <a:pt x="279" y="236"/>
                    <a:pt x="284" y="237"/>
                  </a:cubicBezTo>
                  <a:cubicBezTo>
                    <a:pt x="290" y="238"/>
                    <a:pt x="300" y="228"/>
                    <a:pt x="315" y="221"/>
                  </a:cubicBezTo>
                  <a:cubicBezTo>
                    <a:pt x="330" y="215"/>
                    <a:pt x="347" y="219"/>
                    <a:pt x="355" y="220"/>
                  </a:cubicBezTo>
                  <a:cubicBezTo>
                    <a:pt x="363" y="221"/>
                    <a:pt x="378" y="217"/>
                    <a:pt x="387" y="207"/>
                  </a:cubicBezTo>
                  <a:cubicBezTo>
                    <a:pt x="396" y="196"/>
                    <a:pt x="407" y="199"/>
                    <a:pt x="408" y="190"/>
                  </a:cubicBezTo>
                  <a:cubicBezTo>
                    <a:pt x="409" y="181"/>
                    <a:pt x="399" y="177"/>
                    <a:pt x="404" y="169"/>
                  </a:cubicBezTo>
                  <a:cubicBezTo>
                    <a:pt x="408" y="161"/>
                    <a:pt x="416" y="162"/>
                    <a:pt x="421" y="165"/>
                  </a:cubicBezTo>
                  <a:cubicBezTo>
                    <a:pt x="425" y="167"/>
                    <a:pt x="438" y="170"/>
                    <a:pt x="449" y="162"/>
                  </a:cubicBezTo>
                  <a:cubicBezTo>
                    <a:pt x="461" y="154"/>
                    <a:pt x="465" y="156"/>
                    <a:pt x="475" y="154"/>
                  </a:cubicBezTo>
                  <a:cubicBezTo>
                    <a:pt x="486" y="153"/>
                    <a:pt x="484" y="146"/>
                    <a:pt x="491" y="140"/>
                  </a:cubicBezTo>
                  <a:cubicBezTo>
                    <a:pt x="498" y="133"/>
                    <a:pt x="506" y="131"/>
                    <a:pt x="513" y="131"/>
                  </a:cubicBezTo>
                  <a:cubicBezTo>
                    <a:pt x="520" y="131"/>
                    <a:pt x="529" y="124"/>
                    <a:pt x="535" y="126"/>
                  </a:cubicBezTo>
                  <a:cubicBezTo>
                    <a:pt x="542" y="128"/>
                    <a:pt x="553" y="129"/>
                    <a:pt x="554" y="124"/>
                  </a:cubicBezTo>
                  <a:cubicBezTo>
                    <a:pt x="555" y="118"/>
                    <a:pt x="537" y="107"/>
                    <a:pt x="531" y="10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4" name="Google Shape;274;p31"/>
            <p:cNvSpPr/>
            <p:nvPr/>
          </p:nvSpPr>
          <p:spPr>
            <a:xfrm>
              <a:off x="5635825" y="2251150"/>
              <a:ext cx="155581" cy="68265"/>
            </a:xfrm>
            <a:custGeom>
              <a:avLst/>
              <a:gdLst/>
              <a:ahLst/>
              <a:cxnLst/>
              <a:rect l="l" t="t" r="r" b="b"/>
              <a:pathLst>
                <a:path w="122" h="55" extrusionOk="0">
                  <a:moveTo>
                    <a:pt x="48" y="43"/>
                  </a:moveTo>
                  <a:cubicBezTo>
                    <a:pt x="54" y="40"/>
                    <a:pt x="56" y="46"/>
                    <a:pt x="61" y="52"/>
                  </a:cubicBezTo>
                  <a:cubicBezTo>
                    <a:pt x="61" y="53"/>
                    <a:pt x="61" y="53"/>
                    <a:pt x="61" y="54"/>
                  </a:cubicBezTo>
                  <a:cubicBezTo>
                    <a:pt x="68" y="53"/>
                    <a:pt x="73" y="51"/>
                    <a:pt x="79" y="50"/>
                  </a:cubicBezTo>
                  <a:cubicBezTo>
                    <a:pt x="84" y="49"/>
                    <a:pt x="90" y="51"/>
                    <a:pt x="95" y="52"/>
                  </a:cubicBezTo>
                  <a:cubicBezTo>
                    <a:pt x="94" y="50"/>
                    <a:pt x="93" y="49"/>
                    <a:pt x="94" y="48"/>
                  </a:cubicBezTo>
                  <a:cubicBezTo>
                    <a:pt x="95" y="45"/>
                    <a:pt x="103" y="49"/>
                    <a:pt x="106" y="51"/>
                  </a:cubicBezTo>
                  <a:cubicBezTo>
                    <a:pt x="109" y="54"/>
                    <a:pt x="117" y="55"/>
                    <a:pt x="119" y="52"/>
                  </a:cubicBezTo>
                  <a:cubicBezTo>
                    <a:pt x="122" y="50"/>
                    <a:pt x="115" y="47"/>
                    <a:pt x="114" y="45"/>
                  </a:cubicBezTo>
                  <a:cubicBezTo>
                    <a:pt x="113" y="43"/>
                    <a:pt x="115" y="41"/>
                    <a:pt x="117" y="38"/>
                  </a:cubicBezTo>
                  <a:cubicBezTo>
                    <a:pt x="113" y="36"/>
                    <a:pt x="108" y="32"/>
                    <a:pt x="106" y="33"/>
                  </a:cubicBezTo>
                  <a:cubicBezTo>
                    <a:pt x="104" y="33"/>
                    <a:pt x="104" y="22"/>
                    <a:pt x="101" y="22"/>
                  </a:cubicBezTo>
                  <a:cubicBezTo>
                    <a:pt x="98" y="22"/>
                    <a:pt x="98" y="19"/>
                    <a:pt x="95" y="19"/>
                  </a:cubicBezTo>
                  <a:cubicBezTo>
                    <a:pt x="92" y="19"/>
                    <a:pt x="80" y="19"/>
                    <a:pt x="77" y="22"/>
                  </a:cubicBezTo>
                  <a:cubicBezTo>
                    <a:pt x="74" y="24"/>
                    <a:pt x="70" y="16"/>
                    <a:pt x="66" y="16"/>
                  </a:cubicBezTo>
                  <a:cubicBezTo>
                    <a:pt x="62" y="16"/>
                    <a:pt x="57" y="12"/>
                    <a:pt x="55" y="9"/>
                  </a:cubicBezTo>
                  <a:cubicBezTo>
                    <a:pt x="52" y="6"/>
                    <a:pt x="33" y="11"/>
                    <a:pt x="27" y="7"/>
                  </a:cubicBezTo>
                  <a:cubicBezTo>
                    <a:pt x="22" y="3"/>
                    <a:pt x="12" y="0"/>
                    <a:pt x="6" y="1"/>
                  </a:cubicBezTo>
                  <a:cubicBezTo>
                    <a:pt x="5" y="1"/>
                    <a:pt x="2" y="2"/>
                    <a:pt x="0" y="4"/>
                  </a:cubicBezTo>
                  <a:cubicBezTo>
                    <a:pt x="10" y="10"/>
                    <a:pt x="25" y="8"/>
                    <a:pt x="27" y="19"/>
                  </a:cubicBezTo>
                  <a:cubicBezTo>
                    <a:pt x="29" y="31"/>
                    <a:pt x="36" y="26"/>
                    <a:pt x="34" y="37"/>
                  </a:cubicBezTo>
                  <a:cubicBezTo>
                    <a:pt x="33" y="39"/>
                    <a:pt x="32" y="41"/>
                    <a:pt x="30" y="43"/>
                  </a:cubicBezTo>
                  <a:cubicBezTo>
                    <a:pt x="38" y="44"/>
                    <a:pt x="45" y="44"/>
                    <a:pt x="48" y="4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5" name="Google Shape;275;p31"/>
            <p:cNvSpPr/>
            <p:nvPr/>
          </p:nvSpPr>
          <p:spPr>
            <a:xfrm>
              <a:off x="6508981" y="2455944"/>
              <a:ext cx="53977" cy="47627"/>
            </a:xfrm>
            <a:custGeom>
              <a:avLst/>
              <a:gdLst/>
              <a:ahLst/>
              <a:cxnLst/>
              <a:rect l="l" t="t" r="r" b="b"/>
              <a:pathLst>
                <a:path w="42" h="39" extrusionOk="0">
                  <a:moveTo>
                    <a:pt x="20" y="1"/>
                  </a:moveTo>
                  <a:cubicBezTo>
                    <a:pt x="14" y="0"/>
                    <a:pt x="2" y="7"/>
                    <a:pt x="0" y="12"/>
                  </a:cubicBezTo>
                  <a:cubicBezTo>
                    <a:pt x="1" y="14"/>
                    <a:pt x="2" y="15"/>
                    <a:pt x="3" y="17"/>
                  </a:cubicBezTo>
                  <a:cubicBezTo>
                    <a:pt x="4" y="22"/>
                    <a:pt x="9" y="26"/>
                    <a:pt x="13" y="29"/>
                  </a:cubicBezTo>
                  <a:cubicBezTo>
                    <a:pt x="16" y="31"/>
                    <a:pt x="16" y="35"/>
                    <a:pt x="15" y="39"/>
                  </a:cubicBezTo>
                  <a:cubicBezTo>
                    <a:pt x="18" y="39"/>
                    <a:pt x="21" y="39"/>
                    <a:pt x="23" y="39"/>
                  </a:cubicBezTo>
                  <a:cubicBezTo>
                    <a:pt x="28" y="37"/>
                    <a:pt x="39" y="22"/>
                    <a:pt x="40" y="18"/>
                  </a:cubicBezTo>
                  <a:cubicBezTo>
                    <a:pt x="42" y="13"/>
                    <a:pt x="27" y="1"/>
                    <a:pt x="20" y="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6" name="Google Shape;276;p31"/>
            <p:cNvSpPr/>
            <p:nvPr/>
          </p:nvSpPr>
          <p:spPr>
            <a:xfrm>
              <a:off x="7529780" y="2271788"/>
              <a:ext cx="157168" cy="144467"/>
            </a:xfrm>
            <a:custGeom>
              <a:avLst/>
              <a:gdLst/>
              <a:ahLst/>
              <a:cxnLst/>
              <a:rect l="l" t="t" r="r" b="b"/>
              <a:pathLst>
                <a:path w="122" h="115" extrusionOk="0">
                  <a:moveTo>
                    <a:pt x="117" y="5"/>
                  </a:moveTo>
                  <a:cubicBezTo>
                    <a:pt x="110" y="8"/>
                    <a:pt x="108" y="0"/>
                    <a:pt x="102" y="0"/>
                  </a:cubicBezTo>
                  <a:cubicBezTo>
                    <a:pt x="96" y="0"/>
                    <a:pt x="97" y="13"/>
                    <a:pt x="92" y="13"/>
                  </a:cubicBezTo>
                  <a:cubicBezTo>
                    <a:pt x="86" y="13"/>
                    <a:pt x="87" y="21"/>
                    <a:pt x="79" y="22"/>
                  </a:cubicBezTo>
                  <a:cubicBezTo>
                    <a:pt x="71" y="24"/>
                    <a:pt x="69" y="24"/>
                    <a:pt x="72" y="29"/>
                  </a:cubicBezTo>
                  <a:cubicBezTo>
                    <a:pt x="76" y="35"/>
                    <a:pt x="68" y="33"/>
                    <a:pt x="61" y="33"/>
                  </a:cubicBezTo>
                  <a:cubicBezTo>
                    <a:pt x="54" y="33"/>
                    <a:pt x="54" y="28"/>
                    <a:pt x="50" y="28"/>
                  </a:cubicBezTo>
                  <a:cubicBezTo>
                    <a:pt x="45" y="28"/>
                    <a:pt x="42" y="36"/>
                    <a:pt x="38" y="41"/>
                  </a:cubicBezTo>
                  <a:cubicBezTo>
                    <a:pt x="35" y="45"/>
                    <a:pt x="12" y="55"/>
                    <a:pt x="5" y="59"/>
                  </a:cubicBezTo>
                  <a:cubicBezTo>
                    <a:pt x="3" y="60"/>
                    <a:pt x="2" y="63"/>
                    <a:pt x="0" y="66"/>
                  </a:cubicBezTo>
                  <a:cubicBezTo>
                    <a:pt x="9" y="67"/>
                    <a:pt x="17" y="72"/>
                    <a:pt x="21" y="76"/>
                  </a:cubicBezTo>
                  <a:cubicBezTo>
                    <a:pt x="25" y="83"/>
                    <a:pt x="15" y="90"/>
                    <a:pt x="10" y="95"/>
                  </a:cubicBezTo>
                  <a:cubicBezTo>
                    <a:pt x="5" y="101"/>
                    <a:pt x="13" y="101"/>
                    <a:pt x="13" y="106"/>
                  </a:cubicBezTo>
                  <a:cubicBezTo>
                    <a:pt x="14" y="111"/>
                    <a:pt x="20" y="115"/>
                    <a:pt x="22" y="111"/>
                  </a:cubicBezTo>
                  <a:cubicBezTo>
                    <a:pt x="24" y="106"/>
                    <a:pt x="28" y="108"/>
                    <a:pt x="36" y="108"/>
                  </a:cubicBezTo>
                  <a:cubicBezTo>
                    <a:pt x="38" y="108"/>
                    <a:pt x="39" y="109"/>
                    <a:pt x="40" y="110"/>
                  </a:cubicBezTo>
                  <a:cubicBezTo>
                    <a:pt x="44" y="107"/>
                    <a:pt x="49" y="104"/>
                    <a:pt x="50" y="103"/>
                  </a:cubicBezTo>
                  <a:cubicBezTo>
                    <a:pt x="53" y="100"/>
                    <a:pt x="60" y="99"/>
                    <a:pt x="66" y="99"/>
                  </a:cubicBezTo>
                  <a:cubicBezTo>
                    <a:pt x="70" y="99"/>
                    <a:pt x="73" y="98"/>
                    <a:pt x="76" y="96"/>
                  </a:cubicBezTo>
                  <a:cubicBezTo>
                    <a:pt x="69" y="88"/>
                    <a:pt x="62" y="82"/>
                    <a:pt x="60" y="81"/>
                  </a:cubicBezTo>
                  <a:cubicBezTo>
                    <a:pt x="54" y="77"/>
                    <a:pt x="58" y="67"/>
                    <a:pt x="65" y="65"/>
                  </a:cubicBezTo>
                  <a:cubicBezTo>
                    <a:pt x="72" y="63"/>
                    <a:pt x="90" y="50"/>
                    <a:pt x="96" y="46"/>
                  </a:cubicBezTo>
                  <a:cubicBezTo>
                    <a:pt x="101" y="43"/>
                    <a:pt x="97" y="33"/>
                    <a:pt x="102" y="25"/>
                  </a:cubicBezTo>
                  <a:cubicBezTo>
                    <a:pt x="104" y="21"/>
                    <a:pt x="113" y="13"/>
                    <a:pt x="122" y="6"/>
                  </a:cubicBezTo>
                  <a:cubicBezTo>
                    <a:pt x="120" y="5"/>
                    <a:pt x="118" y="5"/>
                    <a:pt x="117"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7" name="Google Shape;277;p31"/>
            <p:cNvSpPr/>
            <p:nvPr/>
          </p:nvSpPr>
          <p:spPr>
            <a:xfrm>
              <a:off x="6556607" y="2594061"/>
              <a:ext cx="173044" cy="98428"/>
            </a:xfrm>
            <a:custGeom>
              <a:avLst/>
              <a:gdLst/>
              <a:ahLst/>
              <a:cxnLst/>
              <a:rect l="l" t="t" r="r" b="b"/>
              <a:pathLst>
                <a:path w="135" h="78" extrusionOk="0">
                  <a:moveTo>
                    <a:pt x="133" y="50"/>
                  </a:moveTo>
                  <a:cubicBezTo>
                    <a:pt x="132" y="50"/>
                    <a:pt x="130" y="50"/>
                    <a:pt x="129" y="50"/>
                  </a:cubicBezTo>
                  <a:cubicBezTo>
                    <a:pt x="119" y="50"/>
                    <a:pt x="112" y="45"/>
                    <a:pt x="106" y="45"/>
                  </a:cubicBezTo>
                  <a:cubicBezTo>
                    <a:pt x="99" y="46"/>
                    <a:pt x="80" y="38"/>
                    <a:pt x="72" y="32"/>
                  </a:cubicBezTo>
                  <a:cubicBezTo>
                    <a:pt x="64" y="25"/>
                    <a:pt x="41" y="11"/>
                    <a:pt x="36" y="5"/>
                  </a:cubicBezTo>
                  <a:cubicBezTo>
                    <a:pt x="30" y="0"/>
                    <a:pt x="22" y="0"/>
                    <a:pt x="22" y="3"/>
                  </a:cubicBezTo>
                  <a:cubicBezTo>
                    <a:pt x="21" y="5"/>
                    <a:pt x="17" y="5"/>
                    <a:pt x="11" y="6"/>
                  </a:cubicBezTo>
                  <a:cubicBezTo>
                    <a:pt x="9" y="9"/>
                    <a:pt x="3" y="12"/>
                    <a:pt x="3" y="16"/>
                  </a:cubicBezTo>
                  <a:cubicBezTo>
                    <a:pt x="3" y="20"/>
                    <a:pt x="0" y="26"/>
                    <a:pt x="0" y="29"/>
                  </a:cubicBezTo>
                  <a:cubicBezTo>
                    <a:pt x="0" y="33"/>
                    <a:pt x="7" y="34"/>
                    <a:pt x="9" y="36"/>
                  </a:cubicBezTo>
                  <a:cubicBezTo>
                    <a:pt x="11" y="39"/>
                    <a:pt x="22" y="41"/>
                    <a:pt x="23" y="43"/>
                  </a:cubicBezTo>
                  <a:cubicBezTo>
                    <a:pt x="24" y="46"/>
                    <a:pt x="31" y="50"/>
                    <a:pt x="36" y="50"/>
                  </a:cubicBezTo>
                  <a:cubicBezTo>
                    <a:pt x="41" y="51"/>
                    <a:pt x="48" y="57"/>
                    <a:pt x="51" y="59"/>
                  </a:cubicBezTo>
                  <a:cubicBezTo>
                    <a:pt x="54" y="61"/>
                    <a:pt x="64" y="56"/>
                    <a:pt x="68" y="56"/>
                  </a:cubicBezTo>
                  <a:cubicBezTo>
                    <a:pt x="71" y="56"/>
                    <a:pt x="77" y="62"/>
                    <a:pt x="77" y="66"/>
                  </a:cubicBezTo>
                  <a:cubicBezTo>
                    <a:pt x="78" y="69"/>
                    <a:pt x="96" y="71"/>
                    <a:pt x="100" y="75"/>
                  </a:cubicBezTo>
                  <a:cubicBezTo>
                    <a:pt x="105" y="78"/>
                    <a:pt x="127" y="76"/>
                    <a:pt x="131" y="72"/>
                  </a:cubicBezTo>
                  <a:cubicBezTo>
                    <a:pt x="135" y="68"/>
                    <a:pt x="132" y="60"/>
                    <a:pt x="132" y="54"/>
                  </a:cubicBezTo>
                  <a:cubicBezTo>
                    <a:pt x="132" y="52"/>
                    <a:pt x="132" y="51"/>
                    <a:pt x="133" y="5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8" name="Google Shape;278;p31"/>
            <p:cNvSpPr/>
            <p:nvPr/>
          </p:nvSpPr>
          <p:spPr>
            <a:xfrm>
              <a:off x="6807441" y="2640100"/>
              <a:ext cx="193682" cy="415939"/>
            </a:xfrm>
            <a:custGeom>
              <a:avLst/>
              <a:gdLst/>
              <a:ahLst/>
              <a:cxnLst/>
              <a:rect l="l" t="t" r="r" b="b"/>
              <a:pathLst>
                <a:path w="151" h="333" extrusionOk="0">
                  <a:moveTo>
                    <a:pt x="122" y="303"/>
                  </a:moveTo>
                  <a:cubicBezTo>
                    <a:pt x="122" y="296"/>
                    <a:pt x="117" y="295"/>
                    <a:pt x="117" y="289"/>
                  </a:cubicBezTo>
                  <a:cubicBezTo>
                    <a:pt x="117" y="284"/>
                    <a:pt x="117" y="274"/>
                    <a:pt x="110" y="268"/>
                  </a:cubicBezTo>
                  <a:cubicBezTo>
                    <a:pt x="103" y="261"/>
                    <a:pt x="99" y="252"/>
                    <a:pt x="103" y="249"/>
                  </a:cubicBezTo>
                  <a:cubicBezTo>
                    <a:pt x="108" y="245"/>
                    <a:pt x="104" y="236"/>
                    <a:pt x="106" y="236"/>
                  </a:cubicBezTo>
                  <a:cubicBezTo>
                    <a:pt x="108" y="237"/>
                    <a:pt x="111" y="230"/>
                    <a:pt x="107" y="228"/>
                  </a:cubicBezTo>
                  <a:cubicBezTo>
                    <a:pt x="103" y="226"/>
                    <a:pt x="107" y="218"/>
                    <a:pt x="103" y="216"/>
                  </a:cubicBezTo>
                  <a:cubicBezTo>
                    <a:pt x="100" y="215"/>
                    <a:pt x="90" y="204"/>
                    <a:pt x="90" y="200"/>
                  </a:cubicBezTo>
                  <a:cubicBezTo>
                    <a:pt x="90" y="197"/>
                    <a:pt x="93" y="177"/>
                    <a:pt x="94" y="172"/>
                  </a:cubicBezTo>
                  <a:cubicBezTo>
                    <a:pt x="94" y="167"/>
                    <a:pt x="101" y="167"/>
                    <a:pt x="103" y="167"/>
                  </a:cubicBezTo>
                  <a:cubicBezTo>
                    <a:pt x="106" y="167"/>
                    <a:pt x="114" y="167"/>
                    <a:pt x="117" y="163"/>
                  </a:cubicBezTo>
                  <a:cubicBezTo>
                    <a:pt x="120" y="158"/>
                    <a:pt x="131" y="157"/>
                    <a:pt x="133" y="154"/>
                  </a:cubicBezTo>
                  <a:cubicBezTo>
                    <a:pt x="134" y="150"/>
                    <a:pt x="142" y="150"/>
                    <a:pt x="142" y="146"/>
                  </a:cubicBezTo>
                  <a:cubicBezTo>
                    <a:pt x="142" y="142"/>
                    <a:pt x="151" y="131"/>
                    <a:pt x="151" y="131"/>
                  </a:cubicBezTo>
                  <a:cubicBezTo>
                    <a:pt x="151" y="131"/>
                    <a:pt x="151" y="131"/>
                    <a:pt x="151" y="131"/>
                  </a:cubicBezTo>
                  <a:cubicBezTo>
                    <a:pt x="150" y="129"/>
                    <a:pt x="148" y="131"/>
                    <a:pt x="143" y="133"/>
                  </a:cubicBezTo>
                  <a:cubicBezTo>
                    <a:pt x="135" y="136"/>
                    <a:pt x="132" y="132"/>
                    <a:pt x="132" y="127"/>
                  </a:cubicBezTo>
                  <a:cubicBezTo>
                    <a:pt x="133" y="122"/>
                    <a:pt x="127" y="122"/>
                    <a:pt x="123" y="122"/>
                  </a:cubicBezTo>
                  <a:cubicBezTo>
                    <a:pt x="118" y="122"/>
                    <a:pt x="121" y="115"/>
                    <a:pt x="123" y="111"/>
                  </a:cubicBezTo>
                  <a:cubicBezTo>
                    <a:pt x="124" y="106"/>
                    <a:pt x="121" y="103"/>
                    <a:pt x="116" y="103"/>
                  </a:cubicBezTo>
                  <a:cubicBezTo>
                    <a:pt x="111" y="102"/>
                    <a:pt x="108" y="91"/>
                    <a:pt x="110" y="88"/>
                  </a:cubicBezTo>
                  <a:cubicBezTo>
                    <a:pt x="112" y="85"/>
                    <a:pt x="100" y="83"/>
                    <a:pt x="94" y="85"/>
                  </a:cubicBezTo>
                  <a:cubicBezTo>
                    <a:pt x="89" y="88"/>
                    <a:pt x="93" y="81"/>
                    <a:pt x="91" y="77"/>
                  </a:cubicBezTo>
                  <a:cubicBezTo>
                    <a:pt x="90" y="73"/>
                    <a:pt x="98" y="59"/>
                    <a:pt x="106" y="52"/>
                  </a:cubicBezTo>
                  <a:cubicBezTo>
                    <a:pt x="113" y="45"/>
                    <a:pt x="110" y="35"/>
                    <a:pt x="110" y="26"/>
                  </a:cubicBezTo>
                  <a:cubicBezTo>
                    <a:pt x="110" y="18"/>
                    <a:pt x="106" y="18"/>
                    <a:pt x="103" y="18"/>
                  </a:cubicBezTo>
                  <a:cubicBezTo>
                    <a:pt x="99" y="18"/>
                    <a:pt x="99" y="12"/>
                    <a:pt x="99" y="8"/>
                  </a:cubicBezTo>
                  <a:cubicBezTo>
                    <a:pt x="99" y="3"/>
                    <a:pt x="92" y="0"/>
                    <a:pt x="87" y="3"/>
                  </a:cubicBezTo>
                  <a:cubicBezTo>
                    <a:pt x="87" y="3"/>
                    <a:pt x="86" y="4"/>
                    <a:pt x="84" y="4"/>
                  </a:cubicBezTo>
                  <a:cubicBezTo>
                    <a:pt x="85" y="4"/>
                    <a:pt x="85" y="5"/>
                    <a:pt x="85" y="5"/>
                  </a:cubicBezTo>
                  <a:cubicBezTo>
                    <a:pt x="85" y="5"/>
                    <a:pt x="83" y="11"/>
                    <a:pt x="81" y="13"/>
                  </a:cubicBezTo>
                  <a:cubicBezTo>
                    <a:pt x="78" y="14"/>
                    <a:pt x="78" y="18"/>
                    <a:pt x="82" y="25"/>
                  </a:cubicBezTo>
                  <a:cubicBezTo>
                    <a:pt x="86" y="31"/>
                    <a:pt x="76" y="28"/>
                    <a:pt x="74" y="25"/>
                  </a:cubicBezTo>
                  <a:cubicBezTo>
                    <a:pt x="73" y="21"/>
                    <a:pt x="64" y="27"/>
                    <a:pt x="60" y="31"/>
                  </a:cubicBezTo>
                  <a:cubicBezTo>
                    <a:pt x="55" y="35"/>
                    <a:pt x="48" y="37"/>
                    <a:pt x="48" y="45"/>
                  </a:cubicBezTo>
                  <a:cubicBezTo>
                    <a:pt x="48" y="53"/>
                    <a:pt x="41" y="60"/>
                    <a:pt x="43" y="66"/>
                  </a:cubicBezTo>
                  <a:cubicBezTo>
                    <a:pt x="44" y="73"/>
                    <a:pt x="36" y="85"/>
                    <a:pt x="37" y="88"/>
                  </a:cubicBezTo>
                  <a:cubicBezTo>
                    <a:pt x="37" y="92"/>
                    <a:pt x="25" y="87"/>
                    <a:pt x="23" y="87"/>
                  </a:cubicBezTo>
                  <a:cubicBezTo>
                    <a:pt x="21" y="87"/>
                    <a:pt x="22" y="101"/>
                    <a:pt x="19" y="105"/>
                  </a:cubicBezTo>
                  <a:cubicBezTo>
                    <a:pt x="16" y="109"/>
                    <a:pt x="19" y="124"/>
                    <a:pt x="14" y="124"/>
                  </a:cubicBezTo>
                  <a:cubicBezTo>
                    <a:pt x="10" y="124"/>
                    <a:pt x="7" y="137"/>
                    <a:pt x="7" y="137"/>
                  </a:cubicBezTo>
                  <a:cubicBezTo>
                    <a:pt x="7" y="137"/>
                    <a:pt x="3" y="139"/>
                    <a:pt x="0" y="142"/>
                  </a:cubicBezTo>
                  <a:cubicBezTo>
                    <a:pt x="4" y="149"/>
                    <a:pt x="10" y="157"/>
                    <a:pt x="17" y="159"/>
                  </a:cubicBezTo>
                  <a:cubicBezTo>
                    <a:pt x="27" y="164"/>
                    <a:pt x="34" y="184"/>
                    <a:pt x="37" y="195"/>
                  </a:cubicBezTo>
                  <a:cubicBezTo>
                    <a:pt x="40" y="206"/>
                    <a:pt x="38" y="217"/>
                    <a:pt x="34" y="224"/>
                  </a:cubicBezTo>
                  <a:cubicBezTo>
                    <a:pt x="31" y="230"/>
                    <a:pt x="36" y="230"/>
                    <a:pt x="42" y="233"/>
                  </a:cubicBezTo>
                  <a:cubicBezTo>
                    <a:pt x="48" y="236"/>
                    <a:pt x="54" y="237"/>
                    <a:pt x="59" y="231"/>
                  </a:cubicBezTo>
                  <a:cubicBezTo>
                    <a:pt x="63" y="225"/>
                    <a:pt x="72" y="220"/>
                    <a:pt x="74" y="213"/>
                  </a:cubicBezTo>
                  <a:cubicBezTo>
                    <a:pt x="75" y="206"/>
                    <a:pt x="79" y="217"/>
                    <a:pt x="83" y="220"/>
                  </a:cubicBezTo>
                  <a:cubicBezTo>
                    <a:pt x="87" y="224"/>
                    <a:pt x="89" y="231"/>
                    <a:pt x="90" y="240"/>
                  </a:cubicBezTo>
                  <a:cubicBezTo>
                    <a:pt x="91" y="249"/>
                    <a:pt x="92" y="271"/>
                    <a:pt x="99" y="278"/>
                  </a:cubicBezTo>
                  <a:cubicBezTo>
                    <a:pt x="107" y="285"/>
                    <a:pt x="108" y="301"/>
                    <a:pt x="106" y="306"/>
                  </a:cubicBezTo>
                  <a:cubicBezTo>
                    <a:pt x="104" y="311"/>
                    <a:pt x="110" y="321"/>
                    <a:pt x="108" y="327"/>
                  </a:cubicBezTo>
                  <a:cubicBezTo>
                    <a:pt x="108" y="328"/>
                    <a:pt x="108" y="330"/>
                    <a:pt x="107" y="332"/>
                  </a:cubicBezTo>
                  <a:cubicBezTo>
                    <a:pt x="114" y="333"/>
                    <a:pt x="122" y="303"/>
                    <a:pt x="122" y="30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79" name="Google Shape;279;p31"/>
            <p:cNvSpPr/>
            <p:nvPr/>
          </p:nvSpPr>
          <p:spPr>
            <a:xfrm>
              <a:off x="6742351" y="2646451"/>
              <a:ext cx="69852" cy="39689"/>
            </a:xfrm>
            <a:custGeom>
              <a:avLst/>
              <a:gdLst/>
              <a:ahLst/>
              <a:cxnLst/>
              <a:rect l="l" t="t" r="r" b="b"/>
              <a:pathLst>
                <a:path w="54" h="32" extrusionOk="0">
                  <a:moveTo>
                    <a:pt x="52" y="11"/>
                  </a:moveTo>
                  <a:cubicBezTo>
                    <a:pt x="41" y="1"/>
                    <a:pt x="38" y="9"/>
                    <a:pt x="31" y="5"/>
                  </a:cubicBezTo>
                  <a:cubicBezTo>
                    <a:pt x="24" y="1"/>
                    <a:pt x="20" y="0"/>
                    <a:pt x="17" y="3"/>
                  </a:cubicBezTo>
                  <a:cubicBezTo>
                    <a:pt x="13" y="6"/>
                    <a:pt x="8" y="5"/>
                    <a:pt x="4" y="14"/>
                  </a:cubicBezTo>
                  <a:cubicBezTo>
                    <a:pt x="3" y="17"/>
                    <a:pt x="2" y="19"/>
                    <a:pt x="0" y="21"/>
                  </a:cubicBezTo>
                  <a:cubicBezTo>
                    <a:pt x="1" y="24"/>
                    <a:pt x="3" y="26"/>
                    <a:pt x="5" y="25"/>
                  </a:cubicBezTo>
                  <a:cubicBezTo>
                    <a:pt x="8" y="25"/>
                    <a:pt x="11" y="29"/>
                    <a:pt x="17" y="28"/>
                  </a:cubicBezTo>
                  <a:cubicBezTo>
                    <a:pt x="22" y="27"/>
                    <a:pt x="26" y="32"/>
                    <a:pt x="33" y="29"/>
                  </a:cubicBezTo>
                  <a:cubicBezTo>
                    <a:pt x="41" y="27"/>
                    <a:pt x="48" y="32"/>
                    <a:pt x="51" y="27"/>
                  </a:cubicBezTo>
                  <a:cubicBezTo>
                    <a:pt x="54" y="22"/>
                    <a:pt x="49" y="12"/>
                    <a:pt x="49" y="12"/>
                  </a:cubicBezTo>
                  <a:cubicBezTo>
                    <a:pt x="49" y="12"/>
                    <a:pt x="50" y="11"/>
                    <a:pt x="52" y="1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0" name="Google Shape;280;p31"/>
            <p:cNvSpPr/>
            <p:nvPr/>
          </p:nvSpPr>
          <p:spPr>
            <a:xfrm>
              <a:off x="7024937" y="2762342"/>
              <a:ext cx="168281" cy="339736"/>
            </a:xfrm>
            <a:custGeom>
              <a:avLst/>
              <a:gdLst/>
              <a:ahLst/>
              <a:cxnLst/>
              <a:rect l="l" t="t" r="r" b="b"/>
              <a:pathLst>
                <a:path w="130" h="271" extrusionOk="0">
                  <a:moveTo>
                    <a:pt x="96" y="33"/>
                  </a:moveTo>
                  <a:cubicBezTo>
                    <a:pt x="92" y="33"/>
                    <a:pt x="79" y="24"/>
                    <a:pt x="79" y="20"/>
                  </a:cubicBezTo>
                  <a:cubicBezTo>
                    <a:pt x="79" y="17"/>
                    <a:pt x="85" y="11"/>
                    <a:pt x="74" y="10"/>
                  </a:cubicBezTo>
                  <a:cubicBezTo>
                    <a:pt x="63" y="8"/>
                    <a:pt x="62" y="4"/>
                    <a:pt x="60" y="2"/>
                  </a:cubicBezTo>
                  <a:cubicBezTo>
                    <a:pt x="57" y="0"/>
                    <a:pt x="48" y="6"/>
                    <a:pt x="46" y="11"/>
                  </a:cubicBezTo>
                  <a:cubicBezTo>
                    <a:pt x="43" y="16"/>
                    <a:pt x="40" y="10"/>
                    <a:pt x="34" y="13"/>
                  </a:cubicBezTo>
                  <a:cubicBezTo>
                    <a:pt x="27" y="17"/>
                    <a:pt x="21" y="8"/>
                    <a:pt x="18" y="13"/>
                  </a:cubicBezTo>
                  <a:cubicBezTo>
                    <a:pt x="16" y="18"/>
                    <a:pt x="9" y="10"/>
                    <a:pt x="5" y="14"/>
                  </a:cubicBezTo>
                  <a:cubicBezTo>
                    <a:pt x="4" y="16"/>
                    <a:pt x="2" y="17"/>
                    <a:pt x="0" y="18"/>
                  </a:cubicBezTo>
                  <a:cubicBezTo>
                    <a:pt x="3" y="22"/>
                    <a:pt x="7" y="25"/>
                    <a:pt x="7" y="28"/>
                  </a:cubicBezTo>
                  <a:cubicBezTo>
                    <a:pt x="7" y="32"/>
                    <a:pt x="16" y="35"/>
                    <a:pt x="16" y="41"/>
                  </a:cubicBezTo>
                  <a:cubicBezTo>
                    <a:pt x="16" y="46"/>
                    <a:pt x="27" y="51"/>
                    <a:pt x="30" y="49"/>
                  </a:cubicBezTo>
                  <a:cubicBezTo>
                    <a:pt x="34" y="46"/>
                    <a:pt x="41" y="44"/>
                    <a:pt x="43" y="52"/>
                  </a:cubicBezTo>
                  <a:cubicBezTo>
                    <a:pt x="44" y="60"/>
                    <a:pt x="48" y="60"/>
                    <a:pt x="48" y="65"/>
                  </a:cubicBezTo>
                  <a:cubicBezTo>
                    <a:pt x="48" y="71"/>
                    <a:pt x="37" y="68"/>
                    <a:pt x="35" y="73"/>
                  </a:cubicBezTo>
                  <a:cubicBezTo>
                    <a:pt x="32" y="79"/>
                    <a:pt x="54" y="86"/>
                    <a:pt x="54" y="90"/>
                  </a:cubicBezTo>
                  <a:cubicBezTo>
                    <a:pt x="54" y="95"/>
                    <a:pt x="60" y="100"/>
                    <a:pt x="63" y="106"/>
                  </a:cubicBezTo>
                  <a:cubicBezTo>
                    <a:pt x="65" y="111"/>
                    <a:pt x="75" y="118"/>
                    <a:pt x="77" y="125"/>
                  </a:cubicBezTo>
                  <a:cubicBezTo>
                    <a:pt x="79" y="131"/>
                    <a:pt x="88" y="135"/>
                    <a:pt x="92" y="138"/>
                  </a:cubicBezTo>
                  <a:cubicBezTo>
                    <a:pt x="95" y="141"/>
                    <a:pt x="96" y="149"/>
                    <a:pt x="95" y="156"/>
                  </a:cubicBezTo>
                  <a:cubicBezTo>
                    <a:pt x="94" y="163"/>
                    <a:pt x="94" y="175"/>
                    <a:pt x="101" y="185"/>
                  </a:cubicBezTo>
                  <a:cubicBezTo>
                    <a:pt x="107" y="195"/>
                    <a:pt x="93" y="200"/>
                    <a:pt x="88" y="205"/>
                  </a:cubicBezTo>
                  <a:cubicBezTo>
                    <a:pt x="84" y="211"/>
                    <a:pt x="86" y="219"/>
                    <a:pt x="73" y="215"/>
                  </a:cubicBezTo>
                  <a:cubicBezTo>
                    <a:pt x="59" y="212"/>
                    <a:pt x="75" y="226"/>
                    <a:pt x="73" y="231"/>
                  </a:cubicBezTo>
                  <a:cubicBezTo>
                    <a:pt x="70" y="235"/>
                    <a:pt x="53" y="226"/>
                    <a:pt x="53" y="231"/>
                  </a:cubicBezTo>
                  <a:cubicBezTo>
                    <a:pt x="53" y="234"/>
                    <a:pt x="47" y="237"/>
                    <a:pt x="42" y="239"/>
                  </a:cubicBezTo>
                  <a:cubicBezTo>
                    <a:pt x="44" y="242"/>
                    <a:pt x="46" y="243"/>
                    <a:pt x="50" y="245"/>
                  </a:cubicBezTo>
                  <a:cubicBezTo>
                    <a:pt x="54" y="248"/>
                    <a:pt x="44" y="252"/>
                    <a:pt x="45" y="261"/>
                  </a:cubicBezTo>
                  <a:cubicBezTo>
                    <a:pt x="45" y="269"/>
                    <a:pt x="51" y="271"/>
                    <a:pt x="53" y="268"/>
                  </a:cubicBezTo>
                  <a:cubicBezTo>
                    <a:pt x="56" y="264"/>
                    <a:pt x="65" y="257"/>
                    <a:pt x="69" y="255"/>
                  </a:cubicBezTo>
                  <a:cubicBezTo>
                    <a:pt x="73" y="254"/>
                    <a:pt x="69" y="248"/>
                    <a:pt x="74" y="249"/>
                  </a:cubicBezTo>
                  <a:cubicBezTo>
                    <a:pt x="78" y="249"/>
                    <a:pt x="76" y="243"/>
                    <a:pt x="78" y="239"/>
                  </a:cubicBezTo>
                  <a:cubicBezTo>
                    <a:pt x="80" y="236"/>
                    <a:pt x="83" y="237"/>
                    <a:pt x="89" y="237"/>
                  </a:cubicBezTo>
                  <a:cubicBezTo>
                    <a:pt x="95" y="238"/>
                    <a:pt x="104" y="232"/>
                    <a:pt x="113" y="226"/>
                  </a:cubicBezTo>
                  <a:cubicBezTo>
                    <a:pt x="122" y="220"/>
                    <a:pt x="124" y="219"/>
                    <a:pt x="127" y="203"/>
                  </a:cubicBezTo>
                  <a:cubicBezTo>
                    <a:pt x="130" y="186"/>
                    <a:pt x="123" y="167"/>
                    <a:pt x="123" y="162"/>
                  </a:cubicBezTo>
                  <a:cubicBezTo>
                    <a:pt x="123" y="157"/>
                    <a:pt x="111" y="134"/>
                    <a:pt x="106" y="134"/>
                  </a:cubicBezTo>
                  <a:cubicBezTo>
                    <a:pt x="102" y="134"/>
                    <a:pt x="81" y="113"/>
                    <a:pt x="78" y="110"/>
                  </a:cubicBezTo>
                  <a:cubicBezTo>
                    <a:pt x="74" y="107"/>
                    <a:pt x="75" y="101"/>
                    <a:pt x="70" y="96"/>
                  </a:cubicBezTo>
                  <a:cubicBezTo>
                    <a:pt x="65" y="92"/>
                    <a:pt x="64" y="80"/>
                    <a:pt x="65" y="72"/>
                  </a:cubicBezTo>
                  <a:cubicBezTo>
                    <a:pt x="67" y="64"/>
                    <a:pt x="78" y="62"/>
                    <a:pt x="78" y="57"/>
                  </a:cubicBezTo>
                  <a:cubicBezTo>
                    <a:pt x="78" y="52"/>
                    <a:pt x="79" y="47"/>
                    <a:pt x="85" y="47"/>
                  </a:cubicBezTo>
                  <a:cubicBezTo>
                    <a:pt x="90" y="46"/>
                    <a:pt x="96" y="42"/>
                    <a:pt x="99" y="37"/>
                  </a:cubicBezTo>
                  <a:cubicBezTo>
                    <a:pt x="99" y="37"/>
                    <a:pt x="99" y="36"/>
                    <a:pt x="100" y="36"/>
                  </a:cubicBezTo>
                  <a:cubicBezTo>
                    <a:pt x="99" y="34"/>
                    <a:pt x="97" y="33"/>
                    <a:pt x="96" y="3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1" name="Google Shape;281;p31"/>
            <p:cNvSpPr/>
            <p:nvPr/>
          </p:nvSpPr>
          <p:spPr>
            <a:xfrm>
              <a:off x="7024937" y="2967136"/>
              <a:ext cx="138117" cy="95253"/>
            </a:xfrm>
            <a:custGeom>
              <a:avLst/>
              <a:gdLst/>
              <a:ahLst/>
              <a:cxnLst/>
              <a:rect l="l" t="t" r="r" b="b"/>
              <a:pathLst>
                <a:path w="107" h="76" extrusionOk="0">
                  <a:moveTo>
                    <a:pt x="53" y="68"/>
                  </a:moveTo>
                  <a:cubicBezTo>
                    <a:pt x="53" y="63"/>
                    <a:pt x="70" y="72"/>
                    <a:pt x="73" y="68"/>
                  </a:cubicBezTo>
                  <a:cubicBezTo>
                    <a:pt x="75" y="63"/>
                    <a:pt x="59" y="49"/>
                    <a:pt x="73" y="52"/>
                  </a:cubicBezTo>
                  <a:cubicBezTo>
                    <a:pt x="86" y="56"/>
                    <a:pt x="84" y="48"/>
                    <a:pt x="88" y="42"/>
                  </a:cubicBezTo>
                  <a:cubicBezTo>
                    <a:pt x="93" y="37"/>
                    <a:pt x="107" y="32"/>
                    <a:pt x="101" y="22"/>
                  </a:cubicBezTo>
                  <a:cubicBezTo>
                    <a:pt x="96" y="15"/>
                    <a:pt x="95" y="7"/>
                    <a:pt x="95" y="0"/>
                  </a:cubicBezTo>
                  <a:cubicBezTo>
                    <a:pt x="90" y="3"/>
                    <a:pt x="85" y="4"/>
                    <a:pt x="82" y="3"/>
                  </a:cubicBezTo>
                  <a:cubicBezTo>
                    <a:pt x="78" y="1"/>
                    <a:pt x="70" y="0"/>
                    <a:pt x="70" y="6"/>
                  </a:cubicBezTo>
                  <a:cubicBezTo>
                    <a:pt x="70" y="12"/>
                    <a:pt x="64" y="14"/>
                    <a:pt x="65" y="11"/>
                  </a:cubicBezTo>
                  <a:cubicBezTo>
                    <a:pt x="65" y="8"/>
                    <a:pt x="59" y="9"/>
                    <a:pt x="55" y="4"/>
                  </a:cubicBezTo>
                  <a:cubicBezTo>
                    <a:pt x="51" y="0"/>
                    <a:pt x="38" y="6"/>
                    <a:pt x="31" y="3"/>
                  </a:cubicBezTo>
                  <a:cubicBezTo>
                    <a:pt x="24" y="1"/>
                    <a:pt x="13" y="7"/>
                    <a:pt x="7" y="15"/>
                  </a:cubicBezTo>
                  <a:cubicBezTo>
                    <a:pt x="0" y="24"/>
                    <a:pt x="7" y="24"/>
                    <a:pt x="7" y="31"/>
                  </a:cubicBezTo>
                  <a:cubicBezTo>
                    <a:pt x="7" y="39"/>
                    <a:pt x="12" y="39"/>
                    <a:pt x="10" y="45"/>
                  </a:cubicBezTo>
                  <a:cubicBezTo>
                    <a:pt x="10" y="45"/>
                    <a:pt x="10" y="45"/>
                    <a:pt x="10" y="45"/>
                  </a:cubicBezTo>
                  <a:cubicBezTo>
                    <a:pt x="16" y="48"/>
                    <a:pt x="14" y="56"/>
                    <a:pt x="14" y="61"/>
                  </a:cubicBezTo>
                  <a:cubicBezTo>
                    <a:pt x="15" y="66"/>
                    <a:pt x="22" y="63"/>
                    <a:pt x="25" y="63"/>
                  </a:cubicBezTo>
                  <a:cubicBezTo>
                    <a:pt x="29" y="63"/>
                    <a:pt x="23" y="69"/>
                    <a:pt x="26" y="72"/>
                  </a:cubicBezTo>
                  <a:cubicBezTo>
                    <a:pt x="29" y="76"/>
                    <a:pt x="38" y="69"/>
                    <a:pt x="40" y="74"/>
                  </a:cubicBezTo>
                  <a:cubicBezTo>
                    <a:pt x="41" y="75"/>
                    <a:pt x="41" y="76"/>
                    <a:pt x="42" y="76"/>
                  </a:cubicBezTo>
                  <a:cubicBezTo>
                    <a:pt x="47" y="74"/>
                    <a:pt x="53" y="71"/>
                    <a:pt x="53" y="6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2" name="Google Shape;282;p31"/>
            <p:cNvSpPr/>
            <p:nvPr/>
          </p:nvSpPr>
          <p:spPr>
            <a:xfrm>
              <a:off x="6982073" y="2782980"/>
              <a:ext cx="166693" cy="201619"/>
            </a:xfrm>
            <a:custGeom>
              <a:avLst/>
              <a:gdLst/>
              <a:ahLst/>
              <a:cxnLst/>
              <a:rect l="l" t="t" r="r" b="b"/>
              <a:pathLst>
                <a:path w="130" h="160" extrusionOk="0">
                  <a:moveTo>
                    <a:pt x="88" y="73"/>
                  </a:moveTo>
                  <a:cubicBezTo>
                    <a:pt x="88" y="69"/>
                    <a:pt x="66" y="62"/>
                    <a:pt x="69" y="56"/>
                  </a:cubicBezTo>
                  <a:cubicBezTo>
                    <a:pt x="71" y="51"/>
                    <a:pt x="82" y="54"/>
                    <a:pt x="82" y="48"/>
                  </a:cubicBezTo>
                  <a:cubicBezTo>
                    <a:pt x="82" y="43"/>
                    <a:pt x="78" y="43"/>
                    <a:pt x="77" y="35"/>
                  </a:cubicBezTo>
                  <a:cubicBezTo>
                    <a:pt x="75" y="27"/>
                    <a:pt x="68" y="29"/>
                    <a:pt x="64" y="32"/>
                  </a:cubicBezTo>
                  <a:cubicBezTo>
                    <a:pt x="61" y="34"/>
                    <a:pt x="50" y="29"/>
                    <a:pt x="50" y="24"/>
                  </a:cubicBezTo>
                  <a:cubicBezTo>
                    <a:pt x="50" y="18"/>
                    <a:pt x="41" y="15"/>
                    <a:pt x="41" y="11"/>
                  </a:cubicBezTo>
                  <a:cubicBezTo>
                    <a:pt x="41" y="8"/>
                    <a:pt x="37" y="5"/>
                    <a:pt x="34" y="1"/>
                  </a:cubicBezTo>
                  <a:cubicBezTo>
                    <a:pt x="32" y="3"/>
                    <a:pt x="29" y="3"/>
                    <a:pt x="27" y="2"/>
                  </a:cubicBezTo>
                  <a:cubicBezTo>
                    <a:pt x="25" y="0"/>
                    <a:pt x="23" y="9"/>
                    <a:pt x="25" y="11"/>
                  </a:cubicBezTo>
                  <a:cubicBezTo>
                    <a:pt x="27" y="13"/>
                    <a:pt x="29" y="26"/>
                    <a:pt x="24" y="25"/>
                  </a:cubicBezTo>
                  <a:cubicBezTo>
                    <a:pt x="18" y="23"/>
                    <a:pt x="18" y="16"/>
                    <a:pt x="15" y="16"/>
                  </a:cubicBezTo>
                  <a:cubicBezTo>
                    <a:pt x="15" y="16"/>
                    <a:pt x="6" y="27"/>
                    <a:pt x="6" y="31"/>
                  </a:cubicBezTo>
                  <a:cubicBezTo>
                    <a:pt x="6" y="34"/>
                    <a:pt x="2" y="35"/>
                    <a:pt x="0" y="36"/>
                  </a:cubicBezTo>
                  <a:cubicBezTo>
                    <a:pt x="1" y="37"/>
                    <a:pt x="3" y="39"/>
                    <a:pt x="3" y="39"/>
                  </a:cubicBezTo>
                  <a:cubicBezTo>
                    <a:pt x="5" y="42"/>
                    <a:pt x="2" y="48"/>
                    <a:pt x="5" y="53"/>
                  </a:cubicBezTo>
                  <a:cubicBezTo>
                    <a:pt x="7" y="58"/>
                    <a:pt x="14" y="50"/>
                    <a:pt x="17" y="57"/>
                  </a:cubicBezTo>
                  <a:cubicBezTo>
                    <a:pt x="19" y="65"/>
                    <a:pt x="15" y="69"/>
                    <a:pt x="15" y="76"/>
                  </a:cubicBezTo>
                  <a:cubicBezTo>
                    <a:pt x="15" y="84"/>
                    <a:pt x="9" y="83"/>
                    <a:pt x="11" y="90"/>
                  </a:cubicBezTo>
                  <a:cubicBezTo>
                    <a:pt x="12" y="97"/>
                    <a:pt x="20" y="88"/>
                    <a:pt x="26" y="84"/>
                  </a:cubicBezTo>
                  <a:cubicBezTo>
                    <a:pt x="32" y="79"/>
                    <a:pt x="37" y="80"/>
                    <a:pt x="39" y="83"/>
                  </a:cubicBezTo>
                  <a:cubicBezTo>
                    <a:pt x="41" y="86"/>
                    <a:pt x="49" y="84"/>
                    <a:pt x="51" y="80"/>
                  </a:cubicBezTo>
                  <a:cubicBezTo>
                    <a:pt x="52" y="76"/>
                    <a:pt x="63" y="75"/>
                    <a:pt x="67" y="79"/>
                  </a:cubicBezTo>
                  <a:cubicBezTo>
                    <a:pt x="71" y="84"/>
                    <a:pt x="75" y="89"/>
                    <a:pt x="80" y="92"/>
                  </a:cubicBezTo>
                  <a:cubicBezTo>
                    <a:pt x="85" y="95"/>
                    <a:pt x="76" y="112"/>
                    <a:pt x="81" y="113"/>
                  </a:cubicBezTo>
                  <a:cubicBezTo>
                    <a:pt x="87" y="115"/>
                    <a:pt x="94" y="123"/>
                    <a:pt x="93" y="132"/>
                  </a:cubicBezTo>
                  <a:cubicBezTo>
                    <a:pt x="93" y="140"/>
                    <a:pt x="97" y="145"/>
                    <a:pt x="91" y="152"/>
                  </a:cubicBezTo>
                  <a:cubicBezTo>
                    <a:pt x="95" y="154"/>
                    <a:pt x="99" y="154"/>
                    <a:pt x="99" y="157"/>
                  </a:cubicBezTo>
                  <a:cubicBezTo>
                    <a:pt x="98" y="160"/>
                    <a:pt x="104" y="158"/>
                    <a:pt x="104" y="152"/>
                  </a:cubicBezTo>
                  <a:cubicBezTo>
                    <a:pt x="104" y="146"/>
                    <a:pt x="112" y="147"/>
                    <a:pt x="116" y="149"/>
                  </a:cubicBezTo>
                  <a:cubicBezTo>
                    <a:pt x="119" y="150"/>
                    <a:pt x="124" y="149"/>
                    <a:pt x="129" y="146"/>
                  </a:cubicBezTo>
                  <a:cubicBezTo>
                    <a:pt x="129" y="143"/>
                    <a:pt x="129" y="141"/>
                    <a:pt x="129" y="139"/>
                  </a:cubicBezTo>
                  <a:cubicBezTo>
                    <a:pt x="130" y="132"/>
                    <a:pt x="129" y="124"/>
                    <a:pt x="126" y="121"/>
                  </a:cubicBezTo>
                  <a:cubicBezTo>
                    <a:pt x="122" y="118"/>
                    <a:pt x="113" y="114"/>
                    <a:pt x="111" y="108"/>
                  </a:cubicBezTo>
                  <a:cubicBezTo>
                    <a:pt x="109" y="101"/>
                    <a:pt x="99" y="94"/>
                    <a:pt x="97" y="89"/>
                  </a:cubicBezTo>
                  <a:cubicBezTo>
                    <a:pt x="94" y="83"/>
                    <a:pt x="88" y="78"/>
                    <a:pt x="88" y="7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3" name="Google Shape;283;p31"/>
            <p:cNvSpPr/>
            <p:nvPr/>
          </p:nvSpPr>
          <p:spPr>
            <a:xfrm>
              <a:off x="6923333" y="2829019"/>
              <a:ext cx="182569" cy="334974"/>
            </a:xfrm>
            <a:custGeom>
              <a:avLst/>
              <a:gdLst/>
              <a:ahLst/>
              <a:cxnLst/>
              <a:rect l="l" t="t" r="r" b="b"/>
              <a:pathLst>
                <a:path w="143" h="268" extrusionOk="0">
                  <a:moveTo>
                    <a:pt x="87" y="141"/>
                  </a:moveTo>
                  <a:cubicBezTo>
                    <a:pt x="87" y="134"/>
                    <a:pt x="80" y="134"/>
                    <a:pt x="87" y="125"/>
                  </a:cubicBezTo>
                  <a:cubicBezTo>
                    <a:pt x="93" y="117"/>
                    <a:pt x="104" y="111"/>
                    <a:pt x="111" y="113"/>
                  </a:cubicBezTo>
                  <a:cubicBezTo>
                    <a:pt x="118" y="116"/>
                    <a:pt x="131" y="110"/>
                    <a:pt x="135" y="114"/>
                  </a:cubicBezTo>
                  <a:cubicBezTo>
                    <a:pt x="136" y="115"/>
                    <a:pt x="136" y="115"/>
                    <a:pt x="137" y="116"/>
                  </a:cubicBezTo>
                  <a:cubicBezTo>
                    <a:pt x="143" y="109"/>
                    <a:pt x="139" y="104"/>
                    <a:pt x="139" y="96"/>
                  </a:cubicBezTo>
                  <a:cubicBezTo>
                    <a:pt x="140" y="87"/>
                    <a:pt x="133" y="79"/>
                    <a:pt x="127" y="77"/>
                  </a:cubicBezTo>
                  <a:cubicBezTo>
                    <a:pt x="122" y="76"/>
                    <a:pt x="131" y="59"/>
                    <a:pt x="126" y="56"/>
                  </a:cubicBezTo>
                  <a:cubicBezTo>
                    <a:pt x="121" y="53"/>
                    <a:pt x="117" y="48"/>
                    <a:pt x="113" y="43"/>
                  </a:cubicBezTo>
                  <a:cubicBezTo>
                    <a:pt x="109" y="39"/>
                    <a:pt x="98" y="40"/>
                    <a:pt x="97" y="44"/>
                  </a:cubicBezTo>
                  <a:cubicBezTo>
                    <a:pt x="95" y="48"/>
                    <a:pt x="87" y="50"/>
                    <a:pt x="85" y="47"/>
                  </a:cubicBezTo>
                  <a:cubicBezTo>
                    <a:pt x="83" y="44"/>
                    <a:pt x="78" y="43"/>
                    <a:pt x="72" y="48"/>
                  </a:cubicBezTo>
                  <a:cubicBezTo>
                    <a:pt x="66" y="52"/>
                    <a:pt x="58" y="61"/>
                    <a:pt x="57" y="54"/>
                  </a:cubicBezTo>
                  <a:cubicBezTo>
                    <a:pt x="55" y="47"/>
                    <a:pt x="61" y="48"/>
                    <a:pt x="61" y="40"/>
                  </a:cubicBezTo>
                  <a:cubicBezTo>
                    <a:pt x="61" y="33"/>
                    <a:pt x="65" y="29"/>
                    <a:pt x="63" y="21"/>
                  </a:cubicBezTo>
                  <a:cubicBezTo>
                    <a:pt x="60" y="14"/>
                    <a:pt x="53" y="22"/>
                    <a:pt x="51" y="17"/>
                  </a:cubicBezTo>
                  <a:cubicBezTo>
                    <a:pt x="48" y="12"/>
                    <a:pt x="51" y="6"/>
                    <a:pt x="49" y="3"/>
                  </a:cubicBezTo>
                  <a:cubicBezTo>
                    <a:pt x="49" y="3"/>
                    <a:pt x="47" y="1"/>
                    <a:pt x="46" y="0"/>
                  </a:cubicBezTo>
                  <a:cubicBezTo>
                    <a:pt x="44" y="1"/>
                    <a:pt x="43" y="1"/>
                    <a:pt x="43" y="3"/>
                  </a:cubicBezTo>
                  <a:cubicBezTo>
                    <a:pt x="41" y="6"/>
                    <a:pt x="30" y="7"/>
                    <a:pt x="27" y="12"/>
                  </a:cubicBezTo>
                  <a:cubicBezTo>
                    <a:pt x="24" y="16"/>
                    <a:pt x="16" y="16"/>
                    <a:pt x="13" y="16"/>
                  </a:cubicBezTo>
                  <a:cubicBezTo>
                    <a:pt x="11" y="16"/>
                    <a:pt x="4" y="16"/>
                    <a:pt x="4" y="21"/>
                  </a:cubicBezTo>
                  <a:cubicBezTo>
                    <a:pt x="3" y="26"/>
                    <a:pt x="0" y="46"/>
                    <a:pt x="0" y="49"/>
                  </a:cubicBezTo>
                  <a:cubicBezTo>
                    <a:pt x="0" y="53"/>
                    <a:pt x="10" y="64"/>
                    <a:pt x="13" y="65"/>
                  </a:cubicBezTo>
                  <a:cubicBezTo>
                    <a:pt x="17" y="67"/>
                    <a:pt x="13" y="75"/>
                    <a:pt x="17" y="77"/>
                  </a:cubicBezTo>
                  <a:cubicBezTo>
                    <a:pt x="21" y="79"/>
                    <a:pt x="18" y="86"/>
                    <a:pt x="16" y="85"/>
                  </a:cubicBezTo>
                  <a:cubicBezTo>
                    <a:pt x="14" y="85"/>
                    <a:pt x="18" y="94"/>
                    <a:pt x="13" y="98"/>
                  </a:cubicBezTo>
                  <a:cubicBezTo>
                    <a:pt x="9" y="101"/>
                    <a:pt x="13" y="110"/>
                    <a:pt x="20" y="117"/>
                  </a:cubicBezTo>
                  <a:cubicBezTo>
                    <a:pt x="27" y="123"/>
                    <a:pt x="27" y="133"/>
                    <a:pt x="27" y="138"/>
                  </a:cubicBezTo>
                  <a:cubicBezTo>
                    <a:pt x="27" y="144"/>
                    <a:pt x="32" y="145"/>
                    <a:pt x="32" y="152"/>
                  </a:cubicBezTo>
                  <a:cubicBezTo>
                    <a:pt x="32" y="152"/>
                    <a:pt x="24" y="182"/>
                    <a:pt x="17" y="181"/>
                  </a:cubicBezTo>
                  <a:cubicBezTo>
                    <a:pt x="16" y="188"/>
                    <a:pt x="14" y="200"/>
                    <a:pt x="12" y="207"/>
                  </a:cubicBezTo>
                  <a:cubicBezTo>
                    <a:pt x="10" y="215"/>
                    <a:pt x="9" y="222"/>
                    <a:pt x="13" y="222"/>
                  </a:cubicBezTo>
                  <a:cubicBezTo>
                    <a:pt x="18" y="223"/>
                    <a:pt x="27" y="233"/>
                    <a:pt x="36" y="245"/>
                  </a:cubicBezTo>
                  <a:cubicBezTo>
                    <a:pt x="39" y="248"/>
                    <a:pt x="40" y="251"/>
                    <a:pt x="42" y="254"/>
                  </a:cubicBezTo>
                  <a:cubicBezTo>
                    <a:pt x="45" y="253"/>
                    <a:pt x="48" y="254"/>
                    <a:pt x="52" y="254"/>
                  </a:cubicBezTo>
                  <a:cubicBezTo>
                    <a:pt x="59" y="256"/>
                    <a:pt x="61" y="261"/>
                    <a:pt x="61" y="265"/>
                  </a:cubicBezTo>
                  <a:cubicBezTo>
                    <a:pt x="61" y="268"/>
                    <a:pt x="72" y="267"/>
                    <a:pt x="74" y="266"/>
                  </a:cubicBezTo>
                  <a:cubicBezTo>
                    <a:pt x="76" y="266"/>
                    <a:pt x="74" y="261"/>
                    <a:pt x="80" y="259"/>
                  </a:cubicBezTo>
                  <a:cubicBezTo>
                    <a:pt x="76" y="254"/>
                    <a:pt x="67" y="248"/>
                    <a:pt x="60" y="248"/>
                  </a:cubicBezTo>
                  <a:cubicBezTo>
                    <a:pt x="51" y="247"/>
                    <a:pt x="47" y="233"/>
                    <a:pt x="47" y="227"/>
                  </a:cubicBezTo>
                  <a:cubicBezTo>
                    <a:pt x="48" y="221"/>
                    <a:pt x="41" y="216"/>
                    <a:pt x="41" y="211"/>
                  </a:cubicBezTo>
                  <a:cubicBezTo>
                    <a:pt x="41" y="206"/>
                    <a:pt x="36" y="206"/>
                    <a:pt x="30" y="203"/>
                  </a:cubicBezTo>
                  <a:cubicBezTo>
                    <a:pt x="24" y="200"/>
                    <a:pt x="31" y="182"/>
                    <a:pt x="32" y="175"/>
                  </a:cubicBezTo>
                  <a:cubicBezTo>
                    <a:pt x="33" y="167"/>
                    <a:pt x="45" y="145"/>
                    <a:pt x="41" y="139"/>
                  </a:cubicBezTo>
                  <a:cubicBezTo>
                    <a:pt x="38" y="132"/>
                    <a:pt x="54" y="127"/>
                    <a:pt x="56" y="134"/>
                  </a:cubicBezTo>
                  <a:cubicBezTo>
                    <a:pt x="58" y="142"/>
                    <a:pt x="59" y="145"/>
                    <a:pt x="70" y="145"/>
                  </a:cubicBezTo>
                  <a:cubicBezTo>
                    <a:pt x="80" y="144"/>
                    <a:pt x="80" y="152"/>
                    <a:pt x="88" y="155"/>
                  </a:cubicBezTo>
                  <a:cubicBezTo>
                    <a:pt x="89" y="155"/>
                    <a:pt x="89" y="155"/>
                    <a:pt x="90" y="155"/>
                  </a:cubicBezTo>
                  <a:cubicBezTo>
                    <a:pt x="90" y="155"/>
                    <a:pt x="90" y="155"/>
                    <a:pt x="90" y="155"/>
                  </a:cubicBezTo>
                  <a:cubicBezTo>
                    <a:pt x="92" y="149"/>
                    <a:pt x="87" y="149"/>
                    <a:pt x="87" y="14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4" name="Google Shape;284;p31"/>
            <p:cNvSpPr/>
            <p:nvPr/>
          </p:nvSpPr>
          <p:spPr>
            <a:xfrm>
              <a:off x="5515170" y="2548022"/>
              <a:ext cx="477855" cy="373075"/>
            </a:xfrm>
            <a:custGeom>
              <a:avLst/>
              <a:gdLst/>
              <a:ahLst/>
              <a:cxnLst/>
              <a:rect l="l" t="t" r="r" b="b"/>
              <a:pathLst>
                <a:path w="372" h="298" extrusionOk="0">
                  <a:moveTo>
                    <a:pt x="223" y="62"/>
                  </a:moveTo>
                  <a:cubicBezTo>
                    <a:pt x="223" y="62"/>
                    <a:pt x="195" y="59"/>
                    <a:pt x="191" y="59"/>
                  </a:cubicBezTo>
                  <a:cubicBezTo>
                    <a:pt x="187" y="59"/>
                    <a:pt x="177" y="57"/>
                    <a:pt x="170" y="52"/>
                  </a:cubicBezTo>
                  <a:cubicBezTo>
                    <a:pt x="164" y="46"/>
                    <a:pt x="134" y="23"/>
                    <a:pt x="128" y="20"/>
                  </a:cubicBezTo>
                  <a:cubicBezTo>
                    <a:pt x="122" y="18"/>
                    <a:pt x="99" y="1"/>
                    <a:pt x="93" y="0"/>
                  </a:cubicBezTo>
                  <a:cubicBezTo>
                    <a:pt x="87" y="0"/>
                    <a:pt x="86" y="0"/>
                    <a:pt x="78" y="0"/>
                  </a:cubicBezTo>
                  <a:cubicBezTo>
                    <a:pt x="71" y="0"/>
                    <a:pt x="74" y="5"/>
                    <a:pt x="60" y="6"/>
                  </a:cubicBezTo>
                  <a:cubicBezTo>
                    <a:pt x="46" y="6"/>
                    <a:pt x="39" y="16"/>
                    <a:pt x="43" y="17"/>
                  </a:cubicBezTo>
                  <a:cubicBezTo>
                    <a:pt x="47" y="18"/>
                    <a:pt x="60" y="30"/>
                    <a:pt x="56" y="32"/>
                  </a:cubicBezTo>
                  <a:cubicBezTo>
                    <a:pt x="52" y="34"/>
                    <a:pt x="51" y="41"/>
                    <a:pt x="46" y="41"/>
                  </a:cubicBezTo>
                  <a:cubicBezTo>
                    <a:pt x="40" y="41"/>
                    <a:pt x="35" y="41"/>
                    <a:pt x="35" y="45"/>
                  </a:cubicBezTo>
                  <a:cubicBezTo>
                    <a:pt x="35" y="50"/>
                    <a:pt x="27" y="57"/>
                    <a:pt x="21" y="56"/>
                  </a:cubicBezTo>
                  <a:cubicBezTo>
                    <a:pt x="17" y="56"/>
                    <a:pt x="9" y="52"/>
                    <a:pt x="3" y="48"/>
                  </a:cubicBezTo>
                  <a:cubicBezTo>
                    <a:pt x="1" y="53"/>
                    <a:pt x="1" y="53"/>
                    <a:pt x="1" y="53"/>
                  </a:cubicBezTo>
                  <a:cubicBezTo>
                    <a:pt x="1" y="58"/>
                    <a:pt x="1" y="58"/>
                    <a:pt x="1" y="58"/>
                  </a:cubicBezTo>
                  <a:cubicBezTo>
                    <a:pt x="2" y="62"/>
                    <a:pt x="0" y="77"/>
                    <a:pt x="4" y="78"/>
                  </a:cubicBezTo>
                  <a:cubicBezTo>
                    <a:pt x="8" y="79"/>
                    <a:pt x="10" y="86"/>
                    <a:pt x="18" y="96"/>
                  </a:cubicBezTo>
                  <a:cubicBezTo>
                    <a:pt x="26" y="105"/>
                    <a:pt x="43" y="129"/>
                    <a:pt x="43" y="135"/>
                  </a:cubicBezTo>
                  <a:cubicBezTo>
                    <a:pt x="44" y="141"/>
                    <a:pt x="47" y="148"/>
                    <a:pt x="57" y="155"/>
                  </a:cubicBezTo>
                  <a:cubicBezTo>
                    <a:pt x="67" y="162"/>
                    <a:pt x="67" y="170"/>
                    <a:pt x="73" y="175"/>
                  </a:cubicBezTo>
                  <a:cubicBezTo>
                    <a:pt x="78" y="179"/>
                    <a:pt x="77" y="184"/>
                    <a:pt x="77" y="194"/>
                  </a:cubicBezTo>
                  <a:cubicBezTo>
                    <a:pt x="78" y="205"/>
                    <a:pt x="82" y="218"/>
                    <a:pt x="92" y="224"/>
                  </a:cubicBezTo>
                  <a:cubicBezTo>
                    <a:pt x="101" y="230"/>
                    <a:pt x="108" y="236"/>
                    <a:pt x="112" y="247"/>
                  </a:cubicBezTo>
                  <a:cubicBezTo>
                    <a:pt x="117" y="258"/>
                    <a:pt x="122" y="268"/>
                    <a:pt x="128" y="274"/>
                  </a:cubicBezTo>
                  <a:cubicBezTo>
                    <a:pt x="134" y="280"/>
                    <a:pt x="131" y="283"/>
                    <a:pt x="134" y="287"/>
                  </a:cubicBezTo>
                  <a:cubicBezTo>
                    <a:pt x="136" y="290"/>
                    <a:pt x="138" y="294"/>
                    <a:pt x="140" y="298"/>
                  </a:cubicBezTo>
                  <a:cubicBezTo>
                    <a:pt x="145" y="295"/>
                    <a:pt x="148" y="294"/>
                    <a:pt x="148" y="293"/>
                  </a:cubicBezTo>
                  <a:cubicBezTo>
                    <a:pt x="149" y="291"/>
                    <a:pt x="146" y="286"/>
                    <a:pt x="148" y="284"/>
                  </a:cubicBezTo>
                  <a:cubicBezTo>
                    <a:pt x="149" y="282"/>
                    <a:pt x="152" y="278"/>
                    <a:pt x="155" y="277"/>
                  </a:cubicBezTo>
                  <a:cubicBezTo>
                    <a:pt x="158" y="276"/>
                    <a:pt x="162" y="280"/>
                    <a:pt x="168" y="279"/>
                  </a:cubicBezTo>
                  <a:cubicBezTo>
                    <a:pt x="175" y="278"/>
                    <a:pt x="188" y="280"/>
                    <a:pt x="190" y="281"/>
                  </a:cubicBezTo>
                  <a:cubicBezTo>
                    <a:pt x="192" y="283"/>
                    <a:pt x="210" y="282"/>
                    <a:pt x="215" y="285"/>
                  </a:cubicBezTo>
                  <a:cubicBezTo>
                    <a:pt x="219" y="289"/>
                    <a:pt x="224" y="288"/>
                    <a:pt x="227" y="281"/>
                  </a:cubicBezTo>
                  <a:cubicBezTo>
                    <a:pt x="230" y="274"/>
                    <a:pt x="251" y="258"/>
                    <a:pt x="254" y="257"/>
                  </a:cubicBezTo>
                  <a:cubicBezTo>
                    <a:pt x="257" y="255"/>
                    <a:pt x="280" y="257"/>
                    <a:pt x="289" y="255"/>
                  </a:cubicBezTo>
                  <a:cubicBezTo>
                    <a:pt x="298" y="253"/>
                    <a:pt x="357" y="234"/>
                    <a:pt x="360" y="232"/>
                  </a:cubicBezTo>
                  <a:cubicBezTo>
                    <a:pt x="362" y="230"/>
                    <a:pt x="372" y="198"/>
                    <a:pt x="372" y="195"/>
                  </a:cubicBezTo>
                  <a:cubicBezTo>
                    <a:pt x="372" y="191"/>
                    <a:pt x="367" y="182"/>
                    <a:pt x="363" y="182"/>
                  </a:cubicBezTo>
                  <a:cubicBezTo>
                    <a:pt x="358" y="183"/>
                    <a:pt x="321" y="179"/>
                    <a:pt x="319" y="177"/>
                  </a:cubicBezTo>
                  <a:cubicBezTo>
                    <a:pt x="316" y="176"/>
                    <a:pt x="307" y="169"/>
                    <a:pt x="305" y="158"/>
                  </a:cubicBezTo>
                  <a:cubicBezTo>
                    <a:pt x="302" y="156"/>
                    <a:pt x="299" y="151"/>
                    <a:pt x="298" y="147"/>
                  </a:cubicBezTo>
                  <a:cubicBezTo>
                    <a:pt x="294" y="148"/>
                    <a:pt x="287" y="147"/>
                    <a:pt x="283" y="137"/>
                  </a:cubicBezTo>
                  <a:cubicBezTo>
                    <a:pt x="280" y="135"/>
                    <a:pt x="271" y="122"/>
                    <a:pt x="274" y="118"/>
                  </a:cubicBezTo>
                  <a:cubicBezTo>
                    <a:pt x="278" y="114"/>
                    <a:pt x="272" y="104"/>
                    <a:pt x="266" y="99"/>
                  </a:cubicBezTo>
                  <a:cubicBezTo>
                    <a:pt x="260" y="94"/>
                    <a:pt x="248" y="84"/>
                    <a:pt x="248" y="78"/>
                  </a:cubicBezTo>
                  <a:cubicBezTo>
                    <a:pt x="248" y="76"/>
                    <a:pt x="247" y="74"/>
                    <a:pt x="246" y="71"/>
                  </a:cubicBezTo>
                  <a:cubicBezTo>
                    <a:pt x="232" y="70"/>
                    <a:pt x="232" y="70"/>
                    <a:pt x="232" y="70"/>
                  </a:cubicBezTo>
                  <a:lnTo>
                    <a:pt x="223" y="62"/>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5" name="Google Shape;285;p31"/>
            <p:cNvSpPr/>
            <p:nvPr/>
          </p:nvSpPr>
          <p:spPr>
            <a:xfrm>
              <a:off x="5908884" y="2717891"/>
              <a:ext cx="180981" cy="200032"/>
            </a:xfrm>
            <a:custGeom>
              <a:avLst/>
              <a:gdLst/>
              <a:ahLst/>
              <a:cxnLst/>
              <a:rect l="l" t="t" r="r" b="b"/>
              <a:pathLst>
                <a:path w="142" h="159" extrusionOk="0">
                  <a:moveTo>
                    <a:pt x="70" y="4"/>
                  </a:moveTo>
                  <a:cubicBezTo>
                    <a:pt x="70" y="17"/>
                    <a:pt x="70" y="17"/>
                    <a:pt x="70" y="17"/>
                  </a:cubicBezTo>
                  <a:cubicBezTo>
                    <a:pt x="59" y="31"/>
                    <a:pt x="59" y="31"/>
                    <a:pt x="59" y="31"/>
                  </a:cubicBezTo>
                  <a:cubicBezTo>
                    <a:pt x="53" y="46"/>
                    <a:pt x="53" y="46"/>
                    <a:pt x="53" y="46"/>
                  </a:cubicBezTo>
                  <a:cubicBezTo>
                    <a:pt x="55" y="46"/>
                    <a:pt x="56" y="46"/>
                    <a:pt x="57" y="46"/>
                  </a:cubicBezTo>
                  <a:cubicBezTo>
                    <a:pt x="61" y="46"/>
                    <a:pt x="66" y="55"/>
                    <a:pt x="66" y="59"/>
                  </a:cubicBezTo>
                  <a:cubicBezTo>
                    <a:pt x="66" y="62"/>
                    <a:pt x="56" y="94"/>
                    <a:pt x="54" y="96"/>
                  </a:cubicBezTo>
                  <a:cubicBezTo>
                    <a:pt x="52" y="97"/>
                    <a:pt x="21" y="108"/>
                    <a:pt x="0" y="114"/>
                  </a:cubicBezTo>
                  <a:cubicBezTo>
                    <a:pt x="4" y="123"/>
                    <a:pt x="13" y="142"/>
                    <a:pt x="21" y="159"/>
                  </a:cubicBezTo>
                  <a:cubicBezTo>
                    <a:pt x="23" y="158"/>
                    <a:pt x="24" y="157"/>
                    <a:pt x="26" y="156"/>
                  </a:cubicBezTo>
                  <a:cubicBezTo>
                    <a:pt x="36" y="151"/>
                    <a:pt x="47" y="154"/>
                    <a:pt x="55" y="151"/>
                  </a:cubicBezTo>
                  <a:cubicBezTo>
                    <a:pt x="62" y="149"/>
                    <a:pt x="55" y="143"/>
                    <a:pt x="61" y="138"/>
                  </a:cubicBezTo>
                  <a:cubicBezTo>
                    <a:pt x="68" y="132"/>
                    <a:pt x="77" y="136"/>
                    <a:pt x="81" y="134"/>
                  </a:cubicBezTo>
                  <a:cubicBezTo>
                    <a:pt x="84" y="133"/>
                    <a:pt x="86" y="121"/>
                    <a:pt x="92" y="118"/>
                  </a:cubicBezTo>
                  <a:cubicBezTo>
                    <a:pt x="98" y="116"/>
                    <a:pt x="104" y="118"/>
                    <a:pt x="103" y="113"/>
                  </a:cubicBezTo>
                  <a:cubicBezTo>
                    <a:pt x="103" y="108"/>
                    <a:pt x="104" y="90"/>
                    <a:pt x="109" y="89"/>
                  </a:cubicBezTo>
                  <a:cubicBezTo>
                    <a:pt x="115" y="88"/>
                    <a:pt x="123" y="82"/>
                    <a:pt x="124" y="79"/>
                  </a:cubicBezTo>
                  <a:cubicBezTo>
                    <a:pt x="124" y="76"/>
                    <a:pt x="135" y="64"/>
                    <a:pt x="138" y="58"/>
                  </a:cubicBezTo>
                  <a:cubicBezTo>
                    <a:pt x="142" y="53"/>
                    <a:pt x="142" y="49"/>
                    <a:pt x="137" y="49"/>
                  </a:cubicBezTo>
                  <a:cubicBezTo>
                    <a:pt x="132" y="48"/>
                    <a:pt x="124" y="34"/>
                    <a:pt x="122" y="30"/>
                  </a:cubicBezTo>
                  <a:cubicBezTo>
                    <a:pt x="120" y="26"/>
                    <a:pt x="105" y="29"/>
                    <a:pt x="93" y="19"/>
                  </a:cubicBezTo>
                  <a:cubicBezTo>
                    <a:pt x="88" y="15"/>
                    <a:pt x="85" y="8"/>
                    <a:pt x="83" y="0"/>
                  </a:cubicBezTo>
                  <a:cubicBezTo>
                    <a:pt x="77" y="4"/>
                    <a:pt x="77" y="4"/>
                    <a:pt x="77" y="4"/>
                  </a:cubicBezTo>
                  <a:lnTo>
                    <a:pt x="70" y="4"/>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6" name="Google Shape;286;p31"/>
            <p:cNvSpPr/>
            <p:nvPr/>
          </p:nvSpPr>
          <p:spPr>
            <a:xfrm>
              <a:off x="5878721" y="2694077"/>
              <a:ext cx="26988" cy="39689"/>
            </a:xfrm>
            <a:custGeom>
              <a:avLst/>
              <a:gdLst/>
              <a:ahLst/>
              <a:cxnLst/>
              <a:rect l="l" t="t" r="r" b="b"/>
              <a:pathLst>
                <a:path w="21" h="31" extrusionOk="0">
                  <a:moveTo>
                    <a:pt x="15" y="30"/>
                  </a:moveTo>
                  <a:cubicBezTo>
                    <a:pt x="14" y="28"/>
                    <a:pt x="14" y="27"/>
                    <a:pt x="15" y="25"/>
                  </a:cubicBezTo>
                  <a:cubicBezTo>
                    <a:pt x="19" y="19"/>
                    <a:pt x="21" y="5"/>
                    <a:pt x="13" y="3"/>
                  </a:cubicBezTo>
                  <a:cubicBezTo>
                    <a:pt x="6" y="0"/>
                    <a:pt x="1" y="16"/>
                    <a:pt x="1" y="20"/>
                  </a:cubicBezTo>
                  <a:cubicBezTo>
                    <a:pt x="1" y="20"/>
                    <a:pt x="1" y="20"/>
                    <a:pt x="0" y="20"/>
                  </a:cubicBezTo>
                  <a:cubicBezTo>
                    <a:pt x="4" y="30"/>
                    <a:pt x="11" y="31"/>
                    <a:pt x="15" y="3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7" name="Google Shape;287;p31"/>
            <p:cNvSpPr/>
            <p:nvPr/>
          </p:nvSpPr>
          <p:spPr>
            <a:xfrm>
              <a:off x="5907297" y="2690902"/>
              <a:ext cx="107954" cy="85728"/>
            </a:xfrm>
            <a:custGeom>
              <a:avLst/>
              <a:gdLst/>
              <a:ahLst/>
              <a:cxnLst/>
              <a:rect l="l" t="t" r="r" b="b"/>
              <a:pathLst>
                <a:path w="84" h="68" extrusionOk="0">
                  <a:moveTo>
                    <a:pt x="14" y="63"/>
                  </a:moveTo>
                  <a:cubicBezTo>
                    <a:pt x="16" y="65"/>
                    <a:pt x="44" y="68"/>
                    <a:pt x="54" y="68"/>
                  </a:cubicBezTo>
                  <a:cubicBezTo>
                    <a:pt x="60" y="53"/>
                    <a:pt x="60" y="53"/>
                    <a:pt x="60" y="53"/>
                  </a:cubicBezTo>
                  <a:cubicBezTo>
                    <a:pt x="71" y="39"/>
                    <a:pt x="71" y="39"/>
                    <a:pt x="71" y="39"/>
                  </a:cubicBezTo>
                  <a:cubicBezTo>
                    <a:pt x="71" y="26"/>
                    <a:pt x="71" y="26"/>
                    <a:pt x="71" y="26"/>
                  </a:cubicBezTo>
                  <a:cubicBezTo>
                    <a:pt x="78" y="26"/>
                    <a:pt x="78" y="26"/>
                    <a:pt x="78" y="26"/>
                  </a:cubicBezTo>
                  <a:cubicBezTo>
                    <a:pt x="84" y="22"/>
                    <a:pt x="84" y="22"/>
                    <a:pt x="84" y="22"/>
                  </a:cubicBezTo>
                  <a:cubicBezTo>
                    <a:pt x="82" y="12"/>
                    <a:pt x="81" y="1"/>
                    <a:pt x="79" y="1"/>
                  </a:cubicBezTo>
                  <a:cubicBezTo>
                    <a:pt x="76" y="0"/>
                    <a:pt x="63" y="14"/>
                    <a:pt x="58" y="24"/>
                  </a:cubicBezTo>
                  <a:cubicBezTo>
                    <a:pt x="53" y="34"/>
                    <a:pt x="38" y="42"/>
                    <a:pt x="25" y="40"/>
                  </a:cubicBezTo>
                  <a:cubicBezTo>
                    <a:pt x="12" y="38"/>
                    <a:pt x="7" y="43"/>
                    <a:pt x="4" y="45"/>
                  </a:cubicBezTo>
                  <a:cubicBezTo>
                    <a:pt x="3" y="46"/>
                    <a:pt x="2" y="46"/>
                    <a:pt x="0" y="44"/>
                  </a:cubicBezTo>
                  <a:cubicBezTo>
                    <a:pt x="2" y="55"/>
                    <a:pt x="11" y="62"/>
                    <a:pt x="14" y="6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8" name="Google Shape;288;p31"/>
            <p:cNvSpPr/>
            <p:nvPr/>
          </p:nvSpPr>
          <p:spPr>
            <a:xfrm>
              <a:off x="6977310" y="3143355"/>
              <a:ext cx="438166" cy="133354"/>
            </a:xfrm>
            <a:custGeom>
              <a:avLst/>
              <a:gdLst/>
              <a:ahLst/>
              <a:cxnLst/>
              <a:rect l="l" t="t" r="r" b="b"/>
              <a:pathLst>
                <a:path w="342" h="107" extrusionOk="0">
                  <a:moveTo>
                    <a:pt x="61" y="38"/>
                  </a:moveTo>
                  <a:cubicBezTo>
                    <a:pt x="62" y="26"/>
                    <a:pt x="51" y="28"/>
                    <a:pt x="48" y="19"/>
                  </a:cubicBezTo>
                  <a:cubicBezTo>
                    <a:pt x="45" y="11"/>
                    <a:pt x="41" y="16"/>
                    <a:pt x="39" y="11"/>
                  </a:cubicBezTo>
                  <a:cubicBezTo>
                    <a:pt x="39" y="10"/>
                    <a:pt x="39" y="9"/>
                    <a:pt x="38" y="8"/>
                  </a:cubicBezTo>
                  <a:cubicBezTo>
                    <a:pt x="32" y="10"/>
                    <a:pt x="34" y="15"/>
                    <a:pt x="32" y="15"/>
                  </a:cubicBezTo>
                  <a:cubicBezTo>
                    <a:pt x="30" y="16"/>
                    <a:pt x="19" y="17"/>
                    <a:pt x="19" y="14"/>
                  </a:cubicBezTo>
                  <a:cubicBezTo>
                    <a:pt x="19" y="10"/>
                    <a:pt x="17" y="5"/>
                    <a:pt x="10" y="3"/>
                  </a:cubicBezTo>
                  <a:cubicBezTo>
                    <a:pt x="6" y="3"/>
                    <a:pt x="3" y="2"/>
                    <a:pt x="0" y="3"/>
                  </a:cubicBezTo>
                  <a:cubicBezTo>
                    <a:pt x="4" y="12"/>
                    <a:pt x="4" y="22"/>
                    <a:pt x="5" y="30"/>
                  </a:cubicBezTo>
                  <a:cubicBezTo>
                    <a:pt x="5" y="40"/>
                    <a:pt x="20" y="57"/>
                    <a:pt x="23" y="64"/>
                  </a:cubicBezTo>
                  <a:cubicBezTo>
                    <a:pt x="25" y="70"/>
                    <a:pt x="29" y="72"/>
                    <a:pt x="40" y="80"/>
                  </a:cubicBezTo>
                  <a:cubicBezTo>
                    <a:pt x="50" y="87"/>
                    <a:pt x="70" y="99"/>
                    <a:pt x="73" y="97"/>
                  </a:cubicBezTo>
                  <a:cubicBezTo>
                    <a:pt x="77" y="95"/>
                    <a:pt x="67" y="78"/>
                    <a:pt x="62" y="72"/>
                  </a:cubicBezTo>
                  <a:cubicBezTo>
                    <a:pt x="56" y="66"/>
                    <a:pt x="61" y="50"/>
                    <a:pt x="61" y="38"/>
                  </a:cubicBezTo>
                  <a:close/>
                  <a:moveTo>
                    <a:pt x="328" y="18"/>
                  </a:moveTo>
                  <a:cubicBezTo>
                    <a:pt x="324" y="19"/>
                    <a:pt x="313" y="18"/>
                    <a:pt x="313" y="14"/>
                  </a:cubicBezTo>
                  <a:cubicBezTo>
                    <a:pt x="313" y="9"/>
                    <a:pt x="303" y="0"/>
                    <a:pt x="296" y="0"/>
                  </a:cubicBezTo>
                  <a:cubicBezTo>
                    <a:pt x="290" y="0"/>
                    <a:pt x="283" y="13"/>
                    <a:pt x="282" y="18"/>
                  </a:cubicBezTo>
                  <a:cubicBezTo>
                    <a:pt x="282" y="23"/>
                    <a:pt x="272" y="23"/>
                    <a:pt x="273" y="30"/>
                  </a:cubicBezTo>
                  <a:cubicBezTo>
                    <a:pt x="273" y="33"/>
                    <a:pt x="271" y="34"/>
                    <a:pt x="269" y="35"/>
                  </a:cubicBezTo>
                  <a:cubicBezTo>
                    <a:pt x="271" y="41"/>
                    <a:pt x="272" y="46"/>
                    <a:pt x="269" y="45"/>
                  </a:cubicBezTo>
                  <a:cubicBezTo>
                    <a:pt x="265" y="44"/>
                    <a:pt x="264" y="49"/>
                    <a:pt x="258" y="49"/>
                  </a:cubicBezTo>
                  <a:cubicBezTo>
                    <a:pt x="256" y="49"/>
                    <a:pt x="252" y="44"/>
                    <a:pt x="248" y="37"/>
                  </a:cubicBezTo>
                  <a:cubicBezTo>
                    <a:pt x="248" y="37"/>
                    <a:pt x="248" y="37"/>
                    <a:pt x="248" y="37"/>
                  </a:cubicBezTo>
                  <a:cubicBezTo>
                    <a:pt x="244" y="37"/>
                    <a:pt x="234" y="51"/>
                    <a:pt x="232" y="61"/>
                  </a:cubicBezTo>
                  <a:cubicBezTo>
                    <a:pt x="230" y="71"/>
                    <a:pt x="221" y="68"/>
                    <a:pt x="207" y="69"/>
                  </a:cubicBezTo>
                  <a:cubicBezTo>
                    <a:pt x="193" y="70"/>
                    <a:pt x="198" y="85"/>
                    <a:pt x="195" y="91"/>
                  </a:cubicBezTo>
                  <a:cubicBezTo>
                    <a:pt x="192" y="98"/>
                    <a:pt x="177" y="86"/>
                    <a:pt x="169" y="85"/>
                  </a:cubicBezTo>
                  <a:cubicBezTo>
                    <a:pt x="170" y="90"/>
                    <a:pt x="172" y="96"/>
                    <a:pt x="174" y="96"/>
                  </a:cubicBezTo>
                  <a:cubicBezTo>
                    <a:pt x="179" y="96"/>
                    <a:pt x="185" y="107"/>
                    <a:pt x="189" y="103"/>
                  </a:cubicBezTo>
                  <a:cubicBezTo>
                    <a:pt x="193" y="100"/>
                    <a:pt x="206" y="103"/>
                    <a:pt x="212" y="101"/>
                  </a:cubicBezTo>
                  <a:cubicBezTo>
                    <a:pt x="218" y="99"/>
                    <a:pt x="219" y="94"/>
                    <a:pt x="230" y="94"/>
                  </a:cubicBezTo>
                  <a:cubicBezTo>
                    <a:pt x="240" y="94"/>
                    <a:pt x="236" y="102"/>
                    <a:pt x="246" y="97"/>
                  </a:cubicBezTo>
                  <a:cubicBezTo>
                    <a:pt x="257" y="92"/>
                    <a:pt x="263" y="96"/>
                    <a:pt x="262" y="87"/>
                  </a:cubicBezTo>
                  <a:cubicBezTo>
                    <a:pt x="261" y="77"/>
                    <a:pt x="268" y="77"/>
                    <a:pt x="267" y="70"/>
                  </a:cubicBezTo>
                  <a:cubicBezTo>
                    <a:pt x="266" y="63"/>
                    <a:pt x="279" y="68"/>
                    <a:pt x="278" y="54"/>
                  </a:cubicBezTo>
                  <a:cubicBezTo>
                    <a:pt x="277" y="41"/>
                    <a:pt x="296" y="43"/>
                    <a:pt x="305" y="43"/>
                  </a:cubicBezTo>
                  <a:cubicBezTo>
                    <a:pt x="307" y="43"/>
                    <a:pt x="310" y="44"/>
                    <a:pt x="313" y="46"/>
                  </a:cubicBezTo>
                  <a:cubicBezTo>
                    <a:pt x="319" y="43"/>
                    <a:pt x="328" y="39"/>
                    <a:pt x="324" y="35"/>
                  </a:cubicBezTo>
                  <a:cubicBezTo>
                    <a:pt x="319" y="31"/>
                    <a:pt x="338" y="35"/>
                    <a:pt x="340" y="28"/>
                  </a:cubicBezTo>
                  <a:cubicBezTo>
                    <a:pt x="342" y="22"/>
                    <a:pt x="333" y="17"/>
                    <a:pt x="328" y="1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89" name="Google Shape;289;p31"/>
            <p:cNvSpPr/>
            <p:nvPr/>
          </p:nvSpPr>
          <p:spPr>
            <a:xfrm>
              <a:off x="7294821" y="3186219"/>
              <a:ext cx="31751" cy="17463"/>
            </a:xfrm>
            <a:custGeom>
              <a:avLst/>
              <a:gdLst/>
              <a:ahLst/>
              <a:cxnLst/>
              <a:rect l="l" t="t" r="r" b="b"/>
              <a:pathLst>
                <a:path w="24" h="14" extrusionOk="0">
                  <a:moveTo>
                    <a:pt x="10" y="14"/>
                  </a:moveTo>
                  <a:cubicBezTo>
                    <a:pt x="16" y="14"/>
                    <a:pt x="17" y="9"/>
                    <a:pt x="21" y="10"/>
                  </a:cubicBezTo>
                  <a:cubicBezTo>
                    <a:pt x="24" y="11"/>
                    <a:pt x="23" y="6"/>
                    <a:pt x="21" y="0"/>
                  </a:cubicBezTo>
                  <a:cubicBezTo>
                    <a:pt x="17" y="1"/>
                    <a:pt x="12" y="1"/>
                    <a:pt x="12" y="4"/>
                  </a:cubicBezTo>
                  <a:cubicBezTo>
                    <a:pt x="12" y="8"/>
                    <a:pt x="5" y="2"/>
                    <a:pt x="0" y="2"/>
                  </a:cubicBezTo>
                  <a:cubicBezTo>
                    <a:pt x="4" y="9"/>
                    <a:pt x="8" y="14"/>
                    <a:pt x="10" y="1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0" name="Google Shape;290;p31"/>
            <p:cNvSpPr/>
            <p:nvPr/>
          </p:nvSpPr>
          <p:spPr>
            <a:xfrm>
              <a:off x="5610424" y="2413080"/>
              <a:ext cx="222258" cy="211145"/>
            </a:xfrm>
            <a:custGeom>
              <a:avLst/>
              <a:gdLst/>
              <a:ahLst/>
              <a:cxnLst/>
              <a:rect l="l" t="t" r="r" b="b"/>
              <a:pathLst>
                <a:path w="173" h="169" extrusionOk="0">
                  <a:moveTo>
                    <a:pt x="145" y="153"/>
                  </a:moveTo>
                  <a:cubicBezTo>
                    <a:pt x="147" y="151"/>
                    <a:pt x="148" y="148"/>
                    <a:pt x="153" y="147"/>
                  </a:cubicBezTo>
                  <a:cubicBezTo>
                    <a:pt x="157" y="146"/>
                    <a:pt x="160" y="149"/>
                    <a:pt x="165" y="153"/>
                  </a:cubicBezTo>
                  <a:cubicBezTo>
                    <a:pt x="167" y="152"/>
                    <a:pt x="170" y="150"/>
                    <a:pt x="173" y="149"/>
                  </a:cubicBezTo>
                  <a:cubicBezTo>
                    <a:pt x="168" y="144"/>
                    <a:pt x="162" y="139"/>
                    <a:pt x="163" y="135"/>
                  </a:cubicBezTo>
                  <a:cubicBezTo>
                    <a:pt x="163" y="130"/>
                    <a:pt x="157" y="127"/>
                    <a:pt x="156" y="124"/>
                  </a:cubicBezTo>
                  <a:cubicBezTo>
                    <a:pt x="156" y="120"/>
                    <a:pt x="160" y="114"/>
                    <a:pt x="158" y="112"/>
                  </a:cubicBezTo>
                  <a:cubicBezTo>
                    <a:pt x="155" y="109"/>
                    <a:pt x="154" y="102"/>
                    <a:pt x="149" y="101"/>
                  </a:cubicBezTo>
                  <a:cubicBezTo>
                    <a:pt x="144" y="101"/>
                    <a:pt x="129" y="93"/>
                    <a:pt x="130" y="88"/>
                  </a:cubicBezTo>
                  <a:cubicBezTo>
                    <a:pt x="131" y="83"/>
                    <a:pt x="124" y="80"/>
                    <a:pt x="121" y="78"/>
                  </a:cubicBezTo>
                  <a:cubicBezTo>
                    <a:pt x="119" y="77"/>
                    <a:pt x="116" y="64"/>
                    <a:pt x="119" y="62"/>
                  </a:cubicBezTo>
                  <a:cubicBezTo>
                    <a:pt x="123" y="60"/>
                    <a:pt x="122" y="48"/>
                    <a:pt x="126" y="48"/>
                  </a:cubicBezTo>
                  <a:cubicBezTo>
                    <a:pt x="131" y="48"/>
                    <a:pt x="127" y="42"/>
                    <a:pt x="128" y="38"/>
                  </a:cubicBezTo>
                  <a:cubicBezTo>
                    <a:pt x="130" y="34"/>
                    <a:pt x="125" y="32"/>
                    <a:pt x="121" y="32"/>
                  </a:cubicBezTo>
                  <a:cubicBezTo>
                    <a:pt x="118" y="32"/>
                    <a:pt x="112" y="26"/>
                    <a:pt x="112" y="21"/>
                  </a:cubicBezTo>
                  <a:cubicBezTo>
                    <a:pt x="112" y="16"/>
                    <a:pt x="105" y="9"/>
                    <a:pt x="105" y="7"/>
                  </a:cubicBezTo>
                  <a:cubicBezTo>
                    <a:pt x="104" y="16"/>
                    <a:pt x="91" y="2"/>
                    <a:pt x="87" y="4"/>
                  </a:cubicBezTo>
                  <a:cubicBezTo>
                    <a:pt x="83" y="6"/>
                    <a:pt x="80" y="0"/>
                    <a:pt x="71" y="1"/>
                  </a:cubicBezTo>
                  <a:cubicBezTo>
                    <a:pt x="66" y="2"/>
                    <a:pt x="66" y="5"/>
                    <a:pt x="63" y="7"/>
                  </a:cubicBezTo>
                  <a:cubicBezTo>
                    <a:pt x="64" y="7"/>
                    <a:pt x="64" y="7"/>
                    <a:pt x="64" y="7"/>
                  </a:cubicBezTo>
                  <a:cubicBezTo>
                    <a:pt x="53" y="15"/>
                    <a:pt x="53" y="15"/>
                    <a:pt x="53" y="15"/>
                  </a:cubicBezTo>
                  <a:cubicBezTo>
                    <a:pt x="53" y="15"/>
                    <a:pt x="44" y="18"/>
                    <a:pt x="42" y="23"/>
                  </a:cubicBezTo>
                  <a:cubicBezTo>
                    <a:pt x="40" y="29"/>
                    <a:pt x="46" y="34"/>
                    <a:pt x="43" y="38"/>
                  </a:cubicBezTo>
                  <a:cubicBezTo>
                    <a:pt x="41" y="41"/>
                    <a:pt x="41" y="49"/>
                    <a:pt x="42" y="52"/>
                  </a:cubicBezTo>
                  <a:cubicBezTo>
                    <a:pt x="43" y="55"/>
                    <a:pt x="38" y="62"/>
                    <a:pt x="38" y="62"/>
                  </a:cubicBezTo>
                  <a:cubicBezTo>
                    <a:pt x="38" y="62"/>
                    <a:pt x="17" y="73"/>
                    <a:pt x="0" y="82"/>
                  </a:cubicBezTo>
                  <a:cubicBezTo>
                    <a:pt x="0" y="85"/>
                    <a:pt x="1" y="89"/>
                    <a:pt x="1" y="91"/>
                  </a:cubicBezTo>
                  <a:cubicBezTo>
                    <a:pt x="2" y="95"/>
                    <a:pt x="4" y="102"/>
                    <a:pt x="5" y="108"/>
                  </a:cubicBezTo>
                  <a:cubicBezTo>
                    <a:pt x="12" y="108"/>
                    <a:pt x="13" y="108"/>
                    <a:pt x="19" y="108"/>
                  </a:cubicBezTo>
                  <a:cubicBezTo>
                    <a:pt x="25" y="109"/>
                    <a:pt x="48" y="126"/>
                    <a:pt x="54" y="128"/>
                  </a:cubicBezTo>
                  <a:cubicBezTo>
                    <a:pt x="60" y="131"/>
                    <a:pt x="90" y="154"/>
                    <a:pt x="96" y="160"/>
                  </a:cubicBezTo>
                  <a:cubicBezTo>
                    <a:pt x="103" y="165"/>
                    <a:pt x="113" y="167"/>
                    <a:pt x="117" y="167"/>
                  </a:cubicBezTo>
                  <a:cubicBezTo>
                    <a:pt x="120" y="167"/>
                    <a:pt x="130" y="168"/>
                    <a:pt x="138" y="169"/>
                  </a:cubicBezTo>
                  <a:cubicBezTo>
                    <a:pt x="140" y="163"/>
                    <a:pt x="144" y="155"/>
                    <a:pt x="145" y="15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1" name="Google Shape;291;p31"/>
            <p:cNvSpPr/>
            <p:nvPr/>
          </p:nvSpPr>
          <p:spPr>
            <a:xfrm>
              <a:off x="6004138" y="2198761"/>
              <a:ext cx="400064" cy="228608"/>
            </a:xfrm>
            <a:custGeom>
              <a:avLst/>
              <a:gdLst/>
              <a:ahLst/>
              <a:cxnLst/>
              <a:rect l="l" t="t" r="r" b="b"/>
              <a:pathLst>
                <a:path w="312" h="182" extrusionOk="0">
                  <a:moveTo>
                    <a:pt x="303" y="102"/>
                  </a:moveTo>
                  <a:cubicBezTo>
                    <a:pt x="295" y="95"/>
                    <a:pt x="280" y="87"/>
                    <a:pt x="279" y="91"/>
                  </a:cubicBezTo>
                  <a:cubicBezTo>
                    <a:pt x="278" y="95"/>
                    <a:pt x="268" y="96"/>
                    <a:pt x="265" y="92"/>
                  </a:cubicBezTo>
                  <a:cubicBezTo>
                    <a:pt x="262" y="88"/>
                    <a:pt x="259" y="83"/>
                    <a:pt x="248" y="87"/>
                  </a:cubicBezTo>
                  <a:cubicBezTo>
                    <a:pt x="238" y="91"/>
                    <a:pt x="231" y="97"/>
                    <a:pt x="230" y="101"/>
                  </a:cubicBezTo>
                  <a:cubicBezTo>
                    <a:pt x="230" y="105"/>
                    <a:pt x="223" y="109"/>
                    <a:pt x="222" y="104"/>
                  </a:cubicBezTo>
                  <a:cubicBezTo>
                    <a:pt x="221" y="98"/>
                    <a:pt x="213" y="96"/>
                    <a:pt x="207" y="95"/>
                  </a:cubicBezTo>
                  <a:cubicBezTo>
                    <a:pt x="202" y="93"/>
                    <a:pt x="193" y="96"/>
                    <a:pt x="192" y="91"/>
                  </a:cubicBezTo>
                  <a:cubicBezTo>
                    <a:pt x="191" y="85"/>
                    <a:pt x="183" y="79"/>
                    <a:pt x="182" y="72"/>
                  </a:cubicBezTo>
                  <a:cubicBezTo>
                    <a:pt x="181" y="66"/>
                    <a:pt x="184" y="57"/>
                    <a:pt x="178" y="56"/>
                  </a:cubicBezTo>
                  <a:cubicBezTo>
                    <a:pt x="172" y="54"/>
                    <a:pt x="169" y="45"/>
                    <a:pt x="164" y="45"/>
                  </a:cubicBezTo>
                  <a:cubicBezTo>
                    <a:pt x="159" y="45"/>
                    <a:pt x="132" y="45"/>
                    <a:pt x="129" y="44"/>
                  </a:cubicBezTo>
                  <a:cubicBezTo>
                    <a:pt x="125" y="42"/>
                    <a:pt x="107" y="49"/>
                    <a:pt x="106" y="45"/>
                  </a:cubicBezTo>
                  <a:cubicBezTo>
                    <a:pt x="104" y="42"/>
                    <a:pt x="92" y="28"/>
                    <a:pt x="85" y="23"/>
                  </a:cubicBezTo>
                  <a:cubicBezTo>
                    <a:pt x="84" y="26"/>
                    <a:pt x="83" y="28"/>
                    <a:pt x="80" y="30"/>
                  </a:cubicBezTo>
                  <a:cubicBezTo>
                    <a:pt x="67" y="40"/>
                    <a:pt x="54" y="38"/>
                    <a:pt x="58" y="27"/>
                  </a:cubicBezTo>
                  <a:cubicBezTo>
                    <a:pt x="62" y="15"/>
                    <a:pt x="63" y="2"/>
                    <a:pt x="56" y="2"/>
                  </a:cubicBezTo>
                  <a:cubicBezTo>
                    <a:pt x="49" y="2"/>
                    <a:pt x="54" y="26"/>
                    <a:pt x="49" y="27"/>
                  </a:cubicBezTo>
                  <a:cubicBezTo>
                    <a:pt x="44" y="29"/>
                    <a:pt x="43" y="10"/>
                    <a:pt x="46" y="0"/>
                  </a:cubicBezTo>
                  <a:cubicBezTo>
                    <a:pt x="2" y="12"/>
                    <a:pt x="2" y="12"/>
                    <a:pt x="2" y="12"/>
                  </a:cubicBezTo>
                  <a:cubicBezTo>
                    <a:pt x="0" y="90"/>
                    <a:pt x="0" y="90"/>
                    <a:pt x="0" y="90"/>
                  </a:cubicBezTo>
                  <a:cubicBezTo>
                    <a:pt x="0" y="90"/>
                    <a:pt x="0" y="90"/>
                    <a:pt x="0" y="90"/>
                  </a:cubicBezTo>
                  <a:cubicBezTo>
                    <a:pt x="4" y="92"/>
                    <a:pt x="9" y="93"/>
                    <a:pt x="12" y="93"/>
                  </a:cubicBezTo>
                  <a:cubicBezTo>
                    <a:pt x="19" y="93"/>
                    <a:pt x="18" y="88"/>
                    <a:pt x="18" y="85"/>
                  </a:cubicBezTo>
                  <a:cubicBezTo>
                    <a:pt x="18" y="81"/>
                    <a:pt x="25" y="75"/>
                    <a:pt x="31" y="75"/>
                  </a:cubicBezTo>
                  <a:cubicBezTo>
                    <a:pt x="36" y="76"/>
                    <a:pt x="35" y="68"/>
                    <a:pt x="37" y="68"/>
                  </a:cubicBezTo>
                  <a:cubicBezTo>
                    <a:pt x="39" y="68"/>
                    <a:pt x="43" y="67"/>
                    <a:pt x="44" y="65"/>
                  </a:cubicBezTo>
                  <a:cubicBezTo>
                    <a:pt x="46" y="62"/>
                    <a:pt x="54" y="65"/>
                    <a:pt x="57" y="68"/>
                  </a:cubicBezTo>
                  <a:cubicBezTo>
                    <a:pt x="59" y="70"/>
                    <a:pt x="66" y="72"/>
                    <a:pt x="70" y="73"/>
                  </a:cubicBezTo>
                  <a:cubicBezTo>
                    <a:pt x="75" y="74"/>
                    <a:pt x="77" y="88"/>
                    <a:pt x="77" y="91"/>
                  </a:cubicBezTo>
                  <a:cubicBezTo>
                    <a:pt x="77" y="94"/>
                    <a:pt x="99" y="94"/>
                    <a:pt x="103" y="94"/>
                  </a:cubicBezTo>
                  <a:cubicBezTo>
                    <a:pt x="106" y="95"/>
                    <a:pt x="106" y="101"/>
                    <a:pt x="110" y="106"/>
                  </a:cubicBezTo>
                  <a:cubicBezTo>
                    <a:pt x="114" y="111"/>
                    <a:pt x="116" y="117"/>
                    <a:pt x="118" y="121"/>
                  </a:cubicBezTo>
                  <a:cubicBezTo>
                    <a:pt x="119" y="124"/>
                    <a:pt x="132" y="129"/>
                    <a:pt x="136" y="134"/>
                  </a:cubicBezTo>
                  <a:cubicBezTo>
                    <a:pt x="139" y="138"/>
                    <a:pt x="149" y="143"/>
                    <a:pt x="156" y="146"/>
                  </a:cubicBezTo>
                  <a:cubicBezTo>
                    <a:pt x="163" y="148"/>
                    <a:pt x="170" y="158"/>
                    <a:pt x="174" y="158"/>
                  </a:cubicBezTo>
                  <a:cubicBezTo>
                    <a:pt x="178" y="157"/>
                    <a:pt x="190" y="163"/>
                    <a:pt x="190" y="163"/>
                  </a:cubicBezTo>
                  <a:cubicBezTo>
                    <a:pt x="191" y="174"/>
                    <a:pt x="191" y="174"/>
                    <a:pt x="191" y="174"/>
                  </a:cubicBezTo>
                  <a:cubicBezTo>
                    <a:pt x="192" y="174"/>
                    <a:pt x="192" y="174"/>
                    <a:pt x="193" y="174"/>
                  </a:cubicBezTo>
                  <a:cubicBezTo>
                    <a:pt x="199" y="172"/>
                    <a:pt x="202" y="179"/>
                    <a:pt x="207" y="179"/>
                  </a:cubicBezTo>
                  <a:cubicBezTo>
                    <a:pt x="209" y="179"/>
                    <a:pt x="212" y="181"/>
                    <a:pt x="214" y="182"/>
                  </a:cubicBezTo>
                  <a:cubicBezTo>
                    <a:pt x="214" y="172"/>
                    <a:pt x="218" y="167"/>
                    <a:pt x="222" y="164"/>
                  </a:cubicBezTo>
                  <a:cubicBezTo>
                    <a:pt x="226" y="160"/>
                    <a:pt x="218" y="154"/>
                    <a:pt x="219" y="148"/>
                  </a:cubicBezTo>
                  <a:cubicBezTo>
                    <a:pt x="221" y="142"/>
                    <a:pt x="207" y="139"/>
                    <a:pt x="209" y="135"/>
                  </a:cubicBezTo>
                  <a:cubicBezTo>
                    <a:pt x="210" y="130"/>
                    <a:pt x="221" y="130"/>
                    <a:pt x="225" y="128"/>
                  </a:cubicBezTo>
                  <a:cubicBezTo>
                    <a:pt x="230" y="126"/>
                    <a:pt x="226" y="118"/>
                    <a:pt x="231" y="118"/>
                  </a:cubicBezTo>
                  <a:cubicBezTo>
                    <a:pt x="236" y="118"/>
                    <a:pt x="238" y="114"/>
                    <a:pt x="239" y="109"/>
                  </a:cubicBezTo>
                  <a:cubicBezTo>
                    <a:pt x="241" y="104"/>
                    <a:pt x="249" y="109"/>
                    <a:pt x="253" y="106"/>
                  </a:cubicBezTo>
                  <a:cubicBezTo>
                    <a:pt x="257" y="103"/>
                    <a:pt x="263" y="101"/>
                    <a:pt x="265" y="103"/>
                  </a:cubicBezTo>
                  <a:cubicBezTo>
                    <a:pt x="266" y="105"/>
                    <a:pt x="261" y="114"/>
                    <a:pt x="259" y="118"/>
                  </a:cubicBezTo>
                  <a:cubicBezTo>
                    <a:pt x="266" y="118"/>
                    <a:pt x="277" y="116"/>
                    <a:pt x="279" y="114"/>
                  </a:cubicBezTo>
                  <a:cubicBezTo>
                    <a:pt x="282" y="111"/>
                    <a:pt x="292" y="118"/>
                    <a:pt x="296" y="111"/>
                  </a:cubicBezTo>
                  <a:cubicBezTo>
                    <a:pt x="299" y="104"/>
                    <a:pt x="312" y="109"/>
                    <a:pt x="303" y="10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2" name="Google Shape;292;p31"/>
            <p:cNvSpPr/>
            <p:nvPr/>
          </p:nvSpPr>
          <p:spPr>
            <a:xfrm>
              <a:off x="7652021" y="2200348"/>
              <a:ext cx="387364" cy="379425"/>
            </a:xfrm>
            <a:custGeom>
              <a:avLst/>
              <a:gdLst/>
              <a:ahLst/>
              <a:cxnLst/>
              <a:rect l="l" t="t" r="r" b="b"/>
              <a:pathLst>
                <a:path w="302" h="303" extrusionOk="0">
                  <a:moveTo>
                    <a:pt x="285" y="33"/>
                  </a:moveTo>
                  <a:cubicBezTo>
                    <a:pt x="281" y="29"/>
                    <a:pt x="275" y="36"/>
                    <a:pt x="267" y="38"/>
                  </a:cubicBezTo>
                  <a:cubicBezTo>
                    <a:pt x="260" y="39"/>
                    <a:pt x="235" y="19"/>
                    <a:pt x="229" y="10"/>
                  </a:cubicBezTo>
                  <a:cubicBezTo>
                    <a:pt x="223" y="0"/>
                    <a:pt x="212" y="8"/>
                    <a:pt x="217" y="15"/>
                  </a:cubicBezTo>
                  <a:cubicBezTo>
                    <a:pt x="223" y="22"/>
                    <a:pt x="216" y="24"/>
                    <a:pt x="216" y="33"/>
                  </a:cubicBezTo>
                  <a:cubicBezTo>
                    <a:pt x="216" y="42"/>
                    <a:pt x="210" y="42"/>
                    <a:pt x="211" y="49"/>
                  </a:cubicBezTo>
                  <a:cubicBezTo>
                    <a:pt x="212" y="55"/>
                    <a:pt x="203" y="54"/>
                    <a:pt x="196" y="55"/>
                  </a:cubicBezTo>
                  <a:cubicBezTo>
                    <a:pt x="190" y="56"/>
                    <a:pt x="197" y="62"/>
                    <a:pt x="190" y="65"/>
                  </a:cubicBezTo>
                  <a:cubicBezTo>
                    <a:pt x="182" y="68"/>
                    <a:pt x="183" y="74"/>
                    <a:pt x="187" y="76"/>
                  </a:cubicBezTo>
                  <a:cubicBezTo>
                    <a:pt x="190" y="78"/>
                    <a:pt x="188" y="85"/>
                    <a:pt x="187" y="89"/>
                  </a:cubicBezTo>
                  <a:cubicBezTo>
                    <a:pt x="186" y="94"/>
                    <a:pt x="191" y="90"/>
                    <a:pt x="195" y="86"/>
                  </a:cubicBezTo>
                  <a:cubicBezTo>
                    <a:pt x="200" y="81"/>
                    <a:pt x="204" y="88"/>
                    <a:pt x="205" y="84"/>
                  </a:cubicBezTo>
                  <a:cubicBezTo>
                    <a:pt x="206" y="78"/>
                    <a:pt x="194" y="76"/>
                    <a:pt x="194" y="71"/>
                  </a:cubicBezTo>
                  <a:cubicBezTo>
                    <a:pt x="195" y="65"/>
                    <a:pt x="203" y="72"/>
                    <a:pt x="209" y="69"/>
                  </a:cubicBezTo>
                  <a:cubicBezTo>
                    <a:pt x="215" y="66"/>
                    <a:pt x="228" y="68"/>
                    <a:pt x="236" y="75"/>
                  </a:cubicBezTo>
                  <a:cubicBezTo>
                    <a:pt x="243" y="82"/>
                    <a:pt x="245" y="79"/>
                    <a:pt x="247" y="71"/>
                  </a:cubicBezTo>
                  <a:cubicBezTo>
                    <a:pt x="249" y="63"/>
                    <a:pt x="261" y="59"/>
                    <a:pt x="273" y="59"/>
                  </a:cubicBezTo>
                  <a:cubicBezTo>
                    <a:pt x="285" y="59"/>
                    <a:pt x="286" y="53"/>
                    <a:pt x="282" y="51"/>
                  </a:cubicBezTo>
                  <a:cubicBezTo>
                    <a:pt x="278" y="48"/>
                    <a:pt x="302" y="33"/>
                    <a:pt x="301" y="29"/>
                  </a:cubicBezTo>
                  <a:cubicBezTo>
                    <a:pt x="301" y="25"/>
                    <a:pt x="289" y="38"/>
                    <a:pt x="285" y="33"/>
                  </a:cubicBezTo>
                  <a:close/>
                  <a:moveTo>
                    <a:pt x="189" y="105"/>
                  </a:moveTo>
                  <a:cubicBezTo>
                    <a:pt x="184" y="108"/>
                    <a:pt x="180" y="124"/>
                    <a:pt x="186" y="128"/>
                  </a:cubicBezTo>
                  <a:cubicBezTo>
                    <a:pt x="192" y="133"/>
                    <a:pt x="177" y="142"/>
                    <a:pt x="177" y="152"/>
                  </a:cubicBezTo>
                  <a:cubicBezTo>
                    <a:pt x="178" y="162"/>
                    <a:pt x="168" y="162"/>
                    <a:pt x="166" y="169"/>
                  </a:cubicBezTo>
                  <a:cubicBezTo>
                    <a:pt x="165" y="176"/>
                    <a:pt x="159" y="175"/>
                    <a:pt x="150" y="182"/>
                  </a:cubicBezTo>
                  <a:cubicBezTo>
                    <a:pt x="141" y="188"/>
                    <a:pt x="136" y="181"/>
                    <a:pt x="139" y="176"/>
                  </a:cubicBezTo>
                  <a:cubicBezTo>
                    <a:pt x="141" y="171"/>
                    <a:pt x="125" y="178"/>
                    <a:pt x="126" y="190"/>
                  </a:cubicBezTo>
                  <a:cubicBezTo>
                    <a:pt x="126" y="201"/>
                    <a:pt x="111" y="202"/>
                    <a:pt x="115" y="208"/>
                  </a:cubicBezTo>
                  <a:cubicBezTo>
                    <a:pt x="118" y="213"/>
                    <a:pt x="103" y="216"/>
                    <a:pt x="104" y="211"/>
                  </a:cubicBezTo>
                  <a:cubicBezTo>
                    <a:pt x="104" y="207"/>
                    <a:pt x="94" y="209"/>
                    <a:pt x="82" y="214"/>
                  </a:cubicBezTo>
                  <a:cubicBezTo>
                    <a:pt x="70" y="219"/>
                    <a:pt x="63" y="209"/>
                    <a:pt x="56" y="216"/>
                  </a:cubicBezTo>
                  <a:cubicBezTo>
                    <a:pt x="49" y="222"/>
                    <a:pt x="38" y="234"/>
                    <a:pt x="29" y="236"/>
                  </a:cubicBezTo>
                  <a:cubicBezTo>
                    <a:pt x="20" y="237"/>
                    <a:pt x="25" y="248"/>
                    <a:pt x="29" y="246"/>
                  </a:cubicBezTo>
                  <a:cubicBezTo>
                    <a:pt x="35" y="243"/>
                    <a:pt x="45" y="246"/>
                    <a:pt x="48" y="242"/>
                  </a:cubicBezTo>
                  <a:cubicBezTo>
                    <a:pt x="52" y="237"/>
                    <a:pt x="77" y="231"/>
                    <a:pt x="93" y="231"/>
                  </a:cubicBezTo>
                  <a:cubicBezTo>
                    <a:pt x="108" y="230"/>
                    <a:pt x="99" y="238"/>
                    <a:pt x="100" y="246"/>
                  </a:cubicBezTo>
                  <a:cubicBezTo>
                    <a:pt x="101" y="255"/>
                    <a:pt x="114" y="253"/>
                    <a:pt x="121" y="245"/>
                  </a:cubicBezTo>
                  <a:cubicBezTo>
                    <a:pt x="128" y="237"/>
                    <a:pt x="133" y="238"/>
                    <a:pt x="127" y="233"/>
                  </a:cubicBezTo>
                  <a:cubicBezTo>
                    <a:pt x="121" y="229"/>
                    <a:pt x="128" y="224"/>
                    <a:pt x="132" y="231"/>
                  </a:cubicBezTo>
                  <a:cubicBezTo>
                    <a:pt x="136" y="237"/>
                    <a:pt x="150" y="237"/>
                    <a:pt x="155" y="229"/>
                  </a:cubicBezTo>
                  <a:cubicBezTo>
                    <a:pt x="160" y="221"/>
                    <a:pt x="162" y="231"/>
                    <a:pt x="168" y="230"/>
                  </a:cubicBezTo>
                  <a:cubicBezTo>
                    <a:pt x="174" y="230"/>
                    <a:pt x="178" y="214"/>
                    <a:pt x="178" y="220"/>
                  </a:cubicBezTo>
                  <a:cubicBezTo>
                    <a:pt x="179" y="225"/>
                    <a:pt x="189" y="224"/>
                    <a:pt x="195" y="217"/>
                  </a:cubicBezTo>
                  <a:cubicBezTo>
                    <a:pt x="201" y="210"/>
                    <a:pt x="195" y="198"/>
                    <a:pt x="200" y="192"/>
                  </a:cubicBezTo>
                  <a:cubicBezTo>
                    <a:pt x="204" y="186"/>
                    <a:pt x="208" y="173"/>
                    <a:pt x="204" y="165"/>
                  </a:cubicBezTo>
                  <a:cubicBezTo>
                    <a:pt x="200" y="157"/>
                    <a:pt x="213" y="152"/>
                    <a:pt x="220" y="146"/>
                  </a:cubicBezTo>
                  <a:cubicBezTo>
                    <a:pt x="227" y="139"/>
                    <a:pt x="212" y="108"/>
                    <a:pt x="212" y="99"/>
                  </a:cubicBezTo>
                  <a:cubicBezTo>
                    <a:pt x="211" y="89"/>
                    <a:pt x="194" y="102"/>
                    <a:pt x="189" y="105"/>
                  </a:cubicBezTo>
                  <a:close/>
                  <a:moveTo>
                    <a:pt x="74" y="241"/>
                  </a:moveTo>
                  <a:cubicBezTo>
                    <a:pt x="72" y="246"/>
                    <a:pt x="66" y="244"/>
                    <a:pt x="58" y="245"/>
                  </a:cubicBezTo>
                  <a:cubicBezTo>
                    <a:pt x="49" y="247"/>
                    <a:pt x="49" y="267"/>
                    <a:pt x="55" y="269"/>
                  </a:cubicBezTo>
                  <a:cubicBezTo>
                    <a:pt x="60" y="270"/>
                    <a:pt x="63" y="270"/>
                    <a:pt x="65" y="264"/>
                  </a:cubicBezTo>
                  <a:cubicBezTo>
                    <a:pt x="67" y="258"/>
                    <a:pt x="75" y="256"/>
                    <a:pt x="80" y="258"/>
                  </a:cubicBezTo>
                  <a:cubicBezTo>
                    <a:pt x="85" y="261"/>
                    <a:pt x="92" y="250"/>
                    <a:pt x="92" y="243"/>
                  </a:cubicBezTo>
                  <a:cubicBezTo>
                    <a:pt x="92" y="235"/>
                    <a:pt x="77" y="235"/>
                    <a:pt x="74" y="241"/>
                  </a:cubicBezTo>
                  <a:close/>
                  <a:moveTo>
                    <a:pt x="38" y="261"/>
                  </a:moveTo>
                  <a:cubicBezTo>
                    <a:pt x="38" y="256"/>
                    <a:pt x="27" y="257"/>
                    <a:pt x="26" y="252"/>
                  </a:cubicBezTo>
                  <a:cubicBezTo>
                    <a:pt x="26" y="247"/>
                    <a:pt x="18" y="250"/>
                    <a:pt x="10" y="256"/>
                  </a:cubicBezTo>
                  <a:cubicBezTo>
                    <a:pt x="2" y="261"/>
                    <a:pt x="0" y="262"/>
                    <a:pt x="3" y="268"/>
                  </a:cubicBezTo>
                  <a:cubicBezTo>
                    <a:pt x="6" y="274"/>
                    <a:pt x="11" y="269"/>
                    <a:pt x="13" y="263"/>
                  </a:cubicBezTo>
                  <a:cubicBezTo>
                    <a:pt x="15" y="257"/>
                    <a:pt x="20" y="271"/>
                    <a:pt x="16" y="281"/>
                  </a:cubicBezTo>
                  <a:cubicBezTo>
                    <a:pt x="11" y="290"/>
                    <a:pt x="16" y="303"/>
                    <a:pt x="22" y="302"/>
                  </a:cubicBezTo>
                  <a:cubicBezTo>
                    <a:pt x="28" y="301"/>
                    <a:pt x="34" y="282"/>
                    <a:pt x="42" y="272"/>
                  </a:cubicBezTo>
                  <a:cubicBezTo>
                    <a:pt x="50" y="262"/>
                    <a:pt x="38" y="266"/>
                    <a:pt x="38" y="26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3" name="Google Shape;293;p31"/>
            <p:cNvSpPr/>
            <p:nvPr/>
          </p:nvSpPr>
          <p:spPr>
            <a:xfrm>
              <a:off x="6413727" y="1970153"/>
              <a:ext cx="1360536" cy="919194"/>
            </a:xfrm>
            <a:custGeom>
              <a:avLst/>
              <a:gdLst/>
              <a:ahLst/>
              <a:cxnLst/>
              <a:rect l="l" t="t" r="r" b="b"/>
              <a:pathLst>
                <a:path w="1060" h="734" extrusionOk="0">
                  <a:moveTo>
                    <a:pt x="1054" y="131"/>
                  </a:moveTo>
                  <a:cubicBezTo>
                    <a:pt x="1055" y="122"/>
                    <a:pt x="1044" y="125"/>
                    <a:pt x="1040" y="127"/>
                  </a:cubicBezTo>
                  <a:cubicBezTo>
                    <a:pt x="1036" y="130"/>
                    <a:pt x="1026" y="127"/>
                    <a:pt x="1023" y="134"/>
                  </a:cubicBezTo>
                  <a:cubicBezTo>
                    <a:pt x="1020" y="140"/>
                    <a:pt x="1014" y="136"/>
                    <a:pt x="1007" y="137"/>
                  </a:cubicBezTo>
                  <a:cubicBezTo>
                    <a:pt x="1000" y="138"/>
                    <a:pt x="989" y="135"/>
                    <a:pt x="990" y="130"/>
                  </a:cubicBezTo>
                  <a:cubicBezTo>
                    <a:pt x="990" y="126"/>
                    <a:pt x="986" y="121"/>
                    <a:pt x="986" y="115"/>
                  </a:cubicBezTo>
                  <a:cubicBezTo>
                    <a:pt x="987" y="110"/>
                    <a:pt x="979" y="112"/>
                    <a:pt x="974" y="107"/>
                  </a:cubicBezTo>
                  <a:cubicBezTo>
                    <a:pt x="969" y="102"/>
                    <a:pt x="958" y="98"/>
                    <a:pt x="956" y="99"/>
                  </a:cubicBezTo>
                  <a:cubicBezTo>
                    <a:pt x="954" y="100"/>
                    <a:pt x="948" y="93"/>
                    <a:pt x="939" y="93"/>
                  </a:cubicBezTo>
                  <a:cubicBezTo>
                    <a:pt x="930" y="92"/>
                    <a:pt x="931" y="87"/>
                    <a:pt x="932" y="83"/>
                  </a:cubicBezTo>
                  <a:cubicBezTo>
                    <a:pt x="933" y="79"/>
                    <a:pt x="925" y="68"/>
                    <a:pt x="923" y="62"/>
                  </a:cubicBezTo>
                  <a:cubicBezTo>
                    <a:pt x="922" y="55"/>
                    <a:pt x="915" y="54"/>
                    <a:pt x="913" y="41"/>
                  </a:cubicBezTo>
                  <a:cubicBezTo>
                    <a:pt x="910" y="27"/>
                    <a:pt x="903" y="31"/>
                    <a:pt x="904" y="25"/>
                  </a:cubicBezTo>
                  <a:cubicBezTo>
                    <a:pt x="906" y="18"/>
                    <a:pt x="895" y="15"/>
                    <a:pt x="893" y="12"/>
                  </a:cubicBezTo>
                  <a:cubicBezTo>
                    <a:pt x="890" y="8"/>
                    <a:pt x="879" y="9"/>
                    <a:pt x="872" y="5"/>
                  </a:cubicBezTo>
                  <a:cubicBezTo>
                    <a:pt x="864" y="1"/>
                    <a:pt x="859" y="4"/>
                    <a:pt x="852" y="2"/>
                  </a:cubicBezTo>
                  <a:cubicBezTo>
                    <a:pt x="844" y="0"/>
                    <a:pt x="828" y="4"/>
                    <a:pt x="826" y="4"/>
                  </a:cubicBezTo>
                  <a:cubicBezTo>
                    <a:pt x="824" y="4"/>
                    <a:pt x="810" y="2"/>
                    <a:pt x="803" y="12"/>
                  </a:cubicBezTo>
                  <a:cubicBezTo>
                    <a:pt x="796" y="21"/>
                    <a:pt x="802" y="21"/>
                    <a:pt x="805" y="21"/>
                  </a:cubicBezTo>
                  <a:cubicBezTo>
                    <a:pt x="808" y="21"/>
                    <a:pt x="809" y="30"/>
                    <a:pt x="810" y="33"/>
                  </a:cubicBezTo>
                  <a:cubicBezTo>
                    <a:pt x="811" y="37"/>
                    <a:pt x="805" y="41"/>
                    <a:pt x="802" y="42"/>
                  </a:cubicBezTo>
                  <a:cubicBezTo>
                    <a:pt x="800" y="43"/>
                    <a:pt x="792" y="55"/>
                    <a:pt x="791" y="59"/>
                  </a:cubicBezTo>
                  <a:cubicBezTo>
                    <a:pt x="790" y="63"/>
                    <a:pt x="782" y="74"/>
                    <a:pt x="783" y="77"/>
                  </a:cubicBezTo>
                  <a:cubicBezTo>
                    <a:pt x="784" y="81"/>
                    <a:pt x="779" y="85"/>
                    <a:pt x="775" y="85"/>
                  </a:cubicBezTo>
                  <a:cubicBezTo>
                    <a:pt x="771" y="86"/>
                    <a:pt x="761" y="93"/>
                    <a:pt x="758" y="94"/>
                  </a:cubicBezTo>
                  <a:cubicBezTo>
                    <a:pt x="755" y="95"/>
                    <a:pt x="743" y="93"/>
                    <a:pt x="741" y="89"/>
                  </a:cubicBezTo>
                  <a:cubicBezTo>
                    <a:pt x="741" y="88"/>
                    <a:pt x="739" y="87"/>
                    <a:pt x="737" y="86"/>
                  </a:cubicBezTo>
                  <a:cubicBezTo>
                    <a:pt x="723" y="115"/>
                    <a:pt x="723" y="115"/>
                    <a:pt x="723" y="115"/>
                  </a:cubicBezTo>
                  <a:cubicBezTo>
                    <a:pt x="722" y="124"/>
                    <a:pt x="722" y="124"/>
                    <a:pt x="722" y="124"/>
                  </a:cubicBezTo>
                  <a:cubicBezTo>
                    <a:pt x="722" y="124"/>
                    <a:pt x="713" y="126"/>
                    <a:pt x="720" y="133"/>
                  </a:cubicBezTo>
                  <a:cubicBezTo>
                    <a:pt x="727" y="140"/>
                    <a:pt x="728" y="134"/>
                    <a:pt x="738" y="134"/>
                  </a:cubicBezTo>
                  <a:cubicBezTo>
                    <a:pt x="748" y="134"/>
                    <a:pt x="753" y="142"/>
                    <a:pt x="755" y="136"/>
                  </a:cubicBezTo>
                  <a:cubicBezTo>
                    <a:pt x="757" y="130"/>
                    <a:pt x="766" y="127"/>
                    <a:pt x="772" y="134"/>
                  </a:cubicBezTo>
                  <a:cubicBezTo>
                    <a:pt x="778" y="141"/>
                    <a:pt x="796" y="152"/>
                    <a:pt x="795" y="158"/>
                  </a:cubicBezTo>
                  <a:cubicBezTo>
                    <a:pt x="794" y="163"/>
                    <a:pt x="783" y="162"/>
                    <a:pt x="776" y="160"/>
                  </a:cubicBezTo>
                  <a:cubicBezTo>
                    <a:pt x="770" y="158"/>
                    <a:pt x="761" y="165"/>
                    <a:pt x="754" y="165"/>
                  </a:cubicBezTo>
                  <a:cubicBezTo>
                    <a:pt x="747" y="165"/>
                    <a:pt x="739" y="167"/>
                    <a:pt x="732" y="174"/>
                  </a:cubicBezTo>
                  <a:cubicBezTo>
                    <a:pt x="725" y="180"/>
                    <a:pt x="727" y="187"/>
                    <a:pt x="716" y="188"/>
                  </a:cubicBezTo>
                  <a:cubicBezTo>
                    <a:pt x="706" y="190"/>
                    <a:pt x="702" y="188"/>
                    <a:pt x="690" y="196"/>
                  </a:cubicBezTo>
                  <a:cubicBezTo>
                    <a:pt x="679" y="204"/>
                    <a:pt x="666" y="201"/>
                    <a:pt x="662" y="199"/>
                  </a:cubicBezTo>
                  <a:cubicBezTo>
                    <a:pt x="657" y="196"/>
                    <a:pt x="649" y="195"/>
                    <a:pt x="645" y="203"/>
                  </a:cubicBezTo>
                  <a:cubicBezTo>
                    <a:pt x="640" y="211"/>
                    <a:pt x="650" y="215"/>
                    <a:pt x="649" y="224"/>
                  </a:cubicBezTo>
                  <a:cubicBezTo>
                    <a:pt x="648" y="233"/>
                    <a:pt x="637" y="230"/>
                    <a:pt x="628" y="241"/>
                  </a:cubicBezTo>
                  <a:cubicBezTo>
                    <a:pt x="619" y="251"/>
                    <a:pt x="604" y="255"/>
                    <a:pt x="596" y="254"/>
                  </a:cubicBezTo>
                  <a:cubicBezTo>
                    <a:pt x="588" y="253"/>
                    <a:pt x="571" y="249"/>
                    <a:pt x="556" y="255"/>
                  </a:cubicBezTo>
                  <a:cubicBezTo>
                    <a:pt x="541" y="262"/>
                    <a:pt x="531" y="272"/>
                    <a:pt x="525" y="271"/>
                  </a:cubicBezTo>
                  <a:cubicBezTo>
                    <a:pt x="520" y="270"/>
                    <a:pt x="520" y="263"/>
                    <a:pt x="512" y="265"/>
                  </a:cubicBezTo>
                  <a:cubicBezTo>
                    <a:pt x="504" y="266"/>
                    <a:pt x="499" y="263"/>
                    <a:pt x="494" y="260"/>
                  </a:cubicBezTo>
                  <a:cubicBezTo>
                    <a:pt x="488" y="257"/>
                    <a:pt x="483" y="262"/>
                    <a:pt x="474" y="255"/>
                  </a:cubicBezTo>
                  <a:cubicBezTo>
                    <a:pt x="465" y="249"/>
                    <a:pt x="449" y="250"/>
                    <a:pt x="442" y="249"/>
                  </a:cubicBezTo>
                  <a:cubicBezTo>
                    <a:pt x="436" y="247"/>
                    <a:pt x="410" y="249"/>
                    <a:pt x="400" y="247"/>
                  </a:cubicBezTo>
                  <a:cubicBezTo>
                    <a:pt x="391" y="246"/>
                    <a:pt x="379" y="250"/>
                    <a:pt x="378" y="245"/>
                  </a:cubicBezTo>
                  <a:cubicBezTo>
                    <a:pt x="377" y="241"/>
                    <a:pt x="370" y="237"/>
                    <a:pt x="367" y="227"/>
                  </a:cubicBezTo>
                  <a:cubicBezTo>
                    <a:pt x="365" y="217"/>
                    <a:pt x="360" y="213"/>
                    <a:pt x="354" y="212"/>
                  </a:cubicBezTo>
                  <a:cubicBezTo>
                    <a:pt x="348" y="211"/>
                    <a:pt x="348" y="205"/>
                    <a:pt x="342" y="204"/>
                  </a:cubicBezTo>
                  <a:cubicBezTo>
                    <a:pt x="340" y="204"/>
                    <a:pt x="337" y="196"/>
                    <a:pt x="329" y="196"/>
                  </a:cubicBezTo>
                  <a:cubicBezTo>
                    <a:pt x="321" y="196"/>
                    <a:pt x="294" y="193"/>
                    <a:pt x="290" y="187"/>
                  </a:cubicBezTo>
                  <a:cubicBezTo>
                    <a:pt x="286" y="180"/>
                    <a:pt x="294" y="179"/>
                    <a:pt x="294" y="172"/>
                  </a:cubicBezTo>
                  <a:cubicBezTo>
                    <a:pt x="294" y="166"/>
                    <a:pt x="298" y="157"/>
                    <a:pt x="295" y="154"/>
                  </a:cubicBezTo>
                  <a:cubicBezTo>
                    <a:pt x="291" y="152"/>
                    <a:pt x="286" y="146"/>
                    <a:pt x="285" y="141"/>
                  </a:cubicBezTo>
                  <a:cubicBezTo>
                    <a:pt x="284" y="136"/>
                    <a:pt x="276" y="129"/>
                    <a:pt x="270" y="129"/>
                  </a:cubicBezTo>
                  <a:cubicBezTo>
                    <a:pt x="264" y="128"/>
                    <a:pt x="260" y="125"/>
                    <a:pt x="254" y="120"/>
                  </a:cubicBezTo>
                  <a:cubicBezTo>
                    <a:pt x="249" y="115"/>
                    <a:pt x="244" y="116"/>
                    <a:pt x="242" y="104"/>
                  </a:cubicBezTo>
                  <a:cubicBezTo>
                    <a:pt x="241" y="103"/>
                    <a:pt x="241" y="103"/>
                    <a:pt x="241" y="102"/>
                  </a:cubicBezTo>
                  <a:cubicBezTo>
                    <a:pt x="239" y="102"/>
                    <a:pt x="236" y="101"/>
                    <a:pt x="234" y="101"/>
                  </a:cubicBezTo>
                  <a:cubicBezTo>
                    <a:pt x="233" y="101"/>
                    <a:pt x="231" y="100"/>
                    <a:pt x="230" y="98"/>
                  </a:cubicBezTo>
                  <a:cubicBezTo>
                    <a:pt x="228" y="103"/>
                    <a:pt x="223" y="105"/>
                    <a:pt x="223" y="109"/>
                  </a:cubicBezTo>
                  <a:cubicBezTo>
                    <a:pt x="223" y="114"/>
                    <a:pt x="222" y="119"/>
                    <a:pt x="216" y="119"/>
                  </a:cubicBezTo>
                  <a:cubicBezTo>
                    <a:pt x="210" y="119"/>
                    <a:pt x="205" y="123"/>
                    <a:pt x="204" y="132"/>
                  </a:cubicBezTo>
                  <a:cubicBezTo>
                    <a:pt x="204" y="141"/>
                    <a:pt x="209" y="143"/>
                    <a:pt x="207" y="146"/>
                  </a:cubicBezTo>
                  <a:cubicBezTo>
                    <a:pt x="204" y="150"/>
                    <a:pt x="194" y="154"/>
                    <a:pt x="190" y="153"/>
                  </a:cubicBezTo>
                  <a:cubicBezTo>
                    <a:pt x="187" y="151"/>
                    <a:pt x="180" y="152"/>
                    <a:pt x="174" y="151"/>
                  </a:cubicBezTo>
                  <a:cubicBezTo>
                    <a:pt x="168" y="150"/>
                    <a:pt x="164" y="143"/>
                    <a:pt x="162" y="151"/>
                  </a:cubicBezTo>
                  <a:cubicBezTo>
                    <a:pt x="160" y="159"/>
                    <a:pt x="148" y="183"/>
                    <a:pt x="151" y="185"/>
                  </a:cubicBezTo>
                  <a:cubicBezTo>
                    <a:pt x="154" y="188"/>
                    <a:pt x="156" y="193"/>
                    <a:pt x="151" y="193"/>
                  </a:cubicBezTo>
                  <a:cubicBezTo>
                    <a:pt x="146" y="193"/>
                    <a:pt x="141" y="193"/>
                    <a:pt x="139" y="190"/>
                  </a:cubicBezTo>
                  <a:cubicBezTo>
                    <a:pt x="136" y="188"/>
                    <a:pt x="128" y="194"/>
                    <a:pt x="122" y="193"/>
                  </a:cubicBezTo>
                  <a:cubicBezTo>
                    <a:pt x="119" y="193"/>
                    <a:pt x="108" y="198"/>
                    <a:pt x="112" y="200"/>
                  </a:cubicBezTo>
                  <a:cubicBezTo>
                    <a:pt x="116" y="202"/>
                    <a:pt x="116" y="212"/>
                    <a:pt x="116" y="216"/>
                  </a:cubicBezTo>
                  <a:cubicBezTo>
                    <a:pt x="116" y="220"/>
                    <a:pt x="124" y="231"/>
                    <a:pt x="123" y="235"/>
                  </a:cubicBezTo>
                  <a:cubicBezTo>
                    <a:pt x="121" y="239"/>
                    <a:pt x="114" y="243"/>
                    <a:pt x="114" y="248"/>
                  </a:cubicBezTo>
                  <a:cubicBezTo>
                    <a:pt x="114" y="254"/>
                    <a:pt x="115" y="258"/>
                    <a:pt x="112" y="259"/>
                  </a:cubicBezTo>
                  <a:cubicBezTo>
                    <a:pt x="110" y="261"/>
                    <a:pt x="101" y="264"/>
                    <a:pt x="97" y="267"/>
                  </a:cubicBezTo>
                  <a:cubicBezTo>
                    <a:pt x="92" y="270"/>
                    <a:pt x="85" y="270"/>
                    <a:pt x="83" y="275"/>
                  </a:cubicBezTo>
                  <a:cubicBezTo>
                    <a:pt x="81" y="280"/>
                    <a:pt x="77" y="284"/>
                    <a:pt x="69" y="283"/>
                  </a:cubicBezTo>
                  <a:cubicBezTo>
                    <a:pt x="62" y="282"/>
                    <a:pt x="58" y="281"/>
                    <a:pt x="53" y="288"/>
                  </a:cubicBezTo>
                  <a:cubicBezTo>
                    <a:pt x="47" y="294"/>
                    <a:pt x="46" y="291"/>
                    <a:pt x="42" y="295"/>
                  </a:cubicBezTo>
                  <a:cubicBezTo>
                    <a:pt x="38" y="298"/>
                    <a:pt x="34" y="292"/>
                    <a:pt x="31" y="291"/>
                  </a:cubicBezTo>
                  <a:cubicBezTo>
                    <a:pt x="28" y="290"/>
                    <a:pt x="24" y="295"/>
                    <a:pt x="21" y="295"/>
                  </a:cubicBezTo>
                  <a:cubicBezTo>
                    <a:pt x="18" y="295"/>
                    <a:pt x="15" y="300"/>
                    <a:pt x="11" y="301"/>
                  </a:cubicBezTo>
                  <a:cubicBezTo>
                    <a:pt x="7" y="302"/>
                    <a:pt x="3" y="301"/>
                    <a:pt x="3" y="306"/>
                  </a:cubicBezTo>
                  <a:cubicBezTo>
                    <a:pt x="3" y="308"/>
                    <a:pt x="2" y="312"/>
                    <a:pt x="0" y="314"/>
                  </a:cubicBezTo>
                  <a:cubicBezTo>
                    <a:pt x="0" y="314"/>
                    <a:pt x="0" y="314"/>
                    <a:pt x="0" y="314"/>
                  </a:cubicBezTo>
                  <a:cubicBezTo>
                    <a:pt x="3" y="330"/>
                    <a:pt x="3" y="330"/>
                    <a:pt x="3" y="330"/>
                  </a:cubicBezTo>
                  <a:cubicBezTo>
                    <a:pt x="3" y="330"/>
                    <a:pt x="20" y="335"/>
                    <a:pt x="21" y="341"/>
                  </a:cubicBezTo>
                  <a:cubicBezTo>
                    <a:pt x="21" y="346"/>
                    <a:pt x="24" y="364"/>
                    <a:pt x="24" y="364"/>
                  </a:cubicBezTo>
                  <a:cubicBezTo>
                    <a:pt x="24" y="364"/>
                    <a:pt x="24" y="364"/>
                    <a:pt x="24" y="364"/>
                  </a:cubicBezTo>
                  <a:cubicBezTo>
                    <a:pt x="30" y="370"/>
                    <a:pt x="40" y="375"/>
                    <a:pt x="40" y="378"/>
                  </a:cubicBezTo>
                  <a:cubicBezTo>
                    <a:pt x="40" y="380"/>
                    <a:pt x="40" y="387"/>
                    <a:pt x="49" y="391"/>
                  </a:cubicBezTo>
                  <a:cubicBezTo>
                    <a:pt x="54" y="393"/>
                    <a:pt x="59" y="396"/>
                    <a:pt x="62" y="398"/>
                  </a:cubicBezTo>
                  <a:cubicBezTo>
                    <a:pt x="63" y="397"/>
                    <a:pt x="63" y="396"/>
                    <a:pt x="63" y="396"/>
                  </a:cubicBezTo>
                  <a:cubicBezTo>
                    <a:pt x="70" y="396"/>
                    <a:pt x="70" y="396"/>
                    <a:pt x="70" y="396"/>
                  </a:cubicBezTo>
                  <a:cubicBezTo>
                    <a:pt x="70" y="396"/>
                    <a:pt x="72" y="397"/>
                    <a:pt x="74" y="399"/>
                  </a:cubicBezTo>
                  <a:cubicBezTo>
                    <a:pt x="76" y="394"/>
                    <a:pt x="88" y="387"/>
                    <a:pt x="94" y="388"/>
                  </a:cubicBezTo>
                  <a:cubicBezTo>
                    <a:pt x="101" y="388"/>
                    <a:pt x="116" y="400"/>
                    <a:pt x="114" y="405"/>
                  </a:cubicBezTo>
                  <a:cubicBezTo>
                    <a:pt x="113" y="409"/>
                    <a:pt x="102" y="424"/>
                    <a:pt x="97" y="426"/>
                  </a:cubicBezTo>
                  <a:cubicBezTo>
                    <a:pt x="95" y="426"/>
                    <a:pt x="92" y="426"/>
                    <a:pt x="89" y="426"/>
                  </a:cubicBezTo>
                  <a:cubicBezTo>
                    <a:pt x="89" y="429"/>
                    <a:pt x="88" y="431"/>
                    <a:pt x="88" y="433"/>
                  </a:cubicBezTo>
                  <a:cubicBezTo>
                    <a:pt x="88" y="436"/>
                    <a:pt x="94" y="442"/>
                    <a:pt x="98" y="448"/>
                  </a:cubicBezTo>
                  <a:cubicBezTo>
                    <a:pt x="101" y="454"/>
                    <a:pt x="92" y="458"/>
                    <a:pt x="87" y="454"/>
                  </a:cubicBezTo>
                  <a:cubicBezTo>
                    <a:pt x="83" y="450"/>
                    <a:pt x="80" y="458"/>
                    <a:pt x="83" y="462"/>
                  </a:cubicBezTo>
                  <a:cubicBezTo>
                    <a:pt x="86" y="465"/>
                    <a:pt x="85" y="475"/>
                    <a:pt x="89" y="476"/>
                  </a:cubicBezTo>
                  <a:cubicBezTo>
                    <a:pt x="94" y="477"/>
                    <a:pt x="99" y="486"/>
                    <a:pt x="104" y="486"/>
                  </a:cubicBezTo>
                  <a:cubicBezTo>
                    <a:pt x="110" y="486"/>
                    <a:pt x="115" y="495"/>
                    <a:pt x="115" y="495"/>
                  </a:cubicBezTo>
                  <a:cubicBezTo>
                    <a:pt x="115" y="495"/>
                    <a:pt x="122" y="500"/>
                    <a:pt x="122" y="503"/>
                  </a:cubicBezTo>
                  <a:cubicBezTo>
                    <a:pt x="122" y="503"/>
                    <a:pt x="122" y="504"/>
                    <a:pt x="122" y="504"/>
                  </a:cubicBezTo>
                  <a:cubicBezTo>
                    <a:pt x="128" y="503"/>
                    <a:pt x="132" y="503"/>
                    <a:pt x="133" y="501"/>
                  </a:cubicBezTo>
                  <a:cubicBezTo>
                    <a:pt x="133" y="498"/>
                    <a:pt x="141" y="498"/>
                    <a:pt x="147" y="503"/>
                  </a:cubicBezTo>
                  <a:cubicBezTo>
                    <a:pt x="152" y="509"/>
                    <a:pt x="175" y="523"/>
                    <a:pt x="183" y="530"/>
                  </a:cubicBezTo>
                  <a:cubicBezTo>
                    <a:pt x="191" y="536"/>
                    <a:pt x="210" y="544"/>
                    <a:pt x="217" y="543"/>
                  </a:cubicBezTo>
                  <a:cubicBezTo>
                    <a:pt x="223" y="543"/>
                    <a:pt x="230" y="548"/>
                    <a:pt x="240" y="548"/>
                  </a:cubicBezTo>
                  <a:cubicBezTo>
                    <a:pt x="241" y="548"/>
                    <a:pt x="243" y="548"/>
                    <a:pt x="244" y="548"/>
                  </a:cubicBezTo>
                  <a:cubicBezTo>
                    <a:pt x="245" y="546"/>
                    <a:pt x="248" y="546"/>
                    <a:pt x="250" y="543"/>
                  </a:cubicBezTo>
                  <a:cubicBezTo>
                    <a:pt x="252" y="539"/>
                    <a:pt x="257" y="547"/>
                    <a:pt x="255" y="552"/>
                  </a:cubicBezTo>
                  <a:cubicBezTo>
                    <a:pt x="255" y="555"/>
                    <a:pt x="255" y="558"/>
                    <a:pt x="256" y="560"/>
                  </a:cubicBezTo>
                  <a:cubicBezTo>
                    <a:pt x="258" y="558"/>
                    <a:pt x="259" y="556"/>
                    <a:pt x="260" y="553"/>
                  </a:cubicBezTo>
                  <a:cubicBezTo>
                    <a:pt x="264" y="544"/>
                    <a:pt x="269" y="545"/>
                    <a:pt x="273" y="542"/>
                  </a:cubicBezTo>
                  <a:cubicBezTo>
                    <a:pt x="276" y="539"/>
                    <a:pt x="280" y="540"/>
                    <a:pt x="287" y="544"/>
                  </a:cubicBezTo>
                  <a:cubicBezTo>
                    <a:pt x="294" y="548"/>
                    <a:pt x="297" y="540"/>
                    <a:pt x="308" y="550"/>
                  </a:cubicBezTo>
                  <a:cubicBezTo>
                    <a:pt x="310" y="549"/>
                    <a:pt x="312" y="548"/>
                    <a:pt x="314" y="548"/>
                  </a:cubicBezTo>
                  <a:cubicBezTo>
                    <a:pt x="316" y="548"/>
                    <a:pt x="319" y="543"/>
                    <a:pt x="322" y="540"/>
                  </a:cubicBezTo>
                  <a:cubicBezTo>
                    <a:pt x="326" y="536"/>
                    <a:pt x="325" y="532"/>
                    <a:pt x="329" y="533"/>
                  </a:cubicBezTo>
                  <a:cubicBezTo>
                    <a:pt x="333" y="534"/>
                    <a:pt x="335" y="528"/>
                    <a:pt x="344" y="523"/>
                  </a:cubicBezTo>
                  <a:cubicBezTo>
                    <a:pt x="353" y="518"/>
                    <a:pt x="361" y="526"/>
                    <a:pt x="365" y="522"/>
                  </a:cubicBezTo>
                  <a:cubicBezTo>
                    <a:pt x="369" y="519"/>
                    <a:pt x="374" y="518"/>
                    <a:pt x="374" y="521"/>
                  </a:cubicBezTo>
                  <a:cubicBezTo>
                    <a:pt x="374" y="525"/>
                    <a:pt x="380" y="529"/>
                    <a:pt x="381" y="533"/>
                  </a:cubicBezTo>
                  <a:cubicBezTo>
                    <a:pt x="382" y="537"/>
                    <a:pt x="390" y="538"/>
                    <a:pt x="391" y="538"/>
                  </a:cubicBezTo>
                  <a:cubicBezTo>
                    <a:pt x="393" y="538"/>
                    <a:pt x="394" y="537"/>
                    <a:pt x="394" y="537"/>
                  </a:cubicBezTo>
                  <a:cubicBezTo>
                    <a:pt x="399" y="534"/>
                    <a:pt x="406" y="537"/>
                    <a:pt x="406" y="542"/>
                  </a:cubicBezTo>
                  <a:cubicBezTo>
                    <a:pt x="406" y="546"/>
                    <a:pt x="406" y="552"/>
                    <a:pt x="410" y="552"/>
                  </a:cubicBezTo>
                  <a:cubicBezTo>
                    <a:pt x="413" y="552"/>
                    <a:pt x="417" y="552"/>
                    <a:pt x="417" y="560"/>
                  </a:cubicBezTo>
                  <a:cubicBezTo>
                    <a:pt x="417" y="569"/>
                    <a:pt x="420" y="579"/>
                    <a:pt x="413" y="586"/>
                  </a:cubicBezTo>
                  <a:cubicBezTo>
                    <a:pt x="405" y="593"/>
                    <a:pt x="397" y="607"/>
                    <a:pt x="398" y="611"/>
                  </a:cubicBezTo>
                  <a:cubicBezTo>
                    <a:pt x="400" y="615"/>
                    <a:pt x="396" y="622"/>
                    <a:pt x="401" y="619"/>
                  </a:cubicBezTo>
                  <a:cubicBezTo>
                    <a:pt x="407" y="617"/>
                    <a:pt x="419" y="619"/>
                    <a:pt x="417" y="622"/>
                  </a:cubicBezTo>
                  <a:cubicBezTo>
                    <a:pt x="415" y="625"/>
                    <a:pt x="418" y="636"/>
                    <a:pt x="423" y="637"/>
                  </a:cubicBezTo>
                  <a:cubicBezTo>
                    <a:pt x="428" y="637"/>
                    <a:pt x="431" y="640"/>
                    <a:pt x="430" y="645"/>
                  </a:cubicBezTo>
                  <a:cubicBezTo>
                    <a:pt x="428" y="649"/>
                    <a:pt x="425" y="656"/>
                    <a:pt x="430" y="656"/>
                  </a:cubicBezTo>
                  <a:cubicBezTo>
                    <a:pt x="434" y="656"/>
                    <a:pt x="440" y="656"/>
                    <a:pt x="439" y="661"/>
                  </a:cubicBezTo>
                  <a:cubicBezTo>
                    <a:pt x="439" y="666"/>
                    <a:pt x="442" y="670"/>
                    <a:pt x="450" y="667"/>
                  </a:cubicBezTo>
                  <a:cubicBezTo>
                    <a:pt x="455" y="665"/>
                    <a:pt x="457" y="663"/>
                    <a:pt x="458" y="665"/>
                  </a:cubicBezTo>
                  <a:cubicBezTo>
                    <a:pt x="461" y="665"/>
                    <a:pt x="462" y="672"/>
                    <a:pt x="467" y="674"/>
                  </a:cubicBezTo>
                  <a:cubicBezTo>
                    <a:pt x="472" y="675"/>
                    <a:pt x="470" y="662"/>
                    <a:pt x="468" y="660"/>
                  </a:cubicBezTo>
                  <a:cubicBezTo>
                    <a:pt x="466" y="658"/>
                    <a:pt x="468" y="649"/>
                    <a:pt x="470" y="651"/>
                  </a:cubicBezTo>
                  <a:cubicBezTo>
                    <a:pt x="472" y="653"/>
                    <a:pt x="479" y="651"/>
                    <a:pt x="482" y="646"/>
                  </a:cubicBezTo>
                  <a:cubicBezTo>
                    <a:pt x="486" y="642"/>
                    <a:pt x="493" y="650"/>
                    <a:pt x="495" y="645"/>
                  </a:cubicBezTo>
                  <a:cubicBezTo>
                    <a:pt x="498" y="640"/>
                    <a:pt x="504" y="649"/>
                    <a:pt x="511" y="645"/>
                  </a:cubicBezTo>
                  <a:cubicBezTo>
                    <a:pt x="517" y="642"/>
                    <a:pt x="520" y="648"/>
                    <a:pt x="523" y="643"/>
                  </a:cubicBezTo>
                  <a:cubicBezTo>
                    <a:pt x="525" y="638"/>
                    <a:pt x="534" y="632"/>
                    <a:pt x="537" y="634"/>
                  </a:cubicBezTo>
                  <a:cubicBezTo>
                    <a:pt x="539" y="636"/>
                    <a:pt x="540" y="640"/>
                    <a:pt x="551" y="642"/>
                  </a:cubicBezTo>
                  <a:cubicBezTo>
                    <a:pt x="562" y="643"/>
                    <a:pt x="556" y="649"/>
                    <a:pt x="556" y="652"/>
                  </a:cubicBezTo>
                  <a:cubicBezTo>
                    <a:pt x="556" y="656"/>
                    <a:pt x="569" y="665"/>
                    <a:pt x="573" y="665"/>
                  </a:cubicBezTo>
                  <a:cubicBezTo>
                    <a:pt x="574" y="665"/>
                    <a:pt x="576" y="666"/>
                    <a:pt x="577" y="668"/>
                  </a:cubicBezTo>
                  <a:cubicBezTo>
                    <a:pt x="580" y="666"/>
                    <a:pt x="586" y="669"/>
                    <a:pt x="588" y="665"/>
                  </a:cubicBezTo>
                  <a:cubicBezTo>
                    <a:pt x="589" y="661"/>
                    <a:pt x="595" y="662"/>
                    <a:pt x="597" y="666"/>
                  </a:cubicBezTo>
                  <a:cubicBezTo>
                    <a:pt x="600" y="670"/>
                    <a:pt x="602" y="670"/>
                    <a:pt x="608" y="666"/>
                  </a:cubicBezTo>
                  <a:cubicBezTo>
                    <a:pt x="613" y="661"/>
                    <a:pt x="615" y="670"/>
                    <a:pt x="612" y="673"/>
                  </a:cubicBezTo>
                  <a:cubicBezTo>
                    <a:pt x="609" y="676"/>
                    <a:pt x="611" y="684"/>
                    <a:pt x="616" y="688"/>
                  </a:cubicBezTo>
                  <a:cubicBezTo>
                    <a:pt x="621" y="693"/>
                    <a:pt x="622" y="686"/>
                    <a:pt x="621" y="681"/>
                  </a:cubicBezTo>
                  <a:cubicBezTo>
                    <a:pt x="620" y="676"/>
                    <a:pt x="629" y="672"/>
                    <a:pt x="646" y="666"/>
                  </a:cubicBezTo>
                  <a:cubicBezTo>
                    <a:pt x="662" y="661"/>
                    <a:pt x="680" y="649"/>
                    <a:pt x="680" y="646"/>
                  </a:cubicBezTo>
                  <a:cubicBezTo>
                    <a:pt x="680" y="643"/>
                    <a:pt x="692" y="651"/>
                    <a:pt x="697" y="646"/>
                  </a:cubicBezTo>
                  <a:cubicBezTo>
                    <a:pt x="703" y="642"/>
                    <a:pt x="723" y="642"/>
                    <a:pt x="728" y="642"/>
                  </a:cubicBezTo>
                  <a:cubicBezTo>
                    <a:pt x="733" y="641"/>
                    <a:pt x="733" y="637"/>
                    <a:pt x="738" y="632"/>
                  </a:cubicBezTo>
                  <a:cubicBezTo>
                    <a:pt x="744" y="628"/>
                    <a:pt x="742" y="626"/>
                    <a:pt x="749" y="624"/>
                  </a:cubicBezTo>
                  <a:cubicBezTo>
                    <a:pt x="755" y="622"/>
                    <a:pt x="759" y="617"/>
                    <a:pt x="759" y="613"/>
                  </a:cubicBezTo>
                  <a:cubicBezTo>
                    <a:pt x="759" y="610"/>
                    <a:pt x="771" y="609"/>
                    <a:pt x="771" y="606"/>
                  </a:cubicBezTo>
                  <a:cubicBezTo>
                    <a:pt x="771" y="602"/>
                    <a:pt x="780" y="601"/>
                    <a:pt x="780" y="597"/>
                  </a:cubicBezTo>
                  <a:cubicBezTo>
                    <a:pt x="780" y="593"/>
                    <a:pt x="785" y="594"/>
                    <a:pt x="787" y="591"/>
                  </a:cubicBezTo>
                  <a:cubicBezTo>
                    <a:pt x="790" y="588"/>
                    <a:pt x="785" y="578"/>
                    <a:pt x="790" y="577"/>
                  </a:cubicBezTo>
                  <a:cubicBezTo>
                    <a:pt x="794" y="576"/>
                    <a:pt x="788" y="571"/>
                    <a:pt x="787" y="569"/>
                  </a:cubicBezTo>
                  <a:cubicBezTo>
                    <a:pt x="787" y="566"/>
                    <a:pt x="795" y="566"/>
                    <a:pt x="800" y="563"/>
                  </a:cubicBezTo>
                  <a:cubicBezTo>
                    <a:pt x="804" y="560"/>
                    <a:pt x="807" y="555"/>
                    <a:pt x="808" y="551"/>
                  </a:cubicBezTo>
                  <a:cubicBezTo>
                    <a:pt x="808" y="546"/>
                    <a:pt x="816" y="541"/>
                    <a:pt x="819" y="540"/>
                  </a:cubicBezTo>
                  <a:cubicBezTo>
                    <a:pt x="822" y="539"/>
                    <a:pt x="824" y="531"/>
                    <a:pt x="823" y="526"/>
                  </a:cubicBezTo>
                  <a:cubicBezTo>
                    <a:pt x="822" y="520"/>
                    <a:pt x="829" y="521"/>
                    <a:pt x="826" y="519"/>
                  </a:cubicBezTo>
                  <a:cubicBezTo>
                    <a:pt x="822" y="516"/>
                    <a:pt x="827" y="510"/>
                    <a:pt x="833" y="508"/>
                  </a:cubicBezTo>
                  <a:cubicBezTo>
                    <a:pt x="839" y="506"/>
                    <a:pt x="829" y="503"/>
                    <a:pt x="826" y="506"/>
                  </a:cubicBezTo>
                  <a:cubicBezTo>
                    <a:pt x="822" y="509"/>
                    <a:pt x="819" y="498"/>
                    <a:pt x="816" y="502"/>
                  </a:cubicBezTo>
                  <a:cubicBezTo>
                    <a:pt x="813" y="506"/>
                    <a:pt x="804" y="500"/>
                    <a:pt x="809" y="499"/>
                  </a:cubicBezTo>
                  <a:cubicBezTo>
                    <a:pt x="815" y="497"/>
                    <a:pt x="824" y="491"/>
                    <a:pt x="828" y="490"/>
                  </a:cubicBezTo>
                  <a:cubicBezTo>
                    <a:pt x="832" y="488"/>
                    <a:pt x="822" y="480"/>
                    <a:pt x="817" y="480"/>
                  </a:cubicBezTo>
                  <a:cubicBezTo>
                    <a:pt x="812" y="480"/>
                    <a:pt x="807" y="468"/>
                    <a:pt x="802" y="468"/>
                  </a:cubicBezTo>
                  <a:cubicBezTo>
                    <a:pt x="796" y="468"/>
                    <a:pt x="806" y="465"/>
                    <a:pt x="812" y="468"/>
                  </a:cubicBezTo>
                  <a:cubicBezTo>
                    <a:pt x="818" y="471"/>
                    <a:pt x="825" y="474"/>
                    <a:pt x="827" y="471"/>
                  </a:cubicBezTo>
                  <a:cubicBezTo>
                    <a:pt x="830" y="468"/>
                    <a:pt x="817" y="458"/>
                    <a:pt x="812" y="454"/>
                  </a:cubicBezTo>
                  <a:cubicBezTo>
                    <a:pt x="808" y="451"/>
                    <a:pt x="812" y="446"/>
                    <a:pt x="809" y="444"/>
                  </a:cubicBezTo>
                  <a:cubicBezTo>
                    <a:pt x="806" y="442"/>
                    <a:pt x="800" y="428"/>
                    <a:pt x="798" y="422"/>
                  </a:cubicBezTo>
                  <a:cubicBezTo>
                    <a:pt x="796" y="416"/>
                    <a:pt x="785" y="415"/>
                    <a:pt x="782" y="411"/>
                  </a:cubicBezTo>
                  <a:cubicBezTo>
                    <a:pt x="780" y="407"/>
                    <a:pt x="783" y="398"/>
                    <a:pt x="791" y="395"/>
                  </a:cubicBezTo>
                  <a:cubicBezTo>
                    <a:pt x="799" y="391"/>
                    <a:pt x="795" y="385"/>
                    <a:pt x="799" y="385"/>
                  </a:cubicBezTo>
                  <a:cubicBezTo>
                    <a:pt x="803" y="386"/>
                    <a:pt x="806" y="385"/>
                    <a:pt x="809" y="379"/>
                  </a:cubicBezTo>
                  <a:cubicBezTo>
                    <a:pt x="812" y="373"/>
                    <a:pt x="816" y="376"/>
                    <a:pt x="819" y="373"/>
                  </a:cubicBezTo>
                  <a:cubicBezTo>
                    <a:pt x="822" y="370"/>
                    <a:pt x="835" y="370"/>
                    <a:pt x="839" y="367"/>
                  </a:cubicBezTo>
                  <a:cubicBezTo>
                    <a:pt x="844" y="364"/>
                    <a:pt x="835" y="354"/>
                    <a:pt x="829" y="356"/>
                  </a:cubicBezTo>
                  <a:cubicBezTo>
                    <a:pt x="823" y="358"/>
                    <a:pt x="816" y="355"/>
                    <a:pt x="812" y="349"/>
                  </a:cubicBezTo>
                  <a:cubicBezTo>
                    <a:pt x="808" y="343"/>
                    <a:pt x="797" y="360"/>
                    <a:pt x="789" y="364"/>
                  </a:cubicBezTo>
                  <a:cubicBezTo>
                    <a:pt x="780" y="368"/>
                    <a:pt x="775" y="357"/>
                    <a:pt x="778" y="350"/>
                  </a:cubicBezTo>
                  <a:cubicBezTo>
                    <a:pt x="781" y="343"/>
                    <a:pt x="771" y="343"/>
                    <a:pt x="759" y="344"/>
                  </a:cubicBezTo>
                  <a:cubicBezTo>
                    <a:pt x="748" y="345"/>
                    <a:pt x="752" y="323"/>
                    <a:pt x="759" y="322"/>
                  </a:cubicBezTo>
                  <a:cubicBezTo>
                    <a:pt x="766" y="321"/>
                    <a:pt x="777" y="329"/>
                    <a:pt x="781" y="316"/>
                  </a:cubicBezTo>
                  <a:cubicBezTo>
                    <a:pt x="785" y="303"/>
                    <a:pt x="792" y="313"/>
                    <a:pt x="802" y="301"/>
                  </a:cubicBezTo>
                  <a:cubicBezTo>
                    <a:pt x="812" y="290"/>
                    <a:pt x="823" y="283"/>
                    <a:pt x="832" y="290"/>
                  </a:cubicBezTo>
                  <a:cubicBezTo>
                    <a:pt x="840" y="296"/>
                    <a:pt x="822" y="307"/>
                    <a:pt x="820" y="314"/>
                  </a:cubicBezTo>
                  <a:cubicBezTo>
                    <a:pt x="817" y="320"/>
                    <a:pt x="822" y="322"/>
                    <a:pt x="817" y="327"/>
                  </a:cubicBezTo>
                  <a:cubicBezTo>
                    <a:pt x="812" y="332"/>
                    <a:pt x="819" y="333"/>
                    <a:pt x="829" y="327"/>
                  </a:cubicBezTo>
                  <a:cubicBezTo>
                    <a:pt x="839" y="320"/>
                    <a:pt x="852" y="312"/>
                    <a:pt x="862" y="309"/>
                  </a:cubicBezTo>
                  <a:cubicBezTo>
                    <a:pt x="864" y="307"/>
                    <a:pt x="867" y="307"/>
                    <a:pt x="870" y="307"/>
                  </a:cubicBezTo>
                  <a:cubicBezTo>
                    <a:pt x="872" y="304"/>
                    <a:pt x="873" y="301"/>
                    <a:pt x="875" y="300"/>
                  </a:cubicBezTo>
                  <a:cubicBezTo>
                    <a:pt x="882" y="296"/>
                    <a:pt x="905" y="286"/>
                    <a:pt x="908" y="282"/>
                  </a:cubicBezTo>
                  <a:cubicBezTo>
                    <a:pt x="912" y="277"/>
                    <a:pt x="915" y="269"/>
                    <a:pt x="920" y="269"/>
                  </a:cubicBezTo>
                  <a:cubicBezTo>
                    <a:pt x="924" y="269"/>
                    <a:pt x="924" y="274"/>
                    <a:pt x="931" y="274"/>
                  </a:cubicBezTo>
                  <a:cubicBezTo>
                    <a:pt x="938" y="274"/>
                    <a:pt x="946" y="276"/>
                    <a:pt x="942" y="270"/>
                  </a:cubicBezTo>
                  <a:cubicBezTo>
                    <a:pt x="939" y="265"/>
                    <a:pt x="941" y="265"/>
                    <a:pt x="949" y="263"/>
                  </a:cubicBezTo>
                  <a:cubicBezTo>
                    <a:pt x="957" y="262"/>
                    <a:pt x="956" y="254"/>
                    <a:pt x="962" y="254"/>
                  </a:cubicBezTo>
                  <a:cubicBezTo>
                    <a:pt x="967" y="254"/>
                    <a:pt x="966" y="241"/>
                    <a:pt x="972" y="241"/>
                  </a:cubicBezTo>
                  <a:cubicBezTo>
                    <a:pt x="978" y="241"/>
                    <a:pt x="980" y="249"/>
                    <a:pt x="987" y="246"/>
                  </a:cubicBezTo>
                  <a:cubicBezTo>
                    <a:pt x="988" y="246"/>
                    <a:pt x="990" y="246"/>
                    <a:pt x="992" y="247"/>
                  </a:cubicBezTo>
                  <a:cubicBezTo>
                    <a:pt x="993" y="246"/>
                    <a:pt x="994" y="245"/>
                    <a:pt x="996" y="244"/>
                  </a:cubicBezTo>
                  <a:cubicBezTo>
                    <a:pt x="995" y="237"/>
                    <a:pt x="996" y="230"/>
                    <a:pt x="995" y="227"/>
                  </a:cubicBezTo>
                  <a:cubicBezTo>
                    <a:pt x="992" y="221"/>
                    <a:pt x="995" y="216"/>
                    <a:pt x="994" y="212"/>
                  </a:cubicBezTo>
                  <a:cubicBezTo>
                    <a:pt x="993" y="209"/>
                    <a:pt x="992" y="200"/>
                    <a:pt x="996" y="200"/>
                  </a:cubicBezTo>
                  <a:cubicBezTo>
                    <a:pt x="1000" y="200"/>
                    <a:pt x="1006" y="189"/>
                    <a:pt x="1011" y="193"/>
                  </a:cubicBezTo>
                  <a:cubicBezTo>
                    <a:pt x="1016" y="197"/>
                    <a:pt x="1026" y="198"/>
                    <a:pt x="1026" y="193"/>
                  </a:cubicBezTo>
                  <a:cubicBezTo>
                    <a:pt x="1026" y="188"/>
                    <a:pt x="1034" y="188"/>
                    <a:pt x="1035" y="182"/>
                  </a:cubicBezTo>
                  <a:cubicBezTo>
                    <a:pt x="1036" y="175"/>
                    <a:pt x="1044" y="174"/>
                    <a:pt x="1045" y="168"/>
                  </a:cubicBezTo>
                  <a:cubicBezTo>
                    <a:pt x="1047" y="162"/>
                    <a:pt x="1049" y="149"/>
                    <a:pt x="1055" y="146"/>
                  </a:cubicBezTo>
                  <a:cubicBezTo>
                    <a:pt x="1060" y="142"/>
                    <a:pt x="1054" y="140"/>
                    <a:pt x="1054" y="131"/>
                  </a:cubicBezTo>
                  <a:close/>
                  <a:moveTo>
                    <a:pt x="798" y="625"/>
                  </a:moveTo>
                  <a:cubicBezTo>
                    <a:pt x="793" y="646"/>
                    <a:pt x="806" y="656"/>
                    <a:pt x="808" y="655"/>
                  </a:cubicBezTo>
                  <a:cubicBezTo>
                    <a:pt x="813" y="651"/>
                    <a:pt x="834" y="607"/>
                    <a:pt x="830" y="600"/>
                  </a:cubicBezTo>
                  <a:cubicBezTo>
                    <a:pt x="825" y="594"/>
                    <a:pt x="804" y="604"/>
                    <a:pt x="798" y="625"/>
                  </a:cubicBezTo>
                  <a:close/>
                  <a:moveTo>
                    <a:pt x="612" y="696"/>
                  </a:moveTo>
                  <a:cubicBezTo>
                    <a:pt x="606" y="696"/>
                    <a:pt x="588" y="706"/>
                    <a:pt x="595" y="720"/>
                  </a:cubicBezTo>
                  <a:cubicBezTo>
                    <a:pt x="602" y="734"/>
                    <a:pt x="624" y="724"/>
                    <a:pt x="625" y="718"/>
                  </a:cubicBezTo>
                  <a:cubicBezTo>
                    <a:pt x="625" y="712"/>
                    <a:pt x="636" y="702"/>
                    <a:pt x="634" y="697"/>
                  </a:cubicBezTo>
                  <a:cubicBezTo>
                    <a:pt x="633" y="694"/>
                    <a:pt x="619" y="696"/>
                    <a:pt x="612" y="69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4" name="Google Shape;294;p31"/>
            <p:cNvSpPr/>
            <p:nvPr/>
          </p:nvSpPr>
          <p:spPr>
            <a:xfrm>
              <a:off x="7369436" y="2873471"/>
              <a:ext cx="217495" cy="298460"/>
            </a:xfrm>
            <a:custGeom>
              <a:avLst/>
              <a:gdLst/>
              <a:ahLst/>
              <a:cxnLst/>
              <a:rect l="l" t="t" r="r" b="b"/>
              <a:pathLst>
                <a:path w="170" h="238" extrusionOk="0">
                  <a:moveTo>
                    <a:pt x="90" y="92"/>
                  </a:moveTo>
                  <a:cubicBezTo>
                    <a:pt x="100" y="90"/>
                    <a:pt x="113" y="103"/>
                    <a:pt x="111" y="107"/>
                  </a:cubicBezTo>
                  <a:cubicBezTo>
                    <a:pt x="109" y="112"/>
                    <a:pt x="112" y="127"/>
                    <a:pt x="117" y="123"/>
                  </a:cubicBezTo>
                  <a:cubicBezTo>
                    <a:pt x="121" y="119"/>
                    <a:pt x="129" y="124"/>
                    <a:pt x="124" y="131"/>
                  </a:cubicBezTo>
                  <a:cubicBezTo>
                    <a:pt x="119" y="137"/>
                    <a:pt x="131" y="144"/>
                    <a:pt x="133" y="153"/>
                  </a:cubicBezTo>
                  <a:cubicBezTo>
                    <a:pt x="134" y="161"/>
                    <a:pt x="140" y="154"/>
                    <a:pt x="139" y="148"/>
                  </a:cubicBezTo>
                  <a:cubicBezTo>
                    <a:pt x="137" y="142"/>
                    <a:pt x="140" y="142"/>
                    <a:pt x="146" y="137"/>
                  </a:cubicBezTo>
                  <a:cubicBezTo>
                    <a:pt x="153" y="133"/>
                    <a:pt x="146" y="125"/>
                    <a:pt x="142" y="116"/>
                  </a:cubicBezTo>
                  <a:cubicBezTo>
                    <a:pt x="137" y="107"/>
                    <a:pt x="122" y="110"/>
                    <a:pt x="122" y="102"/>
                  </a:cubicBezTo>
                  <a:cubicBezTo>
                    <a:pt x="122" y="94"/>
                    <a:pt x="110" y="91"/>
                    <a:pt x="110" y="86"/>
                  </a:cubicBezTo>
                  <a:cubicBezTo>
                    <a:pt x="109" y="82"/>
                    <a:pt x="94" y="77"/>
                    <a:pt x="85" y="82"/>
                  </a:cubicBezTo>
                  <a:cubicBezTo>
                    <a:pt x="76" y="87"/>
                    <a:pt x="83" y="73"/>
                    <a:pt x="76" y="66"/>
                  </a:cubicBezTo>
                  <a:cubicBezTo>
                    <a:pt x="70" y="59"/>
                    <a:pt x="81" y="49"/>
                    <a:pt x="88" y="41"/>
                  </a:cubicBezTo>
                  <a:cubicBezTo>
                    <a:pt x="96" y="33"/>
                    <a:pt x="86" y="19"/>
                    <a:pt x="87" y="12"/>
                  </a:cubicBezTo>
                  <a:cubicBezTo>
                    <a:pt x="88" y="6"/>
                    <a:pt x="88" y="4"/>
                    <a:pt x="84" y="6"/>
                  </a:cubicBezTo>
                  <a:cubicBezTo>
                    <a:pt x="81" y="8"/>
                    <a:pt x="65" y="0"/>
                    <a:pt x="59" y="4"/>
                  </a:cubicBezTo>
                  <a:cubicBezTo>
                    <a:pt x="52" y="8"/>
                    <a:pt x="58" y="43"/>
                    <a:pt x="55" y="45"/>
                  </a:cubicBezTo>
                  <a:cubicBezTo>
                    <a:pt x="52" y="48"/>
                    <a:pt x="48" y="40"/>
                    <a:pt x="47" y="43"/>
                  </a:cubicBezTo>
                  <a:cubicBezTo>
                    <a:pt x="45" y="48"/>
                    <a:pt x="47" y="67"/>
                    <a:pt x="51" y="67"/>
                  </a:cubicBezTo>
                  <a:cubicBezTo>
                    <a:pt x="56" y="67"/>
                    <a:pt x="59" y="72"/>
                    <a:pt x="56" y="81"/>
                  </a:cubicBezTo>
                  <a:cubicBezTo>
                    <a:pt x="53" y="89"/>
                    <a:pt x="64" y="90"/>
                    <a:pt x="74" y="86"/>
                  </a:cubicBezTo>
                  <a:cubicBezTo>
                    <a:pt x="84" y="83"/>
                    <a:pt x="80" y="93"/>
                    <a:pt x="90" y="92"/>
                  </a:cubicBezTo>
                  <a:close/>
                  <a:moveTo>
                    <a:pt x="57" y="96"/>
                  </a:moveTo>
                  <a:cubicBezTo>
                    <a:pt x="58" y="104"/>
                    <a:pt x="62" y="119"/>
                    <a:pt x="73" y="115"/>
                  </a:cubicBezTo>
                  <a:cubicBezTo>
                    <a:pt x="85" y="111"/>
                    <a:pt x="56" y="91"/>
                    <a:pt x="57" y="96"/>
                  </a:cubicBezTo>
                  <a:close/>
                  <a:moveTo>
                    <a:pt x="86" y="147"/>
                  </a:moveTo>
                  <a:cubicBezTo>
                    <a:pt x="88" y="146"/>
                    <a:pt x="95" y="147"/>
                    <a:pt x="95" y="142"/>
                  </a:cubicBezTo>
                  <a:cubicBezTo>
                    <a:pt x="96" y="136"/>
                    <a:pt x="101" y="151"/>
                    <a:pt x="97" y="156"/>
                  </a:cubicBezTo>
                  <a:cubicBezTo>
                    <a:pt x="92" y="160"/>
                    <a:pt x="92" y="173"/>
                    <a:pt x="99" y="175"/>
                  </a:cubicBezTo>
                  <a:cubicBezTo>
                    <a:pt x="107" y="177"/>
                    <a:pt x="120" y="152"/>
                    <a:pt x="118" y="147"/>
                  </a:cubicBezTo>
                  <a:cubicBezTo>
                    <a:pt x="116" y="142"/>
                    <a:pt x="110" y="150"/>
                    <a:pt x="111" y="144"/>
                  </a:cubicBezTo>
                  <a:cubicBezTo>
                    <a:pt x="113" y="137"/>
                    <a:pt x="93" y="121"/>
                    <a:pt x="85" y="123"/>
                  </a:cubicBezTo>
                  <a:cubicBezTo>
                    <a:pt x="77" y="124"/>
                    <a:pt x="80" y="148"/>
                    <a:pt x="86" y="147"/>
                  </a:cubicBezTo>
                  <a:close/>
                  <a:moveTo>
                    <a:pt x="24" y="157"/>
                  </a:moveTo>
                  <a:cubicBezTo>
                    <a:pt x="17" y="166"/>
                    <a:pt x="0" y="182"/>
                    <a:pt x="2" y="186"/>
                  </a:cubicBezTo>
                  <a:cubicBezTo>
                    <a:pt x="5" y="192"/>
                    <a:pt x="24" y="163"/>
                    <a:pt x="34" y="156"/>
                  </a:cubicBezTo>
                  <a:cubicBezTo>
                    <a:pt x="43" y="149"/>
                    <a:pt x="42" y="144"/>
                    <a:pt x="38" y="137"/>
                  </a:cubicBezTo>
                  <a:cubicBezTo>
                    <a:pt x="35" y="131"/>
                    <a:pt x="32" y="147"/>
                    <a:pt x="24" y="157"/>
                  </a:cubicBezTo>
                  <a:close/>
                  <a:moveTo>
                    <a:pt x="117" y="167"/>
                  </a:moveTo>
                  <a:cubicBezTo>
                    <a:pt x="119" y="172"/>
                    <a:pt x="134" y="164"/>
                    <a:pt x="130" y="159"/>
                  </a:cubicBezTo>
                  <a:cubicBezTo>
                    <a:pt x="126" y="154"/>
                    <a:pt x="116" y="163"/>
                    <a:pt x="117" y="167"/>
                  </a:cubicBezTo>
                  <a:close/>
                  <a:moveTo>
                    <a:pt x="164" y="208"/>
                  </a:moveTo>
                  <a:cubicBezTo>
                    <a:pt x="170" y="201"/>
                    <a:pt x="160" y="181"/>
                    <a:pt x="160" y="169"/>
                  </a:cubicBezTo>
                  <a:cubicBezTo>
                    <a:pt x="160" y="156"/>
                    <a:pt x="143" y="160"/>
                    <a:pt x="147" y="168"/>
                  </a:cubicBezTo>
                  <a:cubicBezTo>
                    <a:pt x="152" y="176"/>
                    <a:pt x="139" y="169"/>
                    <a:pt x="137" y="177"/>
                  </a:cubicBezTo>
                  <a:cubicBezTo>
                    <a:pt x="136" y="185"/>
                    <a:pt x="127" y="179"/>
                    <a:pt x="127" y="185"/>
                  </a:cubicBezTo>
                  <a:cubicBezTo>
                    <a:pt x="128" y="191"/>
                    <a:pt x="117" y="185"/>
                    <a:pt x="111" y="181"/>
                  </a:cubicBezTo>
                  <a:cubicBezTo>
                    <a:pt x="106" y="178"/>
                    <a:pt x="99" y="191"/>
                    <a:pt x="91" y="193"/>
                  </a:cubicBezTo>
                  <a:cubicBezTo>
                    <a:pt x="83" y="195"/>
                    <a:pt x="79" y="212"/>
                    <a:pt x="84" y="212"/>
                  </a:cubicBezTo>
                  <a:cubicBezTo>
                    <a:pt x="91" y="211"/>
                    <a:pt x="94" y="203"/>
                    <a:pt x="100" y="203"/>
                  </a:cubicBezTo>
                  <a:cubicBezTo>
                    <a:pt x="106" y="204"/>
                    <a:pt x="104" y="197"/>
                    <a:pt x="113" y="198"/>
                  </a:cubicBezTo>
                  <a:cubicBezTo>
                    <a:pt x="122" y="200"/>
                    <a:pt x="116" y="227"/>
                    <a:pt x="128" y="229"/>
                  </a:cubicBezTo>
                  <a:cubicBezTo>
                    <a:pt x="140" y="231"/>
                    <a:pt x="140" y="238"/>
                    <a:pt x="146" y="238"/>
                  </a:cubicBezTo>
                  <a:cubicBezTo>
                    <a:pt x="152" y="238"/>
                    <a:pt x="145" y="221"/>
                    <a:pt x="145" y="216"/>
                  </a:cubicBezTo>
                  <a:cubicBezTo>
                    <a:pt x="146" y="210"/>
                    <a:pt x="158" y="215"/>
                    <a:pt x="164" y="208"/>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5" name="Google Shape;295;p31"/>
            <p:cNvSpPr/>
            <p:nvPr/>
          </p:nvSpPr>
          <p:spPr>
            <a:xfrm>
              <a:off x="7909206" y="3354499"/>
              <a:ext cx="287348" cy="179394"/>
            </a:xfrm>
            <a:custGeom>
              <a:avLst/>
              <a:gdLst/>
              <a:ahLst/>
              <a:cxnLst/>
              <a:rect l="l" t="t" r="r" b="b"/>
              <a:pathLst>
                <a:path w="224" h="143" extrusionOk="0">
                  <a:moveTo>
                    <a:pt x="161" y="132"/>
                  </a:moveTo>
                  <a:cubicBezTo>
                    <a:pt x="157" y="130"/>
                    <a:pt x="148" y="124"/>
                    <a:pt x="148" y="120"/>
                  </a:cubicBezTo>
                  <a:cubicBezTo>
                    <a:pt x="149" y="115"/>
                    <a:pt x="138" y="116"/>
                    <a:pt x="131" y="111"/>
                  </a:cubicBezTo>
                  <a:cubicBezTo>
                    <a:pt x="123" y="107"/>
                    <a:pt x="126" y="91"/>
                    <a:pt x="118" y="88"/>
                  </a:cubicBezTo>
                  <a:cubicBezTo>
                    <a:pt x="110" y="84"/>
                    <a:pt x="104" y="73"/>
                    <a:pt x="114" y="73"/>
                  </a:cubicBezTo>
                  <a:cubicBezTo>
                    <a:pt x="123" y="74"/>
                    <a:pt x="125" y="68"/>
                    <a:pt x="118" y="62"/>
                  </a:cubicBezTo>
                  <a:cubicBezTo>
                    <a:pt x="110" y="55"/>
                    <a:pt x="84" y="52"/>
                    <a:pt x="83" y="42"/>
                  </a:cubicBezTo>
                  <a:cubicBezTo>
                    <a:pt x="82" y="32"/>
                    <a:pt x="34" y="9"/>
                    <a:pt x="13" y="4"/>
                  </a:cubicBezTo>
                  <a:cubicBezTo>
                    <a:pt x="9" y="3"/>
                    <a:pt x="5" y="2"/>
                    <a:pt x="0" y="0"/>
                  </a:cubicBezTo>
                  <a:cubicBezTo>
                    <a:pt x="0" y="112"/>
                    <a:pt x="0" y="112"/>
                    <a:pt x="0" y="112"/>
                  </a:cubicBezTo>
                  <a:cubicBezTo>
                    <a:pt x="5" y="115"/>
                    <a:pt x="11" y="118"/>
                    <a:pt x="19" y="118"/>
                  </a:cubicBezTo>
                  <a:cubicBezTo>
                    <a:pt x="42" y="119"/>
                    <a:pt x="36" y="106"/>
                    <a:pt x="40" y="106"/>
                  </a:cubicBezTo>
                  <a:cubicBezTo>
                    <a:pt x="44" y="106"/>
                    <a:pt x="46" y="99"/>
                    <a:pt x="51" y="93"/>
                  </a:cubicBezTo>
                  <a:cubicBezTo>
                    <a:pt x="55" y="87"/>
                    <a:pt x="76" y="92"/>
                    <a:pt x="88" y="101"/>
                  </a:cubicBezTo>
                  <a:cubicBezTo>
                    <a:pt x="100" y="111"/>
                    <a:pt x="114" y="138"/>
                    <a:pt x="126" y="136"/>
                  </a:cubicBezTo>
                  <a:cubicBezTo>
                    <a:pt x="139" y="133"/>
                    <a:pt x="152" y="143"/>
                    <a:pt x="163" y="143"/>
                  </a:cubicBezTo>
                  <a:cubicBezTo>
                    <a:pt x="175" y="142"/>
                    <a:pt x="164" y="133"/>
                    <a:pt x="161" y="132"/>
                  </a:cubicBezTo>
                  <a:close/>
                  <a:moveTo>
                    <a:pt x="191" y="39"/>
                  </a:moveTo>
                  <a:cubicBezTo>
                    <a:pt x="191" y="43"/>
                    <a:pt x="182" y="46"/>
                    <a:pt x="169" y="51"/>
                  </a:cubicBezTo>
                  <a:cubicBezTo>
                    <a:pt x="156" y="56"/>
                    <a:pt x="132" y="45"/>
                    <a:pt x="132" y="53"/>
                  </a:cubicBezTo>
                  <a:cubicBezTo>
                    <a:pt x="131" y="58"/>
                    <a:pt x="146" y="66"/>
                    <a:pt x="160" y="66"/>
                  </a:cubicBezTo>
                  <a:cubicBezTo>
                    <a:pt x="174" y="66"/>
                    <a:pt x="197" y="52"/>
                    <a:pt x="197" y="48"/>
                  </a:cubicBezTo>
                  <a:cubicBezTo>
                    <a:pt x="197" y="43"/>
                    <a:pt x="206" y="36"/>
                    <a:pt x="202" y="32"/>
                  </a:cubicBezTo>
                  <a:cubicBezTo>
                    <a:pt x="198" y="28"/>
                    <a:pt x="191" y="34"/>
                    <a:pt x="191" y="39"/>
                  </a:cubicBezTo>
                  <a:close/>
                  <a:moveTo>
                    <a:pt x="208" y="19"/>
                  </a:moveTo>
                  <a:cubicBezTo>
                    <a:pt x="200" y="14"/>
                    <a:pt x="193" y="10"/>
                    <a:pt x="203" y="20"/>
                  </a:cubicBezTo>
                  <a:cubicBezTo>
                    <a:pt x="213" y="30"/>
                    <a:pt x="208" y="38"/>
                    <a:pt x="214" y="37"/>
                  </a:cubicBezTo>
                  <a:cubicBezTo>
                    <a:pt x="224" y="34"/>
                    <a:pt x="217" y="24"/>
                    <a:pt x="208" y="1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6" name="Google Shape;296;p31"/>
            <p:cNvSpPr/>
            <p:nvPr/>
          </p:nvSpPr>
          <p:spPr>
            <a:xfrm>
              <a:off x="6543907" y="3076678"/>
              <a:ext cx="47627" cy="92078"/>
            </a:xfrm>
            <a:custGeom>
              <a:avLst/>
              <a:gdLst/>
              <a:ahLst/>
              <a:cxnLst/>
              <a:rect l="l" t="t" r="r" b="b"/>
              <a:pathLst>
                <a:path w="38" h="73" extrusionOk="0">
                  <a:moveTo>
                    <a:pt x="9" y="1"/>
                  </a:moveTo>
                  <a:cubicBezTo>
                    <a:pt x="4" y="1"/>
                    <a:pt x="5" y="10"/>
                    <a:pt x="2" y="17"/>
                  </a:cubicBezTo>
                  <a:cubicBezTo>
                    <a:pt x="0" y="24"/>
                    <a:pt x="0" y="31"/>
                    <a:pt x="1" y="41"/>
                  </a:cubicBezTo>
                  <a:cubicBezTo>
                    <a:pt x="2" y="51"/>
                    <a:pt x="1" y="61"/>
                    <a:pt x="10" y="67"/>
                  </a:cubicBezTo>
                  <a:cubicBezTo>
                    <a:pt x="20" y="73"/>
                    <a:pt x="37" y="56"/>
                    <a:pt x="37" y="42"/>
                  </a:cubicBezTo>
                  <a:cubicBezTo>
                    <a:pt x="38" y="27"/>
                    <a:pt x="13" y="0"/>
                    <a:pt x="9" y="1"/>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7" name="Google Shape;297;p31"/>
            <p:cNvSpPr/>
            <p:nvPr/>
          </p:nvSpPr>
          <p:spPr>
            <a:xfrm>
              <a:off x="5694564" y="2860770"/>
              <a:ext cx="269885" cy="160343"/>
            </a:xfrm>
            <a:custGeom>
              <a:avLst/>
              <a:gdLst/>
              <a:ahLst/>
              <a:cxnLst/>
              <a:rect l="l" t="t" r="r" b="b"/>
              <a:pathLst>
                <a:path w="211" h="128" extrusionOk="0">
                  <a:moveTo>
                    <a:pt x="150" y="5"/>
                  </a:moveTo>
                  <a:cubicBezTo>
                    <a:pt x="141" y="7"/>
                    <a:pt x="118" y="5"/>
                    <a:pt x="115" y="7"/>
                  </a:cubicBezTo>
                  <a:cubicBezTo>
                    <a:pt x="112" y="8"/>
                    <a:pt x="91" y="24"/>
                    <a:pt x="88" y="31"/>
                  </a:cubicBezTo>
                  <a:cubicBezTo>
                    <a:pt x="85" y="38"/>
                    <a:pt x="80" y="39"/>
                    <a:pt x="76" y="35"/>
                  </a:cubicBezTo>
                  <a:cubicBezTo>
                    <a:pt x="71" y="32"/>
                    <a:pt x="53" y="33"/>
                    <a:pt x="51" y="31"/>
                  </a:cubicBezTo>
                  <a:cubicBezTo>
                    <a:pt x="49" y="30"/>
                    <a:pt x="36" y="28"/>
                    <a:pt x="29" y="29"/>
                  </a:cubicBezTo>
                  <a:cubicBezTo>
                    <a:pt x="23" y="30"/>
                    <a:pt x="19" y="26"/>
                    <a:pt x="16" y="27"/>
                  </a:cubicBezTo>
                  <a:cubicBezTo>
                    <a:pt x="13" y="28"/>
                    <a:pt x="10" y="32"/>
                    <a:pt x="9" y="34"/>
                  </a:cubicBezTo>
                  <a:cubicBezTo>
                    <a:pt x="7" y="36"/>
                    <a:pt x="10" y="41"/>
                    <a:pt x="9" y="43"/>
                  </a:cubicBezTo>
                  <a:cubicBezTo>
                    <a:pt x="9" y="44"/>
                    <a:pt x="6" y="45"/>
                    <a:pt x="1" y="48"/>
                  </a:cubicBezTo>
                  <a:cubicBezTo>
                    <a:pt x="3" y="52"/>
                    <a:pt x="4" y="56"/>
                    <a:pt x="3" y="59"/>
                  </a:cubicBezTo>
                  <a:cubicBezTo>
                    <a:pt x="0" y="65"/>
                    <a:pt x="2" y="79"/>
                    <a:pt x="8" y="87"/>
                  </a:cubicBezTo>
                  <a:cubicBezTo>
                    <a:pt x="13" y="95"/>
                    <a:pt x="11" y="110"/>
                    <a:pt x="14" y="113"/>
                  </a:cubicBezTo>
                  <a:cubicBezTo>
                    <a:pt x="16" y="115"/>
                    <a:pt x="37" y="115"/>
                    <a:pt x="46" y="109"/>
                  </a:cubicBezTo>
                  <a:cubicBezTo>
                    <a:pt x="55" y="103"/>
                    <a:pt x="61" y="102"/>
                    <a:pt x="69" y="102"/>
                  </a:cubicBezTo>
                  <a:cubicBezTo>
                    <a:pt x="76" y="102"/>
                    <a:pt x="85" y="96"/>
                    <a:pt x="88" y="92"/>
                  </a:cubicBezTo>
                  <a:cubicBezTo>
                    <a:pt x="90" y="89"/>
                    <a:pt x="101" y="89"/>
                    <a:pt x="105" y="90"/>
                  </a:cubicBezTo>
                  <a:cubicBezTo>
                    <a:pt x="110" y="90"/>
                    <a:pt x="114" y="85"/>
                    <a:pt x="119" y="80"/>
                  </a:cubicBezTo>
                  <a:cubicBezTo>
                    <a:pt x="124" y="75"/>
                    <a:pt x="140" y="73"/>
                    <a:pt x="156" y="68"/>
                  </a:cubicBezTo>
                  <a:cubicBezTo>
                    <a:pt x="173" y="63"/>
                    <a:pt x="169" y="55"/>
                    <a:pt x="173" y="50"/>
                  </a:cubicBezTo>
                  <a:cubicBezTo>
                    <a:pt x="177" y="46"/>
                    <a:pt x="181" y="47"/>
                    <a:pt x="188" y="45"/>
                  </a:cubicBezTo>
                  <a:cubicBezTo>
                    <a:pt x="180" y="28"/>
                    <a:pt x="171" y="9"/>
                    <a:pt x="167" y="0"/>
                  </a:cubicBezTo>
                  <a:cubicBezTo>
                    <a:pt x="159" y="2"/>
                    <a:pt x="152" y="4"/>
                    <a:pt x="150" y="5"/>
                  </a:cubicBezTo>
                  <a:close/>
                  <a:moveTo>
                    <a:pt x="193" y="122"/>
                  </a:moveTo>
                  <a:cubicBezTo>
                    <a:pt x="199" y="128"/>
                    <a:pt x="210" y="121"/>
                    <a:pt x="211" y="118"/>
                  </a:cubicBezTo>
                  <a:cubicBezTo>
                    <a:pt x="211" y="116"/>
                    <a:pt x="186" y="115"/>
                    <a:pt x="193" y="12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8" name="Google Shape;298;p31"/>
            <p:cNvSpPr/>
            <p:nvPr/>
          </p:nvSpPr>
          <p:spPr>
            <a:xfrm>
              <a:off x="8221954" y="3413239"/>
              <a:ext cx="184157" cy="128592"/>
            </a:xfrm>
            <a:custGeom>
              <a:avLst/>
              <a:gdLst/>
              <a:ahLst/>
              <a:cxnLst/>
              <a:rect l="l" t="t" r="r" b="b"/>
              <a:pathLst>
                <a:path w="143" h="103" extrusionOk="0">
                  <a:moveTo>
                    <a:pt x="1" y="4"/>
                  </a:moveTo>
                  <a:cubicBezTo>
                    <a:pt x="0" y="9"/>
                    <a:pt x="16" y="34"/>
                    <a:pt x="23" y="30"/>
                  </a:cubicBezTo>
                  <a:cubicBezTo>
                    <a:pt x="34" y="23"/>
                    <a:pt x="2" y="0"/>
                    <a:pt x="1" y="4"/>
                  </a:cubicBezTo>
                  <a:close/>
                  <a:moveTo>
                    <a:pt x="34" y="26"/>
                  </a:moveTo>
                  <a:cubicBezTo>
                    <a:pt x="34" y="28"/>
                    <a:pt x="46" y="40"/>
                    <a:pt x="49" y="38"/>
                  </a:cubicBezTo>
                  <a:cubicBezTo>
                    <a:pt x="52" y="36"/>
                    <a:pt x="35" y="23"/>
                    <a:pt x="34" y="26"/>
                  </a:cubicBezTo>
                  <a:close/>
                  <a:moveTo>
                    <a:pt x="93" y="57"/>
                  </a:moveTo>
                  <a:cubicBezTo>
                    <a:pt x="97" y="55"/>
                    <a:pt x="69" y="39"/>
                    <a:pt x="68" y="44"/>
                  </a:cubicBezTo>
                  <a:cubicBezTo>
                    <a:pt x="68" y="49"/>
                    <a:pt x="88" y="60"/>
                    <a:pt x="93" y="57"/>
                  </a:cubicBezTo>
                  <a:close/>
                  <a:moveTo>
                    <a:pt x="90" y="74"/>
                  </a:moveTo>
                  <a:cubicBezTo>
                    <a:pt x="91" y="82"/>
                    <a:pt x="103" y="87"/>
                    <a:pt x="108" y="84"/>
                  </a:cubicBezTo>
                  <a:cubicBezTo>
                    <a:pt x="112" y="81"/>
                    <a:pt x="88" y="66"/>
                    <a:pt x="90" y="74"/>
                  </a:cubicBezTo>
                  <a:close/>
                  <a:moveTo>
                    <a:pt x="122" y="91"/>
                  </a:moveTo>
                  <a:cubicBezTo>
                    <a:pt x="123" y="93"/>
                    <a:pt x="133" y="103"/>
                    <a:pt x="138" y="99"/>
                  </a:cubicBezTo>
                  <a:cubicBezTo>
                    <a:pt x="143" y="96"/>
                    <a:pt x="120" y="88"/>
                    <a:pt x="122" y="91"/>
                  </a:cubicBezTo>
                  <a:close/>
                  <a:moveTo>
                    <a:pt x="108" y="57"/>
                  </a:moveTo>
                  <a:cubicBezTo>
                    <a:pt x="104" y="65"/>
                    <a:pt x="120" y="80"/>
                    <a:pt x="122" y="81"/>
                  </a:cubicBezTo>
                  <a:cubicBezTo>
                    <a:pt x="124" y="81"/>
                    <a:pt x="111" y="50"/>
                    <a:pt x="108" y="5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299" name="Google Shape;299;p31"/>
            <p:cNvSpPr/>
            <p:nvPr/>
          </p:nvSpPr>
          <p:spPr>
            <a:xfrm>
              <a:off x="8221954" y="3413239"/>
              <a:ext cx="184157" cy="128592"/>
            </a:xfrm>
            <a:custGeom>
              <a:avLst/>
              <a:gdLst/>
              <a:ahLst/>
              <a:cxnLst/>
              <a:rect l="l" t="t" r="r" b="b"/>
              <a:pathLst>
                <a:path w="143" h="103" extrusionOk="0">
                  <a:moveTo>
                    <a:pt x="1" y="4"/>
                  </a:moveTo>
                  <a:cubicBezTo>
                    <a:pt x="0" y="9"/>
                    <a:pt x="16" y="34"/>
                    <a:pt x="23" y="30"/>
                  </a:cubicBezTo>
                  <a:cubicBezTo>
                    <a:pt x="34" y="23"/>
                    <a:pt x="2" y="0"/>
                    <a:pt x="1" y="4"/>
                  </a:cubicBezTo>
                  <a:close/>
                  <a:moveTo>
                    <a:pt x="34" y="26"/>
                  </a:moveTo>
                  <a:cubicBezTo>
                    <a:pt x="34" y="28"/>
                    <a:pt x="46" y="40"/>
                    <a:pt x="49" y="38"/>
                  </a:cubicBezTo>
                  <a:cubicBezTo>
                    <a:pt x="52" y="36"/>
                    <a:pt x="35" y="23"/>
                    <a:pt x="34" y="26"/>
                  </a:cubicBezTo>
                  <a:close/>
                  <a:moveTo>
                    <a:pt x="93" y="57"/>
                  </a:moveTo>
                  <a:cubicBezTo>
                    <a:pt x="97" y="55"/>
                    <a:pt x="69" y="39"/>
                    <a:pt x="68" y="44"/>
                  </a:cubicBezTo>
                  <a:cubicBezTo>
                    <a:pt x="68" y="49"/>
                    <a:pt x="88" y="60"/>
                    <a:pt x="93" y="57"/>
                  </a:cubicBezTo>
                  <a:close/>
                  <a:moveTo>
                    <a:pt x="90" y="74"/>
                  </a:moveTo>
                  <a:cubicBezTo>
                    <a:pt x="91" y="82"/>
                    <a:pt x="103" y="87"/>
                    <a:pt x="108" y="84"/>
                  </a:cubicBezTo>
                  <a:cubicBezTo>
                    <a:pt x="112" y="81"/>
                    <a:pt x="88" y="66"/>
                    <a:pt x="90" y="74"/>
                  </a:cubicBezTo>
                  <a:close/>
                  <a:moveTo>
                    <a:pt x="122" y="91"/>
                  </a:moveTo>
                  <a:cubicBezTo>
                    <a:pt x="123" y="93"/>
                    <a:pt x="133" y="103"/>
                    <a:pt x="138" y="99"/>
                  </a:cubicBezTo>
                  <a:cubicBezTo>
                    <a:pt x="143" y="96"/>
                    <a:pt x="120" y="88"/>
                    <a:pt x="122" y="91"/>
                  </a:cubicBezTo>
                  <a:close/>
                  <a:moveTo>
                    <a:pt x="108" y="57"/>
                  </a:moveTo>
                  <a:cubicBezTo>
                    <a:pt x="104" y="65"/>
                    <a:pt x="120" y="80"/>
                    <a:pt x="122" y="81"/>
                  </a:cubicBezTo>
                  <a:cubicBezTo>
                    <a:pt x="124" y="81"/>
                    <a:pt x="111" y="50"/>
                    <a:pt x="108" y="57"/>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0" name="Google Shape;300;p31"/>
            <p:cNvSpPr/>
            <p:nvPr/>
          </p:nvSpPr>
          <p:spPr>
            <a:xfrm>
              <a:off x="5926347" y="2276551"/>
              <a:ext cx="323862" cy="200032"/>
            </a:xfrm>
            <a:custGeom>
              <a:avLst/>
              <a:gdLst/>
              <a:ahLst/>
              <a:cxnLst/>
              <a:rect l="l" t="t" r="r" b="b"/>
              <a:pathLst>
                <a:path w="252" h="160" extrusionOk="0">
                  <a:moveTo>
                    <a:pt x="251" y="101"/>
                  </a:moveTo>
                  <a:cubicBezTo>
                    <a:pt x="251" y="101"/>
                    <a:pt x="239" y="95"/>
                    <a:pt x="235" y="96"/>
                  </a:cubicBezTo>
                  <a:cubicBezTo>
                    <a:pt x="231" y="96"/>
                    <a:pt x="224" y="86"/>
                    <a:pt x="217" y="84"/>
                  </a:cubicBezTo>
                  <a:cubicBezTo>
                    <a:pt x="210" y="81"/>
                    <a:pt x="200" y="76"/>
                    <a:pt x="197" y="72"/>
                  </a:cubicBezTo>
                  <a:cubicBezTo>
                    <a:pt x="193" y="67"/>
                    <a:pt x="180" y="62"/>
                    <a:pt x="179" y="59"/>
                  </a:cubicBezTo>
                  <a:cubicBezTo>
                    <a:pt x="177" y="55"/>
                    <a:pt x="175" y="49"/>
                    <a:pt x="171" y="44"/>
                  </a:cubicBezTo>
                  <a:cubicBezTo>
                    <a:pt x="167" y="39"/>
                    <a:pt x="167" y="33"/>
                    <a:pt x="164" y="32"/>
                  </a:cubicBezTo>
                  <a:cubicBezTo>
                    <a:pt x="160" y="32"/>
                    <a:pt x="138" y="32"/>
                    <a:pt x="138" y="29"/>
                  </a:cubicBezTo>
                  <a:cubicBezTo>
                    <a:pt x="138" y="26"/>
                    <a:pt x="136" y="12"/>
                    <a:pt x="131" y="11"/>
                  </a:cubicBezTo>
                  <a:cubicBezTo>
                    <a:pt x="127" y="10"/>
                    <a:pt x="120" y="8"/>
                    <a:pt x="118" y="6"/>
                  </a:cubicBezTo>
                  <a:cubicBezTo>
                    <a:pt x="115" y="3"/>
                    <a:pt x="107" y="0"/>
                    <a:pt x="105" y="3"/>
                  </a:cubicBezTo>
                  <a:cubicBezTo>
                    <a:pt x="104" y="5"/>
                    <a:pt x="100" y="6"/>
                    <a:pt x="98" y="6"/>
                  </a:cubicBezTo>
                  <a:cubicBezTo>
                    <a:pt x="96" y="6"/>
                    <a:pt x="97" y="14"/>
                    <a:pt x="92" y="13"/>
                  </a:cubicBezTo>
                  <a:cubicBezTo>
                    <a:pt x="86" y="13"/>
                    <a:pt x="79" y="19"/>
                    <a:pt x="79" y="23"/>
                  </a:cubicBezTo>
                  <a:cubicBezTo>
                    <a:pt x="79" y="26"/>
                    <a:pt x="80" y="31"/>
                    <a:pt x="73" y="31"/>
                  </a:cubicBezTo>
                  <a:cubicBezTo>
                    <a:pt x="70" y="31"/>
                    <a:pt x="65" y="30"/>
                    <a:pt x="61" y="28"/>
                  </a:cubicBezTo>
                  <a:cubicBezTo>
                    <a:pt x="60" y="29"/>
                    <a:pt x="54" y="33"/>
                    <a:pt x="48" y="25"/>
                  </a:cubicBezTo>
                  <a:cubicBezTo>
                    <a:pt x="42" y="17"/>
                    <a:pt x="32" y="8"/>
                    <a:pt x="27" y="8"/>
                  </a:cubicBezTo>
                  <a:cubicBezTo>
                    <a:pt x="22" y="8"/>
                    <a:pt x="4" y="8"/>
                    <a:pt x="8" y="18"/>
                  </a:cubicBezTo>
                  <a:cubicBezTo>
                    <a:pt x="10" y="16"/>
                    <a:pt x="12" y="14"/>
                    <a:pt x="17" y="15"/>
                  </a:cubicBezTo>
                  <a:cubicBezTo>
                    <a:pt x="29" y="16"/>
                    <a:pt x="23" y="30"/>
                    <a:pt x="30" y="31"/>
                  </a:cubicBezTo>
                  <a:cubicBezTo>
                    <a:pt x="37" y="31"/>
                    <a:pt x="45" y="42"/>
                    <a:pt x="38" y="41"/>
                  </a:cubicBezTo>
                  <a:cubicBezTo>
                    <a:pt x="32" y="41"/>
                    <a:pt x="27" y="47"/>
                    <a:pt x="21" y="45"/>
                  </a:cubicBezTo>
                  <a:cubicBezTo>
                    <a:pt x="14" y="43"/>
                    <a:pt x="7" y="38"/>
                    <a:pt x="5" y="45"/>
                  </a:cubicBezTo>
                  <a:cubicBezTo>
                    <a:pt x="3" y="52"/>
                    <a:pt x="0" y="60"/>
                    <a:pt x="8" y="60"/>
                  </a:cubicBezTo>
                  <a:cubicBezTo>
                    <a:pt x="17" y="59"/>
                    <a:pt x="15" y="65"/>
                    <a:pt x="9" y="71"/>
                  </a:cubicBezTo>
                  <a:cubicBezTo>
                    <a:pt x="4" y="76"/>
                    <a:pt x="18" y="70"/>
                    <a:pt x="19" y="75"/>
                  </a:cubicBezTo>
                  <a:cubicBezTo>
                    <a:pt x="20" y="80"/>
                    <a:pt x="25" y="80"/>
                    <a:pt x="23" y="89"/>
                  </a:cubicBezTo>
                  <a:cubicBezTo>
                    <a:pt x="22" y="94"/>
                    <a:pt x="23" y="105"/>
                    <a:pt x="23" y="112"/>
                  </a:cubicBezTo>
                  <a:cubicBezTo>
                    <a:pt x="28" y="112"/>
                    <a:pt x="36" y="112"/>
                    <a:pt x="37" y="110"/>
                  </a:cubicBezTo>
                  <a:cubicBezTo>
                    <a:pt x="40" y="106"/>
                    <a:pt x="48" y="99"/>
                    <a:pt x="53" y="99"/>
                  </a:cubicBezTo>
                  <a:cubicBezTo>
                    <a:pt x="58" y="99"/>
                    <a:pt x="63" y="101"/>
                    <a:pt x="66" y="97"/>
                  </a:cubicBezTo>
                  <a:cubicBezTo>
                    <a:pt x="68" y="93"/>
                    <a:pt x="83" y="95"/>
                    <a:pt x="86" y="98"/>
                  </a:cubicBezTo>
                  <a:cubicBezTo>
                    <a:pt x="89" y="101"/>
                    <a:pt x="97" y="103"/>
                    <a:pt x="99" y="103"/>
                  </a:cubicBezTo>
                  <a:cubicBezTo>
                    <a:pt x="101" y="103"/>
                    <a:pt x="102" y="108"/>
                    <a:pt x="107" y="108"/>
                  </a:cubicBezTo>
                  <a:cubicBezTo>
                    <a:pt x="113" y="107"/>
                    <a:pt x="122" y="109"/>
                    <a:pt x="122" y="112"/>
                  </a:cubicBezTo>
                  <a:cubicBezTo>
                    <a:pt x="122" y="115"/>
                    <a:pt x="126" y="119"/>
                    <a:pt x="130" y="119"/>
                  </a:cubicBezTo>
                  <a:cubicBezTo>
                    <a:pt x="134" y="119"/>
                    <a:pt x="138" y="129"/>
                    <a:pt x="142" y="128"/>
                  </a:cubicBezTo>
                  <a:cubicBezTo>
                    <a:pt x="146" y="128"/>
                    <a:pt x="155" y="128"/>
                    <a:pt x="155" y="131"/>
                  </a:cubicBezTo>
                  <a:cubicBezTo>
                    <a:pt x="155" y="133"/>
                    <a:pt x="156" y="145"/>
                    <a:pt x="158" y="152"/>
                  </a:cubicBezTo>
                  <a:cubicBezTo>
                    <a:pt x="159" y="151"/>
                    <a:pt x="161" y="151"/>
                    <a:pt x="162" y="152"/>
                  </a:cubicBezTo>
                  <a:cubicBezTo>
                    <a:pt x="164" y="153"/>
                    <a:pt x="173" y="150"/>
                    <a:pt x="174" y="155"/>
                  </a:cubicBezTo>
                  <a:cubicBezTo>
                    <a:pt x="176" y="160"/>
                    <a:pt x="190" y="157"/>
                    <a:pt x="190" y="150"/>
                  </a:cubicBezTo>
                  <a:cubicBezTo>
                    <a:pt x="189" y="142"/>
                    <a:pt x="213" y="142"/>
                    <a:pt x="215" y="135"/>
                  </a:cubicBezTo>
                  <a:cubicBezTo>
                    <a:pt x="217" y="128"/>
                    <a:pt x="219" y="116"/>
                    <a:pt x="225" y="118"/>
                  </a:cubicBezTo>
                  <a:cubicBezTo>
                    <a:pt x="231" y="120"/>
                    <a:pt x="234" y="109"/>
                    <a:pt x="239" y="109"/>
                  </a:cubicBezTo>
                  <a:cubicBezTo>
                    <a:pt x="243" y="110"/>
                    <a:pt x="247" y="113"/>
                    <a:pt x="252" y="112"/>
                  </a:cubicBezTo>
                  <a:lnTo>
                    <a:pt x="251" y="101"/>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1" name="Google Shape;301;p31"/>
            <p:cNvSpPr/>
            <p:nvPr/>
          </p:nvSpPr>
          <p:spPr>
            <a:xfrm>
              <a:off x="5729490" y="2349578"/>
              <a:ext cx="447691" cy="368312"/>
            </a:xfrm>
            <a:custGeom>
              <a:avLst/>
              <a:gdLst/>
              <a:ahLst/>
              <a:cxnLst/>
              <a:rect l="l" t="t" r="r" b="b"/>
              <a:pathLst>
                <a:path w="349" h="295" extrusionOk="0">
                  <a:moveTo>
                    <a:pt x="339" y="255"/>
                  </a:moveTo>
                  <a:cubicBezTo>
                    <a:pt x="335" y="253"/>
                    <a:pt x="339" y="239"/>
                    <a:pt x="331" y="235"/>
                  </a:cubicBezTo>
                  <a:cubicBezTo>
                    <a:pt x="323" y="232"/>
                    <a:pt x="315" y="226"/>
                    <a:pt x="313" y="220"/>
                  </a:cubicBezTo>
                  <a:cubicBezTo>
                    <a:pt x="311" y="214"/>
                    <a:pt x="300" y="209"/>
                    <a:pt x="301" y="204"/>
                  </a:cubicBezTo>
                  <a:cubicBezTo>
                    <a:pt x="302" y="200"/>
                    <a:pt x="322" y="187"/>
                    <a:pt x="319" y="179"/>
                  </a:cubicBezTo>
                  <a:cubicBezTo>
                    <a:pt x="316" y="172"/>
                    <a:pt x="303" y="173"/>
                    <a:pt x="302" y="170"/>
                  </a:cubicBezTo>
                  <a:cubicBezTo>
                    <a:pt x="300" y="168"/>
                    <a:pt x="302" y="158"/>
                    <a:pt x="299" y="150"/>
                  </a:cubicBezTo>
                  <a:cubicBezTo>
                    <a:pt x="295" y="143"/>
                    <a:pt x="302" y="136"/>
                    <a:pt x="299" y="131"/>
                  </a:cubicBezTo>
                  <a:cubicBezTo>
                    <a:pt x="296" y="127"/>
                    <a:pt x="300" y="119"/>
                    <a:pt x="301" y="116"/>
                  </a:cubicBezTo>
                  <a:cubicBezTo>
                    <a:pt x="302" y="113"/>
                    <a:pt x="309" y="109"/>
                    <a:pt x="308" y="102"/>
                  </a:cubicBezTo>
                  <a:cubicBezTo>
                    <a:pt x="308" y="98"/>
                    <a:pt x="310" y="95"/>
                    <a:pt x="312" y="94"/>
                  </a:cubicBezTo>
                  <a:cubicBezTo>
                    <a:pt x="310" y="87"/>
                    <a:pt x="309" y="75"/>
                    <a:pt x="309" y="73"/>
                  </a:cubicBezTo>
                  <a:cubicBezTo>
                    <a:pt x="309" y="70"/>
                    <a:pt x="300" y="70"/>
                    <a:pt x="296" y="70"/>
                  </a:cubicBezTo>
                  <a:cubicBezTo>
                    <a:pt x="292" y="71"/>
                    <a:pt x="288" y="61"/>
                    <a:pt x="284" y="61"/>
                  </a:cubicBezTo>
                  <a:cubicBezTo>
                    <a:pt x="280" y="61"/>
                    <a:pt x="276" y="57"/>
                    <a:pt x="276" y="54"/>
                  </a:cubicBezTo>
                  <a:cubicBezTo>
                    <a:pt x="276" y="51"/>
                    <a:pt x="267" y="49"/>
                    <a:pt x="261" y="50"/>
                  </a:cubicBezTo>
                  <a:cubicBezTo>
                    <a:pt x="256" y="50"/>
                    <a:pt x="255" y="45"/>
                    <a:pt x="253" y="45"/>
                  </a:cubicBezTo>
                  <a:cubicBezTo>
                    <a:pt x="251" y="45"/>
                    <a:pt x="243" y="43"/>
                    <a:pt x="240" y="40"/>
                  </a:cubicBezTo>
                  <a:cubicBezTo>
                    <a:pt x="237" y="37"/>
                    <a:pt x="222" y="35"/>
                    <a:pt x="220" y="39"/>
                  </a:cubicBezTo>
                  <a:cubicBezTo>
                    <a:pt x="217" y="43"/>
                    <a:pt x="212" y="41"/>
                    <a:pt x="207" y="41"/>
                  </a:cubicBezTo>
                  <a:cubicBezTo>
                    <a:pt x="202" y="41"/>
                    <a:pt x="194" y="48"/>
                    <a:pt x="191" y="52"/>
                  </a:cubicBezTo>
                  <a:cubicBezTo>
                    <a:pt x="190" y="54"/>
                    <a:pt x="182" y="54"/>
                    <a:pt x="177" y="54"/>
                  </a:cubicBezTo>
                  <a:cubicBezTo>
                    <a:pt x="177" y="59"/>
                    <a:pt x="177" y="63"/>
                    <a:pt x="176" y="64"/>
                  </a:cubicBezTo>
                  <a:cubicBezTo>
                    <a:pt x="174" y="68"/>
                    <a:pt x="153" y="71"/>
                    <a:pt x="138" y="72"/>
                  </a:cubicBezTo>
                  <a:cubicBezTo>
                    <a:pt x="123" y="73"/>
                    <a:pt x="122" y="53"/>
                    <a:pt x="106" y="53"/>
                  </a:cubicBezTo>
                  <a:cubicBezTo>
                    <a:pt x="94" y="53"/>
                    <a:pt x="85" y="42"/>
                    <a:pt x="85" y="32"/>
                  </a:cubicBezTo>
                  <a:cubicBezTo>
                    <a:pt x="78" y="29"/>
                    <a:pt x="71" y="25"/>
                    <a:pt x="72" y="23"/>
                  </a:cubicBezTo>
                  <a:cubicBezTo>
                    <a:pt x="73" y="20"/>
                    <a:pt x="77" y="3"/>
                    <a:pt x="68" y="7"/>
                  </a:cubicBezTo>
                  <a:cubicBezTo>
                    <a:pt x="60" y="11"/>
                    <a:pt x="48" y="24"/>
                    <a:pt x="33" y="22"/>
                  </a:cubicBezTo>
                  <a:cubicBezTo>
                    <a:pt x="18" y="20"/>
                    <a:pt x="29" y="19"/>
                    <a:pt x="21" y="15"/>
                  </a:cubicBezTo>
                  <a:cubicBezTo>
                    <a:pt x="13" y="12"/>
                    <a:pt x="18" y="3"/>
                    <a:pt x="11" y="2"/>
                  </a:cubicBezTo>
                  <a:cubicBezTo>
                    <a:pt x="3" y="0"/>
                    <a:pt x="9" y="11"/>
                    <a:pt x="4" y="11"/>
                  </a:cubicBezTo>
                  <a:cubicBezTo>
                    <a:pt x="0" y="11"/>
                    <a:pt x="4" y="23"/>
                    <a:pt x="5" y="26"/>
                  </a:cubicBezTo>
                  <a:cubicBezTo>
                    <a:pt x="6" y="28"/>
                    <a:pt x="2" y="44"/>
                    <a:pt x="5" y="44"/>
                  </a:cubicBezTo>
                  <a:cubicBezTo>
                    <a:pt x="8" y="45"/>
                    <a:pt x="14" y="56"/>
                    <a:pt x="13" y="58"/>
                  </a:cubicBezTo>
                  <a:cubicBezTo>
                    <a:pt x="13" y="60"/>
                    <a:pt x="20" y="67"/>
                    <a:pt x="20" y="72"/>
                  </a:cubicBezTo>
                  <a:cubicBezTo>
                    <a:pt x="20" y="77"/>
                    <a:pt x="26" y="83"/>
                    <a:pt x="29" y="83"/>
                  </a:cubicBezTo>
                  <a:cubicBezTo>
                    <a:pt x="33" y="83"/>
                    <a:pt x="38" y="85"/>
                    <a:pt x="36" y="89"/>
                  </a:cubicBezTo>
                  <a:cubicBezTo>
                    <a:pt x="35" y="93"/>
                    <a:pt x="39" y="99"/>
                    <a:pt x="34" y="99"/>
                  </a:cubicBezTo>
                  <a:cubicBezTo>
                    <a:pt x="30" y="99"/>
                    <a:pt x="31" y="111"/>
                    <a:pt x="27" y="113"/>
                  </a:cubicBezTo>
                  <a:cubicBezTo>
                    <a:pt x="24" y="115"/>
                    <a:pt x="27" y="128"/>
                    <a:pt x="29" y="129"/>
                  </a:cubicBezTo>
                  <a:cubicBezTo>
                    <a:pt x="32" y="131"/>
                    <a:pt x="39" y="134"/>
                    <a:pt x="38" y="139"/>
                  </a:cubicBezTo>
                  <a:cubicBezTo>
                    <a:pt x="37" y="144"/>
                    <a:pt x="52" y="152"/>
                    <a:pt x="57" y="152"/>
                  </a:cubicBezTo>
                  <a:cubicBezTo>
                    <a:pt x="62" y="153"/>
                    <a:pt x="63" y="160"/>
                    <a:pt x="66" y="163"/>
                  </a:cubicBezTo>
                  <a:cubicBezTo>
                    <a:pt x="68" y="165"/>
                    <a:pt x="64" y="171"/>
                    <a:pt x="64" y="175"/>
                  </a:cubicBezTo>
                  <a:cubicBezTo>
                    <a:pt x="65" y="178"/>
                    <a:pt x="71" y="181"/>
                    <a:pt x="71" y="186"/>
                  </a:cubicBezTo>
                  <a:cubicBezTo>
                    <a:pt x="70" y="190"/>
                    <a:pt x="76" y="195"/>
                    <a:pt x="81" y="200"/>
                  </a:cubicBezTo>
                  <a:cubicBezTo>
                    <a:pt x="82" y="200"/>
                    <a:pt x="84" y="200"/>
                    <a:pt x="85" y="200"/>
                  </a:cubicBezTo>
                  <a:cubicBezTo>
                    <a:pt x="89" y="200"/>
                    <a:pt x="89" y="194"/>
                    <a:pt x="93" y="197"/>
                  </a:cubicBezTo>
                  <a:cubicBezTo>
                    <a:pt x="97" y="201"/>
                    <a:pt x="101" y="197"/>
                    <a:pt x="105" y="197"/>
                  </a:cubicBezTo>
                  <a:cubicBezTo>
                    <a:pt x="109" y="197"/>
                    <a:pt x="119" y="215"/>
                    <a:pt x="123" y="225"/>
                  </a:cubicBezTo>
                  <a:cubicBezTo>
                    <a:pt x="128" y="234"/>
                    <a:pt x="127" y="237"/>
                    <a:pt x="133" y="241"/>
                  </a:cubicBezTo>
                  <a:cubicBezTo>
                    <a:pt x="139" y="245"/>
                    <a:pt x="146" y="243"/>
                    <a:pt x="155" y="251"/>
                  </a:cubicBezTo>
                  <a:cubicBezTo>
                    <a:pt x="163" y="260"/>
                    <a:pt x="185" y="266"/>
                    <a:pt x="195" y="267"/>
                  </a:cubicBezTo>
                  <a:cubicBezTo>
                    <a:pt x="204" y="267"/>
                    <a:pt x="211" y="257"/>
                    <a:pt x="223" y="259"/>
                  </a:cubicBezTo>
                  <a:cubicBezTo>
                    <a:pt x="235" y="261"/>
                    <a:pt x="232" y="277"/>
                    <a:pt x="237" y="282"/>
                  </a:cubicBezTo>
                  <a:cubicBezTo>
                    <a:pt x="241" y="288"/>
                    <a:pt x="290" y="291"/>
                    <a:pt x="298" y="294"/>
                  </a:cubicBezTo>
                  <a:cubicBezTo>
                    <a:pt x="301" y="295"/>
                    <a:pt x="309" y="295"/>
                    <a:pt x="317" y="295"/>
                  </a:cubicBezTo>
                  <a:cubicBezTo>
                    <a:pt x="317" y="293"/>
                    <a:pt x="316" y="292"/>
                    <a:pt x="316" y="291"/>
                  </a:cubicBezTo>
                  <a:cubicBezTo>
                    <a:pt x="316" y="282"/>
                    <a:pt x="322" y="276"/>
                    <a:pt x="328" y="273"/>
                  </a:cubicBezTo>
                  <a:cubicBezTo>
                    <a:pt x="333" y="270"/>
                    <a:pt x="338" y="269"/>
                    <a:pt x="344" y="268"/>
                  </a:cubicBezTo>
                  <a:cubicBezTo>
                    <a:pt x="349" y="267"/>
                    <a:pt x="344" y="256"/>
                    <a:pt x="339" y="25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2" name="Google Shape;302;p31"/>
            <p:cNvSpPr/>
            <p:nvPr/>
          </p:nvSpPr>
          <p:spPr>
            <a:xfrm>
              <a:off x="5786642" y="1911413"/>
              <a:ext cx="922369" cy="423877"/>
            </a:xfrm>
            <a:custGeom>
              <a:avLst/>
              <a:gdLst/>
              <a:ahLst/>
              <a:cxnLst/>
              <a:rect l="l" t="t" r="r" b="b"/>
              <a:pathLst>
                <a:path w="719" h="338" extrusionOk="0">
                  <a:moveTo>
                    <a:pt x="715" y="138"/>
                  </a:moveTo>
                  <a:cubicBezTo>
                    <a:pt x="714" y="135"/>
                    <a:pt x="711" y="136"/>
                    <a:pt x="709" y="138"/>
                  </a:cubicBezTo>
                  <a:cubicBezTo>
                    <a:pt x="706" y="139"/>
                    <a:pt x="698" y="140"/>
                    <a:pt x="695" y="140"/>
                  </a:cubicBezTo>
                  <a:cubicBezTo>
                    <a:pt x="691" y="140"/>
                    <a:pt x="686" y="136"/>
                    <a:pt x="686" y="133"/>
                  </a:cubicBezTo>
                  <a:cubicBezTo>
                    <a:pt x="686" y="130"/>
                    <a:pt x="685" y="126"/>
                    <a:pt x="682" y="126"/>
                  </a:cubicBezTo>
                  <a:cubicBezTo>
                    <a:pt x="679" y="126"/>
                    <a:pt x="674" y="125"/>
                    <a:pt x="671" y="117"/>
                  </a:cubicBezTo>
                  <a:cubicBezTo>
                    <a:pt x="668" y="110"/>
                    <a:pt x="663" y="110"/>
                    <a:pt x="660" y="108"/>
                  </a:cubicBezTo>
                  <a:cubicBezTo>
                    <a:pt x="656" y="106"/>
                    <a:pt x="646" y="112"/>
                    <a:pt x="642" y="113"/>
                  </a:cubicBezTo>
                  <a:cubicBezTo>
                    <a:pt x="638" y="115"/>
                    <a:pt x="630" y="112"/>
                    <a:pt x="625" y="110"/>
                  </a:cubicBezTo>
                  <a:cubicBezTo>
                    <a:pt x="619" y="109"/>
                    <a:pt x="616" y="99"/>
                    <a:pt x="611" y="101"/>
                  </a:cubicBezTo>
                  <a:cubicBezTo>
                    <a:pt x="606" y="102"/>
                    <a:pt x="605" y="112"/>
                    <a:pt x="601" y="112"/>
                  </a:cubicBezTo>
                  <a:cubicBezTo>
                    <a:pt x="597" y="112"/>
                    <a:pt x="590" y="92"/>
                    <a:pt x="583" y="80"/>
                  </a:cubicBezTo>
                  <a:cubicBezTo>
                    <a:pt x="575" y="69"/>
                    <a:pt x="562" y="46"/>
                    <a:pt x="550" y="42"/>
                  </a:cubicBezTo>
                  <a:cubicBezTo>
                    <a:pt x="538" y="38"/>
                    <a:pt x="542" y="32"/>
                    <a:pt x="545" y="29"/>
                  </a:cubicBezTo>
                  <a:cubicBezTo>
                    <a:pt x="548" y="26"/>
                    <a:pt x="538" y="25"/>
                    <a:pt x="533" y="28"/>
                  </a:cubicBezTo>
                  <a:cubicBezTo>
                    <a:pt x="529" y="30"/>
                    <a:pt x="523" y="35"/>
                    <a:pt x="517" y="37"/>
                  </a:cubicBezTo>
                  <a:cubicBezTo>
                    <a:pt x="512" y="38"/>
                    <a:pt x="504" y="46"/>
                    <a:pt x="498" y="44"/>
                  </a:cubicBezTo>
                  <a:cubicBezTo>
                    <a:pt x="492" y="42"/>
                    <a:pt x="489" y="52"/>
                    <a:pt x="485" y="47"/>
                  </a:cubicBezTo>
                  <a:cubicBezTo>
                    <a:pt x="480" y="43"/>
                    <a:pt x="491" y="40"/>
                    <a:pt x="491" y="36"/>
                  </a:cubicBezTo>
                  <a:cubicBezTo>
                    <a:pt x="491" y="32"/>
                    <a:pt x="484" y="37"/>
                    <a:pt x="482" y="35"/>
                  </a:cubicBezTo>
                  <a:cubicBezTo>
                    <a:pt x="480" y="33"/>
                    <a:pt x="473" y="30"/>
                    <a:pt x="473" y="34"/>
                  </a:cubicBezTo>
                  <a:cubicBezTo>
                    <a:pt x="473" y="37"/>
                    <a:pt x="468" y="35"/>
                    <a:pt x="468" y="33"/>
                  </a:cubicBezTo>
                  <a:cubicBezTo>
                    <a:pt x="468" y="30"/>
                    <a:pt x="465" y="25"/>
                    <a:pt x="462" y="28"/>
                  </a:cubicBezTo>
                  <a:cubicBezTo>
                    <a:pt x="459" y="32"/>
                    <a:pt x="448" y="34"/>
                    <a:pt x="446" y="31"/>
                  </a:cubicBezTo>
                  <a:cubicBezTo>
                    <a:pt x="443" y="28"/>
                    <a:pt x="447" y="27"/>
                    <a:pt x="448" y="24"/>
                  </a:cubicBezTo>
                  <a:cubicBezTo>
                    <a:pt x="448" y="20"/>
                    <a:pt x="444" y="15"/>
                    <a:pt x="444" y="11"/>
                  </a:cubicBezTo>
                  <a:cubicBezTo>
                    <a:pt x="445" y="7"/>
                    <a:pt x="437" y="2"/>
                    <a:pt x="433" y="4"/>
                  </a:cubicBezTo>
                  <a:cubicBezTo>
                    <a:pt x="429" y="6"/>
                    <a:pt x="424" y="4"/>
                    <a:pt x="419" y="2"/>
                  </a:cubicBezTo>
                  <a:cubicBezTo>
                    <a:pt x="415" y="0"/>
                    <a:pt x="398" y="3"/>
                    <a:pt x="398" y="7"/>
                  </a:cubicBezTo>
                  <a:cubicBezTo>
                    <a:pt x="397" y="11"/>
                    <a:pt x="376" y="14"/>
                    <a:pt x="372" y="16"/>
                  </a:cubicBezTo>
                  <a:cubicBezTo>
                    <a:pt x="368" y="17"/>
                    <a:pt x="352" y="20"/>
                    <a:pt x="347" y="20"/>
                  </a:cubicBezTo>
                  <a:cubicBezTo>
                    <a:pt x="341" y="21"/>
                    <a:pt x="336" y="26"/>
                    <a:pt x="329" y="26"/>
                  </a:cubicBezTo>
                  <a:cubicBezTo>
                    <a:pt x="322" y="26"/>
                    <a:pt x="308" y="27"/>
                    <a:pt x="302" y="31"/>
                  </a:cubicBezTo>
                  <a:cubicBezTo>
                    <a:pt x="296" y="36"/>
                    <a:pt x="286" y="32"/>
                    <a:pt x="281" y="34"/>
                  </a:cubicBezTo>
                  <a:cubicBezTo>
                    <a:pt x="276" y="35"/>
                    <a:pt x="268" y="33"/>
                    <a:pt x="266" y="35"/>
                  </a:cubicBezTo>
                  <a:cubicBezTo>
                    <a:pt x="264" y="36"/>
                    <a:pt x="265" y="46"/>
                    <a:pt x="267" y="49"/>
                  </a:cubicBezTo>
                  <a:cubicBezTo>
                    <a:pt x="269" y="53"/>
                    <a:pt x="282" y="55"/>
                    <a:pt x="283" y="57"/>
                  </a:cubicBezTo>
                  <a:cubicBezTo>
                    <a:pt x="283" y="60"/>
                    <a:pt x="270" y="60"/>
                    <a:pt x="264" y="60"/>
                  </a:cubicBezTo>
                  <a:cubicBezTo>
                    <a:pt x="258" y="61"/>
                    <a:pt x="259" y="69"/>
                    <a:pt x="261" y="73"/>
                  </a:cubicBezTo>
                  <a:cubicBezTo>
                    <a:pt x="262" y="77"/>
                    <a:pt x="254" y="81"/>
                    <a:pt x="250" y="82"/>
                  </a:cubicBezTo>
                  <a:cubicBezTo>
                    <a:pt x="245" y="84"/>
                    <a:pt x="250" y="92"/>
                    <a:pt x="254" y="92"/>
                  </a:cubicBezTo>
                  <a:cubicBezTo>
                    <a:pt x="259" y="92"/>
                    <a:pt x="263" y="96"/>
                    <a:pt x="267" y="96"/>
                  </a:cubicBezTo>
                  <a:cubicBezTo>
                    <a:pt x="271" y="96"/>
                    <a:pt x="272" y="103"/>
                    <a:pt x="272" y="108"/>
                  </a:cubicBezTo>
                  <a:cubicBezTo>
                    <a:pt x="272" y="113"/>
                    <a:pt x="267" y="114"/>
                    <a:pt x="261" y="114"/>
                  </a:cubicBezTo>
                  <a:cubicBezTo>
                    <a:pt x="254" y="114"/>
                    <a:pt x="251" y="110"/>
                    <a:pt x="247" y="109"/>
                  </a:cubicBezTo>
                  <a:cubicBezTo>
                    <a:pt x="243" y="108"/>
                    <a:pt x="244" y="116"/>
                    <a:pt x="241" y="117"/>
                  </a:cubicBezTo>
                  <a:cubicBezTo>
                    <a:pt x="238" y="119"/>
                    <a:pt x="237" y="112"/>
                    <a:pt x="232" y="112"/>
                  </a:cubicBezTo>
                  <a:cubicBezTo>
                    <a:pt x="228" y="112"/>
                    <a:pt x="222" y="111"/>
                    <a:pt x="221" y="107"/>
                  </a:cubicBezTo>
                  <a:cubicBezTo>
                    <a:pt x="219" y="102"/>
                    <a:pt x="208" y="101"/>
                    <a:pt x="204" y="106"/>
                  </a:cubicBezTo>
                  <a:cubicBezTo>
                    <a:pt x="199" y="110"/>
                    <a:pt x="197" y="108"/>
                    <a:pt x="193" y="105"/>
                  </a:cubicBezTo>
                  <a:cubicBezTo>
                    <a:pt x="189" y="102"/>
                    <a:pt x="178" y="107"/>
                    <a:pt x="176" y="110"/>
                  </a:cubicBezTo>
                  <a:cubicBezTo>
                    <a:pt x="175" y="114"/>
                    <a:pt x="166" y="116"/>
                    <a:pt x="160" y="112"/>
                  </a:cubicBezTo>
                  <a:cubicBezTo>
                    <a:pt x="153" y="108"/>
                    <a:pt x="150" y="107"/>
                    <a:pt x="150" y="112"/>
                  </a:cubicBezTo>
                  <a:cubicBezTo>
                    <a:pt x="150" y="117"/>
                    <a:pt x="145" y="113"/>
                    <a:pt x="145" y="110"/>
                  </a:cubicBezTo>
                  <a:cubicBezTo>
                    <a:pt x="145" y="107"/>
                    <a:pt x="135" y="100"/>
                    <a:pt x="130" y="97"/>
                  </a:cubicBezTo>
                  <a:cubicBezTo>
                    <a:pt x="125" y="94"/>
                    <a:pt x="110" y="94"/>
                    <a:pt x="110" y="91"/>
                  </a:cubicBezTo>
                  <a:cubicBezTo>
                    <a:pt x="109" y="88"/>
                    <a:pt x="100" y="85"/>
                    <a:pt x="97" y="91"/>
                  </a:cubicBezTo>
                  <a:cubicBezTo>
                    <a:pt x="95" y="96"/>
                    <a:pt x="91" y="92"/>
                    <a:pt x="88" y="91"/>
                  </a:cubicBezTo>
                  <a:cubicBezTo>
                    <a:pt x="85" y="89"/>
                    <a:pt x="78" y="93"/>
                    <a:pt x="74" y="95"/>
                  </a:cubicBezTo>
                  <a:cubicBezTo>
                    <a:pt x="71" y="96"/>
                    <a:pt x="61" y="103"/>
                    <a:pt x="56" y="103"/>
                  </a:cubicBezTo>
                  <a:cubicBezTo>
                    <a:pt x="50" y="103"/>
                    <a:pt x="53" y="110"/>
                    <a:pt x="46" y="112"/>
                  </a:cubicBezTo>
                  <a:cubicBezTo>
                    <a:pt x="39" y="114"/>
                    <a:pt x="41" y="118"/>
                    <a:pt x="42" y="121"/>
                  </a:cubicBezTo>
                  <a:cubicBezTo>
                    <a:pt x="42" y="125"/>
                    <a:pt x="46" y="130"/>
                    <a:pt x="40" y="132"/>
                  </a:cubicBezTo>
                  <a:cubicBezTo>
                    <a:pt x="34" y="135"/>
                    <a:pt x="31" y="125"/>
                    <a:pt x="26" y="121"/>
                  </a:cubicBezTo>
                  <a:cubicBezTo>
                    <a:pt x="20" y="117"/>
                    <a:pt x="16" y="121"/>
                    <a:pt x="16" y="127"/>
                  </a:cubicBezTo>
                  <a:cubicBezTo>
                    <a:pt x="16" y="132"/>
                    <a:pt x="10" y="132"/>
                    <a:pt x="6" y="138"/>
                  </a:cubicBezTo>
                  <a:cubicBezTo>
                    <a:pt x="3" y="143"/>
                    <a:pt x="12" y="144"/>
                    <a:pt x="12" y="146"/>
                  </a:cubicBezTo>
                  <a:cubicBezTo>
                    <a:pt x="12" y="149"/>
                    <a:pt x="7" y="151"/>
                    <a:pt x="6" y="152"/>
                  </a:cubicBezTo>
                  <a:cubicBezTo>
                    <a:pt x="4" y="153"/>
                    <a:pt x="0" y="161"/>
                    <a:pt x="2" y="163"/>
                  </a:cubicBezTo>
                  <a:cubicBezTo>
                    <a:pt x="3" y="165"/>
                    <a:pt x="13" y="164"/>
                    <a:pt x="12" y="170"/>
                  </a:cubicBezTo>
                  <a:cubicBezTo>
                    <a:pt x="11" y="175"/>
                    <a:pt x="10" y="181"/>
                    <a:pt x="15" y="179"/>
                  </a:cubicBezTo>
                  <a:cubicBezTo>
                    <a:pt x="20" y="178"/>
                    <a:pt x="24" y="178"/>
                    <a:pt x="28" y="178"/>
                  </a:cubicBezTo>
                  <a:cubicBezTo>
                    <a:pt x="31" y="178"/>
                    <a:pt x="33" y="185"/>
                    <a:pt x="38" y="191"/>
                  </a:cubicBezTo>
                  <a:cubicBezTo>
                    <a:pt x="44" y="197"/>
                    <a:pt x="46" y="200"/>
                    <a:pt x="41" y="202"/>
                  </a:cubicBezTo>
                  <a:cubicBezTo>
                    <a:pt x="35" y="204"/>
                    <a:pt x="38" y="207"/>
                    <a:pt x="45" y="210"/>
                  </a:cubicBezTo>
                  <a:cubicBezTo>
                    <a:pt x="47" y="211"/>
                    <a:pt x="49" y="212"/>
                    <a:pt x="50" y="213"/>
                  </a:cubicBezTo>
                  <a:cubicBezTo>
                    <a:pt x="52" y="212"/>
                    <a:pt x="53" y="212"/>
                    <a:pt x="54" y="211"/>
                  </a:cubicBezTo>
                  <a:cubicBezTo>
                    <a:pt x="62" y="203"/>
                    <a:pt x="79" y="196"/>
                    <a:pt x="91" y="199"/>
                  </a:cubicBezTo>
                  <a:cubicBezTo>
                    <a:pt x="103" y="202"/>
                    <a:pt x="113" y="197"/>
                    <a:pt x="118" y="204"/>
                  </a:cubicBezTo>
                  <a:cubicBezTo>
                    <a:pt x="123" y="211"/>
                    <a:pt x="118" y="225"/>
                    <a:pt x="120" y="230"/>
                  </a:cubicBezTo>
                  <a:cubicBezTo>
                    <a:pt x="122" y="235"/>
                    <a:pt x="110" y="236"/>
                    <a:pt x="103" y="235"/>
                  </a:cubicBezTo>
                  <a:cubicBezTo>
                    <a:pt x="95" y="234"/>
                    <a:pt x="79" y="238"/>
                    <a:pt x="81" y="243"/>
                  </a:cubicBezTo>
                  <a:cubicBezTo>
                    <a:pt x="83" y="247"/>
                    <a:pt x="89" y="258"/>
                    <a:pt x="78" y="253"/>
                  </a:cubicBezTo>
                  <a:cubicBezTo>
                    <a:pt x="68" y="247"/>
                    <a:pt x="64" y="258"/>
                    <a:pt x="69" y="258"/>
                  </a:cubicBezTo>
                  <a:cubicBezTo>
                    <a:pt x="75" y="258"/>
                    <a:pt x="83" y="265"/>
                    <a:pt x="83" y="270"/>
                  </a:cubicBezTo>
                  <a:cubicBezTo>
                    <a:pt x="83" y="274"/>
                    <a:pt x="83" y="285"/>
                    <a:pt x="89" y="283"/>
                  </a:cubicBezTo>
                  <a:cubicBezTo>
                    <a:pt x="94" y="282"/>
                    <a:pt x="94" y="291"/>
                    <a:pt x="101" y="291"/>
                  </a:cubicBezTo>
                  <a:cubicBezTo>
                    <a:pt x="108" y="290"/>
                    <a:pt x="115" y="293"/>
                    <a:pt x="109" y="299"/>
                  </a:cubicBezTo>
                  <a:cubicBezTo>
                    <a:pt x="104" y="306"/>
                    <a:pt x="113" y="325"/>
                    <a:pt x="115" y="321"/>
                  </a:cubicBezTo>
                  <a:cubicBezTo>
                    <a:pt x="116" y="318"/>
                    <a:pt x="115" y="313"/>
                    <a:pt x="117" y="309"/>
                  </a:cubicBezTo>
                  <a:cubicBezTo>
                    <a:pt x="113" y="299"/>
                    <a:pt x="131" y="299"/>
                    <a:pt x="136" y="299"/>
                  </a:cubicBezTo>
                  <a:cubicBezTo>
                    <a:pt x="141" y="299"/>
                    <a:pt x="151" y="308"/>
                    <a:pt x="157" y="316"/>
                  </a:cubicBezTo>
                  <a:cubicBezTo>
                    <a:pt x="163" y="324"/>
                    <a:pt x="170" y="319"/>
                    <a:pt x="170" y="319"/>
                  </a:cubicBezTo>
                  <a:cubicBezTo>
                    <a:pt x="172" y="241"/>
                    <a:pt x="172" y="241"/>
                    <a:pt x="172" y="241"/>
                  </a:cubicBezTo>
                  <a:cubicBezTo>
                    <a:pt x="216" y="229"/>
                    <a:pt x="216" y="229"/>
                    <a:pt x="216" y="229"/>
                  </a:cubicBezTo>
                  <a:cubicBezTo>
                    <a:pt x="217" y="228"/>
                    <a:pt x="217" y="227"/>
                    <a:pt x="218" y="226"/>
                  </a:cubicBezTo>
                  <a:cubicBezTo>
                    <a:pt x="224" y="218"/>
                    <a:pt x="231" y="225"/>
                    <a:pt x="234" y="226"/>
                  </a:cubicBezTo>
                  <a:cubicBezTo>
                    <a:pt x="236" y="228"/>
                    <a:pt x="235" y="218"/>
                    <a:pt x="241" y="218"/>
                  </a:cubicBezTo>
                  <a:cubicBezTo>
                    <a:pt x="248" y="219"/>
                    <a:pt x="241" y="229"/>
                    <a:pt x="246" y="229"/>
                  </a:cubicBezTo>
                  <a:cubicBezTo>
                    <a:pt x="249" y="229"/>
                    <a:pt x="258" y="242"/>
                    <a:pt x="255" y="252"/>
                  </a:cubicBezTo>
                  <a:cubicBezTo>
                    <a:pt x="262" y="257"/>
                    <a:pt x="274" y="271"/>
                    <a:pt x="276" y="274"/>
                  </a:cubicBezTo>
                  <a:cubicBezTo>
                    <a:pt x="277" y="278"/>
                    <a:pt x="295" y="271"/>
                    <a:pt x="299" y="273"/>
                  </a:cubicBezTo>
                  <a:cubicBezTo>
                    <a:pt x="302" y="274"/>
                    <a:pt x="329" y="274"/>
                    <a:pt x="334" y="274"/>
                  </a:cubicBezTo>
                  <a:cubicBezTo>
                    <a:pt x="339" y="274"/>
                    <a:pt x="342" y="283"/>
                    <a:pt x="348" y="285"/>
                  </a:cubicBezTo>
                  <a:cubicBezTo>
                    <a:pt x="354" y="286"/>
                    <a:pt x="351" y="295"/>
                    <a:pt x="352" y="301"/>
                  </a:cubicBezTo>
                  <a:cubicBezTo>
                    <a:pt x="353" y="308"/>
                    <a:pt x="361" y="314"/>
                    <a:pt x="362" y="320"/>
                  </a:cubicBezTo>
                  <a:cubicBezTo>
                    <a:pt x="363" y="325"/>
                    <a:pt x="372" y="322"/>
                    <a:pt x="377" y="324"/>
                  </a:cubicBezTo>
                  <a:cubicBezTo>
                    <a:pt x="383" y="325"/>
                    <a:pt x="391" y="327"/>
                    <a:pt x="392" y="333"/>
                  </a:cubicBezTo>
                  <a:cubicBezTo>
                    <a:pt x="393" y="338"/>
                    <a:pt x="400" y="334"/>
                    <a:pt x="400" y="330"/>
                  </a:cubicBezTo>
                  <a:cubicBezTo>
                    <a:pt x="401" y="326"/>
                    <a:pt x="408" y="320"/>
                    <a:pt x="418" y="316"/>
                  </a:cubicBezTo>
                  <a:cubicBezTo>
                    <a:pt x="423" y="314"/>
                    <a:pt x="426" y="314"/>
                    <a:pt x="428" y="315"/>
                  </a:cubicBezTo>
                  <a:cubicBezTo>
                    <a:pt x="430" y="310"/>
                    <a:pt x="432" y="306"/>
                    <a:pt x="434" y="305"/>
                  </a:cubicBezTo>
                  <a:cubicBezTo>
                    <a:pt x="437" y="304"/>
                    <a:pt x="444" y="298"/>
                    <a:pt x="445" y="293"/>
                  </a:cubicBezTo>
                  <a:cubicBezTo>
                    <a:pt x="445" y="288"/>
                    <a:pt x="459" y="288"/>
                    <a:pt x="469" y="293"/>
                  </a:cubicBezTo>
                  <a:cubicBezTo>
                    <a:pt x="478" y="297"/>
                    <a:pt x="484" y="297"/>
                    <a:pt x="484" y="290"/>
                  </a:cubicBezTo>
                  <a:cubicBezTo>
                    <a:pt x="485" y="283"/>
                    <a:pt x="498" y="281"/>
                    <a:pt x="503" y="283"/>
                  </a:cubicBezTo>
                  <a:cubicBezTo>
                    <a:pt x="507" y="285"/>
                    <a:pt x="520" y="292"/>
                    <a:pt x="526" y="290"/>
                  </a:cubicBezTo>
                  <a:cubicBezTo>
                    <a:pt x="532" y="287"/>
                    <a:pt x="564" y="290"/>
                    <a:pt x="571" y="292"/>
                  </a:cubicBezTo>
                  <a:cubicBezTo>
                    <a:pt x="579" y="294"/>
                    <a:pt x="581" y="289"/>
                    <a:pt x="588" y="297"/>
                  </a:cubicBezTo>
                  <a:cubicBezTo>
                    <a:pt x="594" y="303"/>
                    <a:pt x="597" y="298"/>
                    <a:pt x="603" y="303"/>
                  </a:cubicBezTo>
                  <a:cubicBezTo>
                    <a:pt x="603" y="301"/>
                    <a:pt x="603" y="298"/>
                    <a:pt x="603" y="295"/>
                  </a:cubicBezTo>
                  <a:cubicBezTo>
                    <a:pt x="603" y="290"/>
                    <a:pt x="610" y="286"/>
                    <a:pt x="612" y="282"/>
                  </a:cubicBezTo>
                  <a:cubicBezTo>
                    <a:pt x="613" y="278"/>
                    <a:pt x="605" y="267"/>
                    <a:pt x="605" y="263"/>
                  </a:cubicBezTo>
                  <a:cubicBezTo>
                    <a:pt x="605" y="259"/>
                    <a:pt x="605" y="249"/>
                    <a:pt x="601" y="247"/>
                  </a:cubicBezTo>
                  <a:cubicBezTo>
                    <a:pt x="597" y="245"/>
                    <a:pt x="608" y="240"/>
                    <a:pt x="611" y="240"/>
                  </a:cubicBezTo>
                  <a:cubicBezTo>
                    <a:pt x="617" y="241"/>
                    <a:pt x="625" y="235"/>
                    <a:pt x="628" y="237"/>
                  </a:cubicBezTo>
                  <a:cubicBezTo>
                    <a:pt x="630" y="240"/>
                    <a:pt x="635" y="240"/>
                    <a:pt x="640" y="240"/>
                  </a:cubicBezTo>
                  <a:cubicBezTo>
                    <a:pt x="645" y="240"/>
                    <a:pt x="643" y="235"/>
                    <a:pt x="640" y="232"/>
                  </a:cubicBezTo>
                  <a:cubicBezTo>
                    <a:pt x="637" y="230"/>
                    <a:pt x="649" y="206"/>
                    <a:pt x="651" y="198"/>
                  </a:cubicBezTo>
                  <a:cubicBezTo>
                    <a:pt x="653" y="190"/>
                    <a:pt x="657" y="197"/>
                    <a:pt x="663" y="198"/>
                  </a:cubicBezTo>
                  <a:cubicBezTo>
                    <a:pt x="669" y="199"/>
                    <a:pt x="676" y="198"/>
                    <a:pt x="679" y="200"/>
                  </a:cubicBezTo>
                  <a:cubicBezTo>
                    <a:pt x="683" y="201"/>
                    <a:pt x="693" y="197"/>
                    <a:pt x="696" y="193"/>
                  </a:cubicBezTo>
                  <a:cubicBezTo>
                    <a:pt x="698" y="190"/>
                    <a:pt x="693" y="188"/>
                    <a:pt x="693" y="179"/>
                  </a:cubicBezTo>
                  <a:cubicBezTo>
                    <a:pt x="694" y="170"/>
                    <a:pt x="699" y="166"/>
                    <a:pt x="705" y="166"/>
                  </a:cubicBezTo>
                  <a:cubicBezTo>
                    <a:pt x="711" y="166"/>
                    <a:pt x="712" y="161"/>
                    <a:pt x="712" y="156"/>
                  </a:cubicBezTo>
                  <a:cubicBezTo>
                    <a:pt x="712" y="152"/>
                    <a:pt x="717" y="150"/>
                    <a:pt x="719" y="145"/>
                  </a:cubicBezTo>
                  <a:cubicBezTo>
                    <a:pt x="717" y="143"/>
                    <a:pt x="715" y="140"/>
                    <a:pt x="715" y="138"/>
                  </a:cubicBezTo>
                  <a:close/>
                  <a:moveTo>
                    <a:pt x="269" y="215"/>
                  </a:moveTo>
                  <a:cubicBezTo>
                    <a:pt x="266" y="218"/>
                    <a:pt x="246" y="212"/>
                    <a:pt x="244" y="208"/>
                  </a:cubicBezTo>
                  <a:cubicBezTo>
                    <a:pt x="242" y="204"/>
                    <a:pt x="273" y="209"/>
                    <a:pt x="269" y="215"/>
                  </a:cubicBezTo>
                  <a:close/>
                  <a:moveTo>
                    <a:pt x="565" y="213"/>
                  </a:moveTo>
                  <a:cubicBezTo>
                    <a:pt x="550" y="213"/>
                    <a:pt x="518" y="206"/>
                    <a:pt x="505" y="220"/>
                  </a:cubicBezTo>
                  <a:cubicBezTo>
                    <a:pt x="492" y="234"/>
                    <a:pt x="501" y="241"/>
                    <a:pt x="495" y="242"/>
                  </a:cubicBezTo>
                  <a:cubicBezTo>
                    <a:pt x="489" y="243"/>
                    <a:pt x="486" y="221"/>
                    <a:pt x="493" y="213"/>
                  </a:cubicBezTo>
                  <a:cubicBezTo>
                    <a:pt x="501" y="206"/>
                    <a:pt x="524" y="203"/>
                    <a:pt x="539" y="207"/>
                  </a:cubicBezTo>
                  <a:cubicBezTo>
                    <a:pt x="553" y="210"/>
                    <a:pt x="579" y="204"/>
                    <a:pt x="583" y="205"/>
                  </a:cubicBezTo>
                  <a:cubicBezTo>
                    <a:pt x="587" y="206"/>
                    <a:pt x="579" y="213"/>
                    <a:pt x="565" y="21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3" name="Google Shape;303;p31"/>
            <p:cNvSpPr/>
            <p:nvPr/>
          </p:nvSpPr>
          <p:spPr>
            <a:xfrm>
              <a:off x="5181783" y="871566"/>
              <a:ext cx="3864112" cy="1447850"/>
            </a:xfrm>
            <a:custGeom>
              <a:avLst/>
              <a:gdLst/>
              <a:ahLst/>
              <a:cxnLst/>
              <a:rect l="l" t="t" r="r" b="b"/>
              <a:pathLst>
                <a:path w="3013" h="1156" extrusionOk="0">
                  <a:moveTo>
                    <a:pt x="46" y="835"/>
                  </a:moveTo>
                  <a:cubicBezTo>
                    <a:pt x="43" y="837"/>
                    <a:pt x="37" y="834"/>
                    <a:pt x="35" y="832"/>
                  </a:cubicBezTo>
                  <a:cubicBezTo>
                    <a:pt x="34" y="829"/>
                    <a:pt x="29" y="830"/>
                    <a:pt x="25" y="831"/>
                  </a:cubicBezTo>
                  <a:cubicBezTo>
                    <a:pt x="26" y="831"/>
                    <a:pt x="27" y="832"/>
                    <a:pt x="27" y="833"/>
                  </a:cubicBezTo>
                  <a:cubicBezTo>
                    <a:pt x="30" y="837"/>
                    <a:pt x="18" y="838"/>
                    <a:pt x="22" y="843"/>
                  </a:cubicBezTo>
                  <a:cubicBezTo>
                    <a:pt x="25" y="848"/>
                    <a:pt x="13" y="848"/>
                    <a:pt x="13" y="843"/>
                  </a:cubicBezTo>
                  <a:cubicBezTo>
                    <a:pt x="13" y="838"/>
                    <a:pt x="1" y="840"/>
                    <a:pt x="1" y="844"/>
                  </a:cubicBezTo>
                  <a:cubicBezTo>
                    <a:pt x="1" y="845"/>
                    <a:pt x="1" y="846"/>
                    <a:pt x="0" y="848"/>
                  </a:cubicBezTo>
                  <a:cubicBezTo>
                    <a:pt x="4" y="849"/>
                    <a:pt x="8" y="850"/>
                    <a:pt x="9" y="851"/>
                  </a:cubicBezTo>
                  <a:cubicBezTo>
                    <a:pt x="11" y="852"/>
                    <a:pt x="43" y="855"/>
                    <a:pt x="55" y="853"/>
                  </a:cubicBezTo>
                  <a:cubicBezTo>
                    <a:pt x="54" y="851"/>
                    <a:pt x="56" y="844"/>
                    <a:pt x="56" y="841"/>
                  </a:cubicBezTo>
                  <a:cubicBezTo>
                    <a:pt x="56" y="838"/>
                    <a:pt x="48" y="834"/>
                    <a:pt x="46" y="835"/>
                  </a:cubicBezTo>
                  <a:close/>
                  <a:moveTo>
                    <a:pt x="1273" y="19"/>
                  </a:moveTo>
                  <a:cubicBezTo>
                    <a:pt x="1275" y="11"/>
                    <a:pt x="1240" y="14"/>
                    <a:pt x="1249" y="22"/>
                  </a:cubicBezTo>
                  <a:cubicBezTo>
                    <a:pt x="1253" y="24"/>
                    <a:pt x="1271" y="26"/>
                    <a:pt x="1273" y="19"/>
                  </a:cubicBezTo>
                  <a:close/>
                  <a:moveTo>
                    <a:pt x="800" y="32"/>
                  </a:moveTo>
                  <a:cubicBezTo>
                    <a:pt x="820" y="30"/>
                    <a:pt x="820" y="19"/>
                    <a:pt x="809" y="17"/>
                  </a:cubicBezTo>
                  <a:cubicBezTo>
                    <a:pt x="799" y="15"/>
                    <a:pt x="797" y="23"/>
                    <a:pt x="792" y="23"/>
                  </a:cubicBezTo>
                  <a:cubicBezTo>
                    <a:pt x="787" y="22"/>
                    <a:pt x="767" y="26"/>
                    <a:pt x="771" y="31"/>
                  </a:cubicBezTo>
                  <a:cubicBezTo>
                    <a:pt x="776" y="36"/>
                    <a:pt x="791" y="33"/>
                    <a:pt x="800" y="32"/>
                  </a:cubicBezTo>
                  <a:close/>
                  <a:moveTo>
                    <a:pt x="1314" y="70"/>
                  </a:moveTo>
                  <a:cubicBezTo>
                    <a:pt x="1314" y="76"/>
                    <a:pt x="1297" y="82"/>
                    <a:pt x="1302" y="86"/>
                  </a:cubicBezTo>
                  <a:cubicBezTo>
                    <a:pt x="1306" y="90"/>
                    <a:pt x="1310" y="89"/>
                    <a:pt x="1315" y="90"/>
                  </a:cubicBezTo>
                  <a:cubicBezTo>
                    <a:pt x="1320" y="91"/>
                    <a:pt x="1323" y="104"/>
                    <a:pt x="1332" y="102"/>
                  </a:cubicBezTo>
                  <a:cubicBezTo>
                    <a:pt x="1342" y="99"/>
                    <a:pt x="1367" y="112"/>
                    <a:pt x="1382" y="112"/>
                  </a:cubicBezTo>
                  <a:cubicBezTo>
                    <a:pt x="1398" y="112"/>
                    <a:pt x="1399" y="99"/>
                    <a:pt x="1394" y="99"/>
                  </a:cubicBezTo>
                  <a:cubicBezTo>
                    <a:pt x="1390" y="98"/>
                    <a:pt x="1394" y="91"/>
                    <a:pt x="1402" y="79"/>
                  </a:cubicBezTo>
                  <a:cubicBezTo>
                    <a:pt x="1411" y="67"/>
                    <a:pt x="1376" y="58"/>
                    <a:pt x="1376" y="68"/>
                  </a:cubicBezTo>
                  <a:cubicBezTo>
                    <a:pt x="1376" y="77"/>
                    <a:pt x="1366" y="66"/>
                    <a:pt x="1363" y="60"/>
                  </a:cubicBezTo>
                  <a:cubicBezTo>
                    <a:pt x="1360" y="54"/>
                    <a:pt x="1314" y="65"/>
                    <a:pt x="1314" y="70"/>
                  </a:cubicBezTo>
                  <a:close/>
                  <a:moveTo>
                    <a:pt x="901" y="322"/>
                  </a:moveTo>
                  <a:cubicBezTo>
                    <a:pt x="908" y="323"/>
                    <a:pt x="926" y="320"/>
                    <a:pt x="928" y="316"/>
                  </a:cubicBezTo>
                  <a:cubicBezTo>
                    <a:pt x="930" y="312"/>
                    <a:pt x="921" y="308"/>
                    <a:pt x="909" y="308"/>
                  </a:cubicBezTo>
                  <a:cubicBezTo>
                    <a:pt x="897" y="308"/>
                    <a:pt x="895" y="321"/>
                    <a:pt x="901" y="322"/>
                  </a:cubicBezTo>
                  <a:close/>
                  <a:moveTo>
                    <a:pt x="1053" y="330"/>
                  </a:moveTo>
                  <a:cubicBezTo>
                    <a:pt x="1062" y="334"/>
                    <a:pt x="1068" y="333"/>
                    <a:pt x="1067" y="324"/>
                  </a:cubicBezTo>
                  <a:cubicBezTo>
                    <a:pt x="1066" y="316"/>
                    <a:pt x="1047" y="327"/>
                    <a:pt x="1053" y="330"/>
                  </a:cubicBezTo>
                  <a:close/>
                  <a:moveTo>
                    <a:pt x="1395" y="144"/>
                  </a:moveTo>
                  <a:cubicBezTo>
                    <a:pt x="1402" y="148"/>
                    <a:pt x="1426" y="139"/>
                    <a:pt x="1441" y="139"/>
                  </a:cubicBezTo>
                  <a:cubicBezTo>
                    <a:pt x="1457" y="140"/>
                    <a:pt x="1501" y="127"/>
                    <a:pt x="1502" y="119"/>
                  </a:cubicBezTo>
                  <a:cubicBezTo>
                    <a:pt x="1504" y="110"/>
                    <a:pt x="1486" y="111"/>
                    <a:pt x="1479" y="104"/>
                  </a:cubicBezTo>
                  <a:cubicBezTo>
                    <a:pt x="1473" y="96"/>
                    <a:pt x="1458" y="103"/>
                    <a:pt x="1454" y="109"/>
                  </a:cubicBezTo>
                  <a:cubicBezTo>
                    <a:pt x="1450" y="115"/>
                    <a:pt x="1446" y="109"/>
                    <a:pt x="1456" y="99"/>
                  </a:cubicBezTo>
                  <a:cubicBezTo>
                    <a:pt x="1466" y="90"/>
                    <a:pt x="1446" y="82"/>
                    <a:pt x="1446" y="88"/>
                  </a:cubicBezTo>
                  <a:cubicBezTo>
                    <a:pt x="1445" y="94"/>
                    <a:pt x="1427" y="89"/>
                    <a:pt x="1427" y="95"/>
                  </a:cubicBezTo>
                  <a:cubicBezTo>
                    <a:pt x="1427" y="101"/>
                    <a:pt x="1420" y="103"/>
                    <a:pt x="1421" y="109"/>
                  </a:cubicBezTo>
                  <a:cubicBezTo>
                    <a:pt x="1421" y="115"/>
                    <a:pt x="1408" y="106"/>
                    <a:pt x="1407" y="119"/>
                  </a:cubicBezTo>
                  <a:cubicBezTo>
                    <a:pt x="1407" y="132"/>
                    <a:pt x="1387" y="139"/>
                    <a:pt x="1395" y="144"/>
                  </a:cubicBezTo>
                  <a:close/>
                  <a:moveTo>
                    <a:pt x="1286" y="56"/>
                  </a:moveTo>
                  <a:cubicBezTo>
                    <a:pt x="1296" y="60"/>
                    <a:pt x="1293" y="62"/>
                    <a:pt x="1282" y="62"/>
                  </a:cubicBezTo>
                  <a:cubicBezTo>
                    <a:pt x="1272" y="62"/>
                    <a:pt x="1263" y="66"/>
                    <a:pt x="1270" y="69"/>
                  </a:cubicBezTo>
                  <a:cubicBezTo>
                    <a:pt x="1275" y="71"/>
                    <a:pt x="1274" y="77"/>
                    <a:pt x="1285" y="79"/>
                  </a:cubicBezTo>
                  <a:cubicBezTo>
                    <a:pt x="1296" y="82"/>
                    <a:pt x="1307" y="73"/>
                    <a:pt x="1306" y="67"/>
                  </a:cubicBezTo>
                  <a:cubicBezTo>
                    <a:pt x="1305" y="60"/>
                    <a:pt x="1344" y="55"/>
                    <a:pt x="1355" y="52"/>
                  </a:cubicBezTo>
                  <a:cubicBezTo>
                    <a:pt x="1365" y="49"/>
                    <a:pt x="1348" y="38"/>
                    <a:pt x="1360" y="37"/>
                  </a:cubicBezTo>
                  <a:cubicBezTo>
                    <a:pt x="1371" y="36"/>
                    <a:pt x="1366" y="31"/>
                    <a:pt x="1352" y="29"/>
                  </a:cubicBezTo>
                  <a:cubicBezTo>
                    <a:pt x="1338" y="27"/>
                    <a:pt x="1344" y="15"/>
                    <a:pt x="1339" y="11"/>
                  </a:cubicBezTo>
                  <a:cubicBezTo>
                    <a:pt x="1334" y="7"/>
                    <a:pt x="1332" y="16"/>
                    <a:pt x="1314" y="20"/>
                  </a:cubicBezTo>
                  <a:cubicBezTo>
                    <a:pt x="1295" y="23"/>
                    <a:pt x="1286" y="28"/>
                    <a:pt x="1294" y="32"/>
                  </a:cubicBezTo>
                  <a:cubicBezTo>
                    <a:pt x="1301" y="35"/>
                    <a:pt x="1294" y="44"/>
                    <a:pt x="1286" y="44"/>
                  </a:cubicBezTo>
                  <a:cubicBezTo>
                    <a:pt x="1278" y="43"/>
                    <a:pt x="1277" y="51"/>
                    <a:pt x="1286" y="56"/>
                  </a:cubicBezTo>
                  <a:close/>
                  <a:moveTo>
                    <a:pt x="2226" y="251"/>
                  </a:moveTo>
                  <a:cubicBezTo>
                    <a:pt x="2238" y="252"/>
                    <a:pt x="2245" y="264"/>
                    <a:pt x="2268" y="265"/>
                  </a:cubicBezTo>
                  <a:cubicBezTo>
                    <a:pt x="2292" y="267"/>
                    <a:pt x="2310" y="262"/>
                    <a:pt x="2311" y="257"/>
                  </a:cubicBezTo>
                  <a:cubicBezTo>
                    <a:pt x="2311" y="252"/>
                    <a:pt x="2289" y="244"/>
                    <a:pt x="2282" y="248"/>
                  </a:cubicBezTo>
                  <a:cubicBezTo>
                    <a:pt x="2275" y="252"/>
                    <a:pt x="2270" y="241"/>
                    <a:pt x="2262" y="244"/>
                  </a:cubicBezTo>
                  <a:cubicBezTo>
                    <a:pt x="2253" y="247"/>
                    <a:pt x="2242" y="246"/>
                    <a:pt x="2238" y="239"/>
                  </a:cubicBezTo>
                  <a:cubicBezTo>
                    <a:pt x="2234" y="231"/>
                    <a:pt x="2219" y="250"/>
                    <a:pt x="2226" y="251"/>
                  </a:cubicBezTo>
                  <a:close/>
                  <a:moveTo>
                    <a:pt x="2808" y="397"/>
                  </a:moveTo>
                  <a:cubicBezTo>
                    <a:pt x="2818" y="402"/>
                    <a:pt x="2824" y="390"/>
                    <a:pt x="2833" y="396"/>
                  </a:cubicBezTo>
                  <a:cubicBezTo>
                    <a:pt x="2841" y="402"/>
                    <a:pt x="2861" y="394"/>
                    <a:pt x="2870" y="392"/>
                  </a:cubicBezTo>
                  <a:cubicBezTo>
                    <a:pt x="2878" y="390"/>
                    <a:pt x="2874" y="380"/>
                    <a:pt x="2850" y="377"/>
                  </a:cubicBezTo>
                  <a:cubicBezTo>
                    <a:pt x="2827" y="374"/>
                    <a:pt x="2797" y="391"/>
                    <a:pt x="2808" y="397"/>
                  </a:cubicBezTo>
                  <a:close/>
                  <a:moveTo>
                    <a:pt x="2068" y="251"/>
                  </a:moveTo>
                  <a:cubicBezTo>
                    <a:pt x="2075" y="255"/>
                    <a:pt x="2078" y="259"/>
                    <a:pt x="2082" y="263"/>
                  </a:cubicBezTo>
                  <a:cubicBezTo>
                    <a:pt x="2086" y="267"/>
                    <a:pt x="2102" y="261"/>
                    <a:pt x="2108" y="259"/>
                  </a:cubicBezTo>
                  <a:cubicBezTo>
                    <a:pt x="2114" y="256"/>
                    <a:pt x="2115" y="268"/>
                    <a:pt x="2125" y="262"/>
                  </a:cubicBezTo>
                  <a:cubicBezTo>
                    <a:pt x="2134" y="255"/>
                    <a:pt x="2144" y="259"/>
                    <a:pt x="2156" y="259"/>
                  </a:cubicBezTo>
                  <a:cubicBezTo>
                    <a:pt x="2167" y="259"/>
                    <a:pt x="2154" y="244"/>
                    <a:pt x="2154" y="238"/>
                  </a:cubicBezTo>
                  <a:cubicBezTo>
                    <a:pt x="2155" y="232"/>
                    <a:pt x="2168" y="236"/>
                    <a:pt x="2164" y="241"/>
                  </a:cubicBezTo>
                  <a:cubicBezTo>
                    <a:pt x="2160" y="247"/>
                    <a:pt x="2170" y="259"/>
                    <a:pt x="2187" y="257"/>
                  </a:cubicBezTo>
                  <a:cubicBezTo>
                    <a:pt x="2203" y="256"/>
                    <a:pt x="2191" y="246"/>
                    <a:pt x="2199" y="242"/>
                  </a:cubicBezTo>
                  <a:cubicBezTo>
                    <a:pt x="2207" y="239"/>
                    <a:pt x="2206" y="235"/>
                    <a:pt x="2194" y="227"/>
                  </a:cubicBezTo>
                  <a:cubicBezTo>
                    <a:pt x="2182" y="220"/>
                    <a:pt x="2167" y="225"/>
                    <a:pt x="2156" y="220"/>
                  </a:cubicBezTo>
                  <a:cubicBezTo>
                    <a:pt x="2145" y="215"/>
                    <a:pt x="2132" y="215"/>
                    <a:pt x="2131" y="226"/>
                  </a:cubicBezTo>
                  <a:cubicBezTo>
                    <a:pt x="2131" y="238"/>
                    <a:pt x="2109" y="214"/>
                    <a:pt x="2097" y="210"/>
                  </a:cubicBezTo>
                  <a:cubicBezTo>
                    <a:pt x="2086" y="206"/>
                    <a:pt x="2050" y="243"/>
                    <a:pt x="2068" y="251"/>
                  </a:cubicBezTo>
                  <a:close/>
                  <a:moveTo>
                    <a:pt x="2177" y="318"/>
                  </a:moveTo>
                  <a:cubicBezTo>
                    <a:pt x="2186" y="316"/>
                    <a:pt x="2170" y="299"/>
                    <a:pt x="2154" y="296"/>
                  </a:cubicBezTo>
                  <a:cubicBezTo>
                    <a:pt x="2138" y="293"/>
                    <a:pt x="2123" y="307"/>
                    <a:pt x="2125" y="310"/>
                  </a:cubicBezTo>
                  <a:cubicBezTo>
                    <a:pt x="2129" y="316"/>
                    <a:pt x="2167" y="320"/>
                    <a:pt x="2177" y="318"/>
                  </a:cubicBezTo>
                  <a:close/>
                  <a:moveTo>
                    <a:pt x="2135" y="284"/>
                  </a:moveTo>
                  <a:cubicBezTo>
                    <a:pt x="2135" y="276"/>
                    <a:pt x="2107" y="286"/>
                    <a:pt x="2118" y="290"/>
                  </a:cubicBezTo>
                  <a:cubicBezTo>
                    <a:pt x="2125" y="292"/>
                    <a:pt x="2135" y="291"/>
                    <a:pt x="2135" y="284"/>
                  </a:cubicBezTo>
                  <a:close/>
                  <a:moveTo>
                    <a:pt x="2173" y="920"/>
                  </a:moveTo>
                  <a:cubicBezTo>
                    <a:pt x="2167" y="905"/>
                    <a:pt x="2181" y="891"/>
                    <a:pt x="2170" y="883"/>
                  </a:cubicBezTo>
                  <a:cubicBezTo>
                    <a:pt x="2160" y="875"/>
                    <a:pt x="2164" y="859"/>
                    <a:pt x="2159" y="862"/>
                  </a:cubicBezTo>
                  <a:cubicBezTo>
                    <a:pt x="2154" y="865"/>
                    <a:pt x="2159" y="879"/>
                    <a:pt x="2151" y="880"/>
                  </a:cubicBezTo>
                  <a:cubicBezTo>
                    <a:pt x="2142" y="881"/>
                    <a:pt x="2150" y="889"/>
                    <a:pt x="2147" y="899"/>
                  </a:cubicBezTo>
                  <a:cubicBezTo>
                    <a:pt x="2144" y="910"/>
                    <a:pt x="2149" y="925"/>
                    <a:pt x="2153" y="934"/>
                  </a:cubicBezTo>
                  <a:cubicBezTo>
                    <a:pt x="2157" y="944"/>
                    <a:pt x="2147" y="994"/>
                    <a:pt x="2151" y="1002"/>
                  </a:cubicBezTo>
                  <a:cubicBezTo>
                    <a:pt x="2155" y="1011"/>
                    <a:pt x="2144" y="1047"/>
                    <a:pt x="2148" y="1052"/>
                  </a:cubicBezTo>
                  <a:cubicBezTo>
                    <a:pt x="2154" y="1059"/>
                    <a:pt x="2150" y="1042"/>
                    <a:pt x="2159" y="1040"/>
                  </a:cubicBezTo>
                  <a:cubicBezTo>
                    <a:pt x="2169" y="1039"/>
                    <a:pt x="2169" y="1051"/>
                    <a:pt x="2175" y="1053"/>
                  </a:cubicBezTo>
                  <a:cubicBezTo>
                    <a:pt x="2180" y="1056"/>
                    <a:pt x="2177" y="1037"/>
                    <a:pt x="2171" y="1038"/>
                  </a:cubicBezTo>
                  <a:cubicBezTo>
                    <a:pt x="2166" y="1039"/>
                    <a:pt x="2162" y="1025"/>
                    <a:pt x="2159" y="1017"/>
                  </a:cubicBezTo>
                  <a:cubicBezTo>
                    <a:pt x="2157" y="1008"/>
                    <a:pt x="2165" y="999"/>
                    <a:pt x="2165" y="988"/>
                  </a:cubicBezTo>
                  <a:cubicBezTo>
                    <a:pt x="2165" y="978"/>
                    <a:pt x="2178" y="978"/>
                    <a:pt x="2186" y="986"/>
                  </a:cubicBezTo>
                  <a:cubicBezTo>
                    <a:pt x="2193" y="994"/>
                    <a:pt x="2194" y="989"/>
                    <a:pt x="2191" y="983"/>
                  </a:cubicBezTo>
                  <a:cubicBezTo>
                    <a:pt x="2188" y="977"/>
                    <a:pt x="2178" y="935"/>
                    <a:pt x="2173" y="920"/>
                  </a:cubicBezTo>
                  <a:close/>
                  <a:moveTo>
                    <a:pt x="510" y="456"/>
                  </a:moveTo>
                  <a:cubicBezTo>
                    <a:pt x="524" y="469"/>
                    <a:pt x="536" y="450"/>
                    <a:pt x="543" y="449"/>
                  </a:cubicBezTo>
                  <a:cubicBezTo>
                    <a:pt x="550" y="448"/>
                    <a:pt x="539" y="441"/>
                    <a:pt x="527" y="437"/>
                  </a:cubicBezTo>
                  <a:cubicBezTo>
                    <a:pt x="516" y="434"/>
                    <a:pt x="499" y="446"/>
                    <a:pt x="510" y="456"/>
                  </a:cubicBezTo>
                  <a:close/>
                  <a:moveTo>
                    <a:pt x="532" y="34"/>
                  </a:moveTo>
                  <a:cubicBezTo>
                    <a:pt x="540" y="39"/>
                    <a:pt x="512" y="38"/>
                    <a:pt x="508" y="43"/>
                  </a:cubicBezTo>
                  <a:cubicBezTo>
                    <a:pt x="505" y="48"/>
                    <a:pt x="489" y="46"/>
                    <a:pt x="492" y="53"/>
                  </a:cubicBezTo>
                  <a:cubicBezTo>
                    <a:pt x="495" y="59"/>
                    <a:pt x="521" y="59"/>
                    <a:pt x="521" y="54"/>
                  </a:cubicBezTo>
                  <a:cubicBezTo>
                    <a:pt x="521" y="49"/>
                    <a:pt x="534" y="54"/>
                    <a:pt x="535" y="49"/>
                  </a:cubicBezTo>
                  <a:cubicBezTo>
                    <a:pt x="536" y="44"/>
                    <a:pt x="541" y="39"/>
                    <a:pt x="556" y="38"/>
                  </a:cubicBezTo>
                  <a:cubicBezTo>
                    <a:pt x="570" y="37"/>
                    <a:pt x="570" y="32"/>
                    <a:pt x="557" y="25"/>
                  </a:cubicBezTo>
                  <a:cubicBezTo>
                    <a:pt x="543" y="19"/>
                    <a:pt x="525" y="29"/>
                    <a:pt x="532" y="34"/>
                  </a:cubicBezTo>
                  <a:close/>
                  <a:moveTo>
                    <a:pt x="483" y="39"/>
                  </a:moveTo>
                  <a:cubicBezTo>
                    <a:pt x="495" y="28"/>
                    <a:pt x="511" y="38"/>
                    <a:pt x="513" y="33"/>
                  </a:cubicBezTo>
                  <a:cubicBezTo>
                    <a:pt x="515" y="28"/>
                    <a:pt x="491" y="26"/>
                    <a:pt x="482" y="31"/>
                  </a:cubicBezTo>
                  <a:cubicBezTo>
                    <a:pt x="473" y="36"/>
                    <a:pt x="452" y="32"/>
                    <a:pt x="455" y="38"/>
                  </a:cubicBezTo>
                  <a:cubicBezTo>
                    <a:pt x="456" y="42"/>
                    <a:pt x="471" y="50"/>
                    <a:pt x="483" y="39"/>
                  </a:cubicBezTo>
                  <a:close/>
                  <a:moveTo>
                    <a:pt x="1620" y="274"/>
                  </a:moveTo>
                  <a:cubicBezTo>
                    <a:pt x="1618" y="278"/>
                    <a:pt x="1607" y="279"/>
                    <a:pt x="1610" y="283"/>
                  </a:cubicBezTo>
                  <a:cubicBezTo>
                    <a:pt x="1615" y="289"/>
                    <a:pt x="1641" y="286"/>
                    <a:pt x="1642" y="277"/>
                  </a:cubicBezTo>
                  <a:cubicBezTo>
                    <a:pt x="1642" y="269"/>
                    <a:pt x="1622" y="270"/>
                    <a:pt x="1620" y="274"/>
                  </a:cubicBezTo>
                  <a:close/>
                  <a:moveTo>
                    <a:pt x="3008" y="545"/>
                  </a:moveTo>
                  <a:cubicBezTo>
                    <a:pt x="3003" y="543"/>
                    <a:pt x="2986" y="532"/>
                    <a:pt x="2982" y="526"/>
                  </a:cubicBezTo>
                  <a:cubicBezTo>
                    <a:pt x="2978" y="520"/>
                    <a:pt x="2958" y="517"/>
                    <a:pt x="2958" y="520"/>
                  </a:cubicBezTo>
                  <a:cubicBezTo>
                    <a:pt x="2958" y="523"/>
                    <a:pt x="2951" y="520"/>
                    <a:pt x="2950" y="516"/>
                  </a:cubicBezTo>
                  <a:cubicBezTo>
                    <a:pt x="2948" y="513"/>
                    <a:pt x="2927" y="512"/>
                    <a:pt x="2927" y="516"/>
                  </a:cubicBezTo>
                  <a:cubicBezTo>
                    <a:pt x="2927" y="520"/>
                    <a:pt x="2932" y="520"/>
                    <a:pt x="2935" y="524"/>
                  </a:cubicBezTo>
                  <a:cubicBezTo>
                    <a:pt x="2938" y="528"/>
                    <a:pt x="2931" y="530"/>
                    <a:pt x="2932" y="535"/>
                  </a:cubicBezTo>
                  <a:cubicBezTo>
                    <a:pt x="2934" y="540"/>
                    <a:pt x="2925" y="533"/>
                    <a:pt x="2921" y="530"/>
                  </a:cubicBezTo>
                  <a:cubicBezTo>
                    <a:pt x="2918" y="528"/>
                    <a:pt x="2919" y="517"/>
                    <a:pt x="2920" y="512"/>
                  </a:cubicBezTo>
                  <a:cubicBezTo>
                    <a:pt x="2921" y="507"/>
                    <a:pt x="2914" y="508"/>
                    <a:pt x="2914" y="503"/>
                  </a:cubicBezTo>
                  <a:cubicBezTo>
                    <a:pt x="2913" y="498"/>
                    <a:pt x="2889" y="487"/>
                    <a:pt x="2879" y="483"/>
                  </a:cubicBezTo>
                  <a:cubicBezTo>
                    <a:pt x="2870" y="479"/>
                    <a:pt x="2857" y="475"/>
                    <a:pt x="2853" y="470"/>
                  </a:cubicBezTo>
                  <a:cubicBezTo>
                    <a:pt x="2850" y="465"/>
                    <a:pt x="2832" y="464"/>
                    <a:pt x="2825" y="457"/>
                  </a:cubicBezTo>
                  <a:cubicBezTo>
                    <a:pt x="2819" y="450"/>
                    <a:pt x="2789" y="437"/>
                    <a:pt x="2776" y="437"/>
                  </a:cubicBezTo>
                  <a:cubicBezTo>
                    <a:pt x="2763" y="436"/>
                    <a:pt x="2766" y="429"/>
                    <a:pt x="2760" y="430"/>
                  </a:cubicBezTo>
                  <a:cubicBezTo>
                    <a:pt x="2754" y="431"/>
                    <a:pt x="2727" y="430"/>
                    <a:pt x="2719" y="428"/>
                  </a:cubicBezTo>
                  <a:cubicBezTo>
                    <a:pt x="2710" y="427"/>
                    <a:pt x="2708" y="433"/>
                    <a:pt x="2702" y="431"/>
                  </a:cubicBezTo>
                  <a:cubicBezTo>
                    <a:pt x="2696" y="429"/>
                    <a:pt x="2665" y="417"/>
                    <a:pt x="2662" y="422"/>
                  </a:cubicBezTo>
                  <a:cubicBezTo>
                    <a:pt x="2658" y="426"/>
                    <a:pt x="2660" y="432"/>
                    <a:pt x="2656" y="433"/>
                  </a:cubicBezTo>
                  <a:cubicBezTo>
                    <a:pt x="2652" y="434"/>
                    <a:pt x="2656" y="439"/>
                    <a:pt x="2665" y="447"/>
                  </a:cubicBezTo>
                  <a:cubicBezTo>
                    <a:pt x="2673" y="455"/>
                    <a:pt x="2668" y="461"/>
                    <a:pt x="2660" y="464"/>
                  </a:cubicBezTo>
                  <a:cubicBezTo>
                    <a:pt x="2652" y="467"/>
                    <a:pt x="2640" y="461"/>
                    <a:pt x="2636" y="455"/>
                  </a:cubicBezTo>
                  <a:cubicBezTo>
                    <a:pt x="2632" y="449"/>
                    <a:pt x="2621" y="451"/>
                    <a:pt x="2619" y="444"/>
                  </a:cubicBezTo>
                  <a:cubicBezTo>
                    <a:pt x="2616" y="436"/>
                    <a:pt x="2622" y="435"/>
                    <a:pt x="2627" y="439"/>
                  </a:cubicBezTo>
                  <a:cubicBezTo>
                    <a:pt x="2632" y="443"/>
                    <a:pt x="2639" y="440"/>
                    <a:pt x="2640" y="434"/>
                  </a:cubicBezTo>
                  <a:cubicBezTo>
                    <a:pt x="2641" y="428"/>
                    <a:pt x="2626" y="424"/>
                    <a:pt x="2618" y="425"/>
                  </a:cubicBezTo>
                  <a:cubicBezTo>
                    <a:pt x="2610" y="425"/>
                    <a:pt x="2605" y="437"/>
                    <a:pt x="2597" y="441"/>
                  </a:cubicBezTo>
                  <a:cubicBezTo>
                    <a:pt x="2589" y="446"/>
                    <a:pt x="2556" y="439"/>
                    <a:pt x="2553" y="436"/>
                  </a:cubicBezTo>
                  <a:cubicBezTo>
                    <a:pt x="2550" y="433"/>
                    <a:pt x="2504" y="436"/>
                    <a:pt x="2500" y="439"/>
                  </a:cubicBezTo>
                  <a:cubicBezTo>
                    <a:pt x="2495" y="443"/>
                    <a:pt x="2498" y="455"/>
                    <a:pt x="2496" y="456"/>
                  </a:cubicBezTo>
                  <a:cubicBezTo>
                    <a:pt x="2494" y="457"/>
                    <a:pt x="2491" y="442"/>
                    <a:pt x="2491" y="439"/>
                  </a:cubicBezTo>
                  <a:cubicBezTo>
                    <a:pt x="2491" y="436"/>
                    <a:pt x="2486" y="434"/>
                    <a:pt x="2478" y="434"/>
                  </a:cubicBezTo>
                  <a:cubicBezTo>
                    <a:pt x="2470" y="434"/>
                    <a:pt x="2465" y="434"/>
                    <a:pt x="2468" y="430"/>
                  </a:cubicBezTo>
                  <a:cubicBezTo>
                    <a:pt x="2472" y="427"/>
                    <a:pt x="2465" y="424"/>
                    <a:pt x="2472" y="419"/>
                  </a:cubicBezTo>
                  <a:cubicBezTo>
                    <a:pt x="2478" y="415"/>
                    <a:pt x="2460" y="401"/>
                    <a:pt x="2443" y="394"/>
                  </a:cubicBezTo>
                  <a:cubicBezTo>
                    <a:pt x="2426" y="387"/>
                    <a:pt x="2387" y="391"/>
                    <a:pt x="2376" y="394"/>
                  </a:cubicBezTo>
                  <a:cubicBezTo>
                    <a:pt x="2366" y="398"/>
                    <a:pt x="2345" y="396"/>
                    <a:pt x="2335" y="397"/>
                  </a:cubicBezTo>
                  <a:cubicBezTo>
                    <a:pt x="2325" y="397"/>
                    <a:pt x="2333" y="393"/>
                    <a:pt x="2330" y="388"/>
                  </a:cubicBezTo>
                  <a:cubicBezTo>
                    <a:pt x="2327" y="383"/>
                    <a:pt x="2310" y="378"/>
                    <a:pt x="2308" y="382"/>
                  </a:cubicBezTo>
                  <a:cubicBezTo>
                    <a:pt x="2306" y="386"/>
                    <a:pt x="2301" y="382"/>
                    <a:pt x="2301" y="379"/>
                  </a:cubicBezTo>
                  <a:cubicBezTo>
                    <a:pt x="2301" y="376"/>
                    <a:pt x="2285" y="370"/>
                    <a:pt x="2279" y="371"/>
                  </a:cubicBezTo>
                  <a:cubicBezTo>
                    <a:pt x="2273" y="373"/>
                    <a:pt x="2270" y="366"/>
                    <a:pt x="2277" y="366"/>
                  </a:cubicBezTo>
                  <a:cubicBezTo>
                    <a:pt x="2285" y="366"/>
                    <a:pt x="2297" y="367"/>
                    <a:pt x="2292" y="359"/>
                  </a:cubicBezTo>
                  <a:cubicBezTo>
                    <a:pt x="2286" y="351"/>
                    <a:pt x="2239" y="348"/>
                    <a:pt x="2235" y="350"/>
                  </a:cubicBezTo>
                  <a:cubicBezTo>
                    <a:pt x="2230" y="351"/>
                    <a:pt x="2235" y="357"/>
                    <a:pt x="2224" y="367"/>
                  </a:cubicBezTo>
                  <a:cubicBezTo>
                    <a:pt x="2214" y="376"/>
                    <a:pt x="2204" y="370"/>
                    <a:pt x="2206" y="365"/>
                  </a:cubicBezTo>
                  <a:cubicBezTo>
                    <a:pt x="2207" y="360"/>
                    <a:pt x="2219" y="361"/>
                    <a:pt x="2219" y="357"/>
                  </a:cubicBezTo>
                  <a:cubicBezTo>
                    <a:pt x="2219" y="352"/>
                    <a:pt x="2202" y="354"/>
                    <a:pt x="2200" y="351"/>
                  </a:cubicBezTo>
                  <a:cubicBezTo>
                    <a:pt x="2197" y="347"/>
                    <a:pt x="2203" y="344"/>
                    <a:pt x="2210" y="346"/>
                  </a:cubicBezTo>
                  <a:cubicBezTo>
                    <a:pt x="2216" y="348"/>
                    <a:pt x="2227" y="349"/>
                    <a:pt x="2227" y="346"/>
                  </a:cubicBezTo>
                  <a:cubicBezTo>
                    <a:pt x="2228" y="343"/>
                    <a:pt x="2221" y="342"/>
                    <a:pt x="2210" y="341"/>
                  </a:cubicBezTo>
                  <a:cubicBezTo>
                    <a:pt x="2200" y="339"/>
                    <a:pt x="2175" y="333"/>
                    <a:pt x="2161" y="334"/>
                  </a:cubicBezTo>
                  <a:cubicBezTo>
                    <a:pt x="2148" y="335"/>
                    <a:pt x="2142" y="329"/>
                    <a:pt x="2135" y="329"/>
                  </a:cubicBezTo>
                  <a:cubicBezTo>
                    <a:pt x="2127" y="328"/>
                    <a:pt x="2127" y="333"/>
                    <a:pt x="2131" y="337"/>
                  </a:cubicBezTo>
                  <a:cubicBezTo>
                    <a:pt x="2134" y="341"/>
                    <a:pt x="2124" y="344"/>
                    <a:pt x="2115" y="342"/>
                  </a:cubicBezTo>
                  <a:cubicBezTo>
                    <a:pt x="2107" y="341"/>
                    <a:pt x="2094" y="347"/>
                    <a:pt x="2099" y="353"/>
                  </a:cubicBezTo>
                  <a:cubicBezTo>
                    <a:pt x="2104" y="359"/>
                    <a:pt x="2109" y="351"/>
                    <a:pt x="2113" y="353"/>
                  </a:cubicBezTo>
                  <a:cubicBezTo>
                    <a:pt x="2117" y="356"/>
                    <a:pt x="2102" y="360"/>
                    <a:pt x="2108" y="363"/>
                  </a:cubicBezTo>
                  <a:cubicBezTo>
                    <a:pt x="2115" y="366"/>
                    <a:pt x="2114" y="372"/>
                    <a:pt x="2114" y="375"/>
                  </a:cubicBezTo>
                  <a:cubicBezTo>
                    <a:pt x="2114" y="378"/>
                    <a:pt x="2103" y="380"/>
                    <a:pt x="2100" y="375"/>
                  </a:cubicBezTo>
                  <a:cubicBezTo>
                    <a:pt x="2096" y="370"/>
                    <a:pt x="2090" y="374"/>
                    <a:pt x="2083" y="374"/>
                  </a:cubicBezTo>
                  <a:cubicBezTo>
                    <a:pt x="2076" y="373"/>
                    <a:pt x="2070" y="377"/>
                    <a:pt x="2078" y="378"/>
                  </a:cubicBezTo>
                  <a:cubicBezTo>
                    <a:pt x="2086" y="379"/>
                    <a:pt x="2088" y="384"/>
                    <a:pt x="2078" y="385"/>
                  </a:cubicBezTo>
                  <a:cubicBezTo>
                    <a:pt x="2067" y="386"/>
                    <a:pt x="2070" y="375"/>
                    <a:pt x="2064" y="376"/>
                  </a:cubicBezTo>
                  <a:cubicBezTo>
                    <a:pt x="2058" y="378"/>
                    <a:pt x="2044" y="371"/>
                    <a:pt x="2037" y="372"/>
                  </a:cubicBezTo>
                  <a:cubicBezTo>
                    <a:pt x="2029" y="372"/>
                    <a:pt x="2026" y="378"/>
                    <a:pt x="2016" y="378"/>
                  </a:cubicBezTo>
                  <a:cubicBezTo>
                    <a:pt x="2007" y="379"/>
                    <a:pt x="1994" y="374"/>
                    <a:pt x="1990" y="368"/>
                  </a:cubicBezTo>
                  <a:cubicBezTo>
                    <a:pt x="1986" y="363"/>
                    <a:pt x="1985" y="362"/>
                    <a:pt x="1980" y="368"/>
                  </a:cubicBezTo>
                  <a:cubicBezTo>
                    <a:pt x="1975" y="374"/>
                    <a:pt x="1975" y="385"/>
                    <a:pt x="1970" y="386"/>
                  </a:cubicBezTo>
                  <a:cubicBezTo>
                    <a:pt x="1965" y="387"/>
                    <a:pt x="1964" y="397"/>
                    <a:pt x="1959" y="399"/>
                  </a:cubicBezTo>
                  <a:cubicBezTo>
                    <a:pt x="1954" y="402"/>
                    <a:pt x="1954" y="395"/>
                    <a:pt x="1948" y="396"/>
                  </a:cubicBezTo>
                  <a:cubicBezTo>
                    <a:pt x="1942" y="396"/>
                    <a:pt x="1923" y="378"/>
                    <a:pt x="1922" y="372"/>
                  </a:cubicBezTo>
                  <a:cubicBezTo>
                    <a:pt x="1921" y="367"/>
                    <a:pt x="1909" y="356"/>
                    <a:pt x="1906" y="354"/>
                  </a:cubicBezTo>
                  <a:cubicBezTo>
                    <a:pt x="1902" y="352"/>
                    <a:pt x="1909" y="351"/>
                    <a:pt x="1913" y="354"/>
                  </a:cubicBezTo>
                  <a:cubicBezTo>
                    <a:pt x="1916" y="358"/>
                    <a:pt x="1921" y="358"/>
                    <a:pt x="1925" y="356"/>
                  </a:cubicBezTo>
                  <a:cubicBezTo>
                    <a:pt x="1929" y="354"/>
                    <a:pt x="1929" y="344"/>
                    <a:pt x="1922" y="344"/>
                  </a:cubicBezTo>
                  <a:cubicBezTo>
                    <a:pt x="1915" y="344"/>
                    <a:pt x="1918" y="338"/>
                    <a:pt x="1921" y="337"/>
                  </a:cubicBezTo>
                  <a:cubicBezTo>
                    <a:pt x="1925" y="336"/>
                    <a:pt x="1913" y="326"/>
                    <a:pt x="1918" y="325"/>
                  </a:cubicBezTo>
                  <a:cubicBezTo>
                    <a:pt x="1922" y="323"/>
                    <a:pt x="1920" y="319"/>
                    <a:pt x="1914" y="318"/>
                  </a:cubicBezTo>
                  <a:cubicBezTo>
                    <a:pt x="1908" y="317"/>
                    <a:pt x="1902" y="313"/>
                    <a:pt x="1902" y="310"/>
                  </a:cubicBezTo>
                  <a:cubicBezTo>
                    <a:pt x="1902" y="307"/>
                    <a:pt x="1878" y="306"/>
                    <a:pt x="1879" y="310"/>
                  </a:cubicBezTo>
                  <a:cubicBezTo>
                    <a:pt x="1880" y="314"/>
                    <a:pt x="1871" y="313"/>
                    <a:pt x="1872" y="310"/>
                  </a:cubicBezTo>
                  <a:cubicBezTo>
                    <a:pt x="1873" y="306"/>
                    <a:pt x="1864" y="307"/>
                    <a:pt x="1852" y="304"/>
                  </a:cubicBezTo>
                  <a:cubicBezTo>
                    <a:pt x="1841" y="301"/>
                    <a:pt x="1840" y="293"/>
                    <a:pt x="1836" y="292"/>
                  </a:cubicBezTo>
                  <a:cubicBezTo>
                    <a:pt x="1833" y="292"/>
                    <a:pt x="1834" y="304"/>
                    <a:pt x="1828" y="301"/>
                  </a:cubicBezTo>
                  <a:cubicBezTo>
                    <a:pt x="1822" y="298"/>
                    <a:pt x="1816" y="303"/>
                    <a:pt x="1819" y="310"/>
                  </a:cubicBezTo>
                  <a:cubicBezTo>
                    <a:pt x="1822" y="317"/>
                    <a:pt x="1819" y="318"/>
                    <a:pt x="1819" y="323"/>
                  </a:cubicBezTo>
                  <a:cubicBezTo>
                    <a:pt x="1818" y="329"/>
                    <a:pt x="1815" y="327"/>
                    <a:pt x="1809" y="324"/>
                  </a:cubicBezTo>
                  <a:cubicBezTo>
                    <a:pt x="1802" y="322"/>
                    <a:pt x="1802" y="330"/>
                    <a:pt x="1787" y="326"/>
                  </a:cubicBezTo>
                  <a:cubicBezTo>
                    <a:pt x="1773" y="323"/>
                    <a:pt x="1766" y="327"/>
                    <a:pt x="1763" y="322"/>
                  </a:cubicBezTo>
                  <a:cubicBezTo>
                    <a:pt x="1761" y="317"/>
                    <a:pt x="1756" y="317"/>
                    <a:pt x="1756" y="321"/>
                  </a:cubicBezTo>
                  <a:cubicBezTo>
                    <a:pt x="1755" y="325"/>
                    <a:pt x="1733" y="323"/>
                    <a:pt x="1731" y="317"/>
                  </a:cubicBezTo>
                  <a:cubicBezTo>
                    <a:pt x="1729" y="311"/>
                    <a:pt x="1735" y="310"/>
                    <a:pt x="1738" y="309"/>
                  </a:cubicBezTo>
                  <a:cubicBezTo>
                    <a:pt x="1742" y="307"/>
                    <a:pt x="1735" y="305"/>
                    <a:pt x="1722" y="306"/>
                  </a:cubicBezTo>
                  <a:cubicBezTo>
                    <a:pt x="1710" y="307"/>
                    <a:pt x="1702" y="299"/>
                    <a:pt x="1690" y="301"/>
                  </a:cubicBezTo>
                  <a:cubicBezTo>
                    <a:pt x="1677" y="302"/>
                    <a:pt x="1649" y="305"/>
                    <a:pt x="1646" y="307"/>
                  </a:cubicBezTo>
                  <a:cubicBezTo>
                    <a:pt x="1642" y="308"/>
                    <a:pt x="1649" y="315"/>
                    <a:pt x="1643" y="316"/>
                  </a:cubicBezTo>
                  <a:cubicBezTo>
                    <a:pt x="1637" y="316"/>
                    <a:pt x="1641" y="304"/>
                    <a:pt x="1640" y="299"/>
                  </a:cubicBezTo>
                  <a:cubicBezTo>
                    <a:pt x="1639" y="293"/>
                    <a:pt x="1630" y="292"/>
                    <a:pt x="1631" y="297"/>
                  </a:cubicBezTo>
                  <a:cubicBezTo>
                    <a:pt x="1633" y="301"/>
                    <a:pt x="1617" y="303"/>
                    <a:pt x="1613" y="299"/>
                  </a:cubicBezTo>
                  <a:cubicBezTo>
                    <a:pt x="1609" y="296"/>
                    <a:pt x="1603" y="291"/>
                    <a:pt x="1593" y="289"/>
                  </a:cubicBezTo>
                  <a:cubicBezTo>
                    <a:pt x="1583" y="286"/>
                    <a:pt x="1570" y="297"/>
                    <a:pt x="1573" y="300"/>
                  </a:cubicBezTo>
                  <a:cubicBezTo>
                    <a:pt x="1576" y="303"/>
                    <a:pt x="1583" y="301"/>
                    <a:pt x="1584" y="303"/>
                  </a:cubicBezTo>
                  <a:cubicBezTo>
                    <a:pt x="1584" y="307"/>
                    <a:pt x="1562" y="306"/>
                    <a:pt x="1562" y="309"/>
                  </a:cubicBezTo>
                  <a:cubicBezTo>
                    <a:pt x="1562" y="313"/>
                    <a:pt x="1542" y="318"/>
                    <a:pt x="1535" y="319"/>
                  </a:cubicBezTo>
                  <a:cubicBezTo>
                    <a:pt x="1518" y="321"/>
                    <a:pt x="1514" y="321"/>
                    <a:pt x="1506" y="328"/>
                  </a:cubicBezTo>
                  <a:cubicBezTo>
                    <a:pt x="1498" y="334"/>
                    <a:pt x="1504" y="322"/>
                    <a:pt x="1511" y="315"/>
                  </a:cubicBezTo>
                  <a:cubicBezTo>
                    <a:pt x="1517" y="309"/>
                    <a:pt x="1524" y="312"/>
                    <a:pt x="1527" y="307"/>
                  </a:cubicBezTo>
                  <a:cubicBezTo>
                    <a:pt x="1531" y="302"/>
                    <a:pt x="1537" y="302"/>
                    <a:pt x="1546" y="301"/>
                  </a:cubicBezTo>
                  <a:cubicBezTo>
                    <a:pt x="1556" y="299"/>
                    <a:pt x="1556" y="293"/>
                    <a:pt x="1561" y="291"/>
                  </a:cubicBezTo>
                  <a:cubicBezTo>
                    <a:pt x="1565" y="289"/>
                    <a:pt x="1577" y="285"/>
                    <a:pt x="1579" y="280"/>
                  </a:cubicBezTo>
                  <a:cubicBezTo>
                    <a:pt x="1581" y="275"/>
                    <a:pt x="1604" y="268"/>
                    <a:pt x="1609" y="268"/>
                  </a:cubicBezTo>
                  <a:cubicBezTo>
                    <a:pt x="1614" y="268"/>
                    <a:pt x="1615" y="259"/>
                    <a:pt x="1617" y="259"/>
                  </a:cubicBezTo>
                  <a:cubicBezTo>
                    <a:pt x="1620" y="259"/>
                    <a:pt x="1634" y="253"/>
                    <a:pt x="1639" y="250"/>
                  </a:cubicBezTo>
                  <a:cubicBezTo>
                    <a:pt x="1644" y="248"/>
                    <a:pt x="1647" y="243"/>
                    <a:pt x="1647" y="239"/>
                  </a:cubicBezTo>
                  <a:cubicBezTo>
                    <a:pt x="1647" y="236"/>
                    <a:pt x="1640" y="237"/>
                    <a:pt x="1639" y="233"/>
                  </a:cubicBezTo>
                  <a:cubicBezTo>
                    <a:pt x="1638" y="230"/>
                    <a:pt x="1642" y="232"/>
                    <a:pt x="1648" y="230"/>
                  </a:cubicBezTo>
                  <a:cubicBezTo>
                    <a:pt x="1653" y="228"/>
                    <a:pt x="1648" y="221"/>
                    <a:pt x="1643" y="222"/>
                  </a:cubicBezTo>
                  <a:cubicBezTo>
                    <a:pt x="1639" y="224"/>
                    <a:pt x="1646" y="218"/>
                    <a:pt x="1642" y="214"/>
                  </a:cubicBezTo>
                  <a:cubicBezTo>
                    <a:pt x="1638" y="209"/>
                    <a:pt x="1630" y="217"/>
                    <a:pt x="1630" y="212"/>
                  </a:cubicBezTo>
                  <a:cubicBezTo>
                    <a:pt x="1631" y="207"/>
                    <a:pt x="1630" y="200"/>
                    <a:pt x="1627" y="197"/>
                  </a:cubicBezTo>
                  <a:cubicBezTo>
                    <a:pt x="1624" y="194"/>
                    <a:pt x="1618" y="203"/>
                    <a:pt x="1611" y="198"/>
                  </a:cubicBezTo>
                  <a:cubicBezTo>
                    <a:pt x="1605" y="193"/>
                    <a:pt x="1586" y="190"/>
                    <a:pt x="1586" y="192"/>
                  </a:cubicBezTo>
                  <a:cubicBezTo>
                    <a:pt x="1586" y="194"/>
                    <a:pt x="1577" y="189"/>
                    <a:pt x="1575" y="191"/>
                  </a:cubicBezTo>
                  <a:cubicBezTo>
                    <a:pt x="1573" y="193"/>
                    <a:pt x="1558" y="193"/>
                    <a:pt x="1553" y="191"/>
                  </a:cubicBezTo>
                  <a:cubicBezTo>
                    <a:pt x="1549" y="190"/>
                    <a:pt x="1542" y="193"/>
                    <a:pt x="1542" y="198"/>
                  </a:cubicBezTo>
                  <a:cubicBezTo>
                    <a:pt x="1542" y="202"/>
                    <a:pt x="1523" y="201"/>
                    <a:pt x="1520" y="200"/>
                  </a:cubicBezTo>
                  <a:cubicBezTo>
                    <a:pt x="1516" y="199"/>
                    <a:pt x="1532" y="186"/>
                    <a:pt x="1532" y="183"/>
                  </a:cubicBezTo>
                  <a:cubicBezTo>
                    <a:pt x="1532" y="181"/>
                    <a:pt x="1505" y="184"/>
                    <a:pt x="1503" y="181"/>
                  </a:cubicBezTo>
                  <a:cubicBezTo>
                    <a:pt x="1502" y="179"/>
                    <a:pt x="1489" y="178"/>
                    <a:pt x="1483" y="178"/>
                  </a:cubicBezTo>
                  <a:cubicBezTo>
                    <a:pt x="1477" y="178"/>
                    <a:pt x="1482" y="177"/>
                    <a:pt x="1488" y="176"/>
                  </a:cubicBezTo>
                  <a:cubicBezTo>
                    <a:pt x="1493" y="176"/>
                    <a:pt x="1498" y="171"/>
                    <a:pt x="1504" y="170"/>
                  </a:cubicBezTo>
                  <a:cubicBezTo>
                    <a:pt x="1510" y="169"/>
                    <a:pt x="1509" y="167"/>
                    <a:pt x="1506" y="163"/>
                  </a:cubicBezTo>
                  <a:cubicBezTo>
                    <a:pt x="1504" y="159"/>
                    <a:pt x="1497" y="161"/>
                    <a:pt x="1491" y="159"/>
                  </a:cubicBezTo>
                  <a:cubicBezTo>
                    <a:pt x="1485" y="158"/>
                    <a:pt x="1478" y="155"/>
                    <a:pt x="1473" y="155"/>
                  </a:cubicBezTo>
                  <a:cubicBezTo>
                    <a:pt x="1468" y="154"/>
                    <a:pt x="1462" y="157"/>
                    <a:pt x="1450" y="160"/>
                  </a:cubicBezTo>
                  <a:cubicBezTo>
                    <a:pt x="1437" y="162"/>
                    <a:pt x="1436" y="171"/>
                    <a:pt x="1430" y="174"/>
                  </a:cubicBezTo>
                  <a:cubicBezTo>
                    <a:pt x="1424" y="177"/>
                    <a:pt x="1413" y="189"/>
                    <a:pt x="1418" y="190"/>
                  </a:cubicBezTo>
                  <a:cubicBezTo>
                    <a:pt x="1423" y="191"/>
                    <a:pt x="1421" y="194"/>
                    <a:pt x="1422" y="197"/>
                  </a:cubicBezTo>
                  <a:cubicBezTo>
                    <a:pt x="1422" y="201"/>
                    <a:pt x="1418" y="201"/>
                    <a:pt x="1412" y="200"/>
                  </a:cubicBezTo>
                  <a:cubicBezTo>
                    <a:pt x="1406" y="199"/>
                    <a:pt x="1385" y="200"/>
                    <a:pt x="1385" y="204"/>
                  </a:cubicBezTo>
                  <a:cubicBezTo>
                    <a:pt x="1385" y="208"/>
                    <a:pt x="1397" y="211"/>
                    <a:pt x="1396" y="213"/>
                  </a:cubicBezTo>
                  <a:cubicBezTo>
                    <a:pt x="1395" y="215"/>
                    <a:pt x="1387" y="213"/>
                    <a:pt x="1383" y="210"/>
                  </a:cubicBezTo>
                  <a:cubicBezTo>
                    <a:pt x="1379" y="208"/>
                    <a:pt x="1369" y="209"/>
                    <a:pt x="1368" y="214"/>
                  </a:cubicBezTo>
                  <a:cubicBezTo>
                    <a:pt x="1366" y="218"/>
                    <a:pt x="1358" y="217"/>
                    <a:pt x="1356" y="216"/>
                  </a:cubicBezTo>
                  <a:cubicBezTo>
                    <a:pt x="1354" y="215"/>
                    <a:pt x="1349" y="218"/>
                    <a:pt x="1345" y="217"/>
                  </a:cubicBezTo>
                  <a:cubicBezTo>
                    <a:pt x="1341" y="216"/>
                    <a:pt x="1352" y="210"/>
                    <a:pt x="1350" y="207"/>
                  </a:cubicBezTo>
                  <a:cubicBezTo>
                    <a:pt x="1347" y="204"/>
                    <a:pt x="1334" y="207"/>
                    <a:pt x="1333" y="211"/>
                  </a:cubicBezTo>
                  <a:cubicBezTo>
                    <a:pt x="1332" y="216"/>
                    <a:pt x="1324" y="208"/>
                    <a:pt x="1321" y="210"/>
                  </a:cubicBezTo>
                  <a:cubicBezTo>
                    <a:pt x="1318" y="211"/>
                    <a:pt x="1315" y="213"/>
                    <a:pt x="1310" y="215"/>
                  </a:cubicBezTo>
                  <a:cubicBezTo>
                    <a:pt x="1304" y="218"/>
                    <a:pt x="1295" y="213"/>
                    <a:pt x="1293" y="217"/>
                  </a:cubicBezTo>
                  <a:cubicBezTo>
                    <a:pt x="1291" y="221"/>
                    <a:pt x="1303" y="222"/>
                    <a:pt x="1303" y="224"/>
                  </a:cubicBezTo>
                  <a:cubicBezTo>
                    <a:pt x="1304" y="226"/>
                    <a:pt x="1275" y="226"/>
                    <a:pt x="1274" y="229"/>
                  </a:cubicBezTo>
                  <a:cubicBezTo>
                    <a:pt x="1273" y="231"/>
                    <a:pt x="1264" y="231"/>
                    <a:pt x="1252" y="232"/>
                  </a:cubicBezTo>
                  <a:cubicBezTo>
                    <a:pt x="1240" y="232"/>
                    <a:pt x="1245" y="238"/>
                    <a:pt x="1236" y="239"/>
                  </a:cubicBezTo>
                  <a:cubicBezTo>
                    <a:pt x="1226" y="241"/>
                    <a:pt x="1222" y="242"/>
                    <a:pt x="1219" y="246"/>
                  </a:cubicBezTo>
                  <a:cubicBezTo>
                    <a:pt x="1216" y="251"/>
                    <a:pt x="1209" y="252"/>
                    <a:pt x="1205" y="248"/>
                  </a:cubicBezTo>
                  <a:cubicBezTo>
                    <a:pt x="1202" y="244"/>
                    <a:pt x="1194" y="250"/>
                    <a:pt x="1198" y="250"/>
                  </a:cubicBezTo>
                  <a:cubicBezTo>
                    <a:pt x="1203" y="251"/>
                    <a:pt x="1199" y="256"/>
                    <a:pt x="1196" y="255"/>
                  </a:cubicBezTo>
                  <a:cubicBezTo>
                    <a:pt x="1193" y="254"/>
                    <a:pt x="1185" y="260"/>
                    <a:pt x="1189" y="259"/>
                  </a:cubicBezTo>
                  <a:cubicBezTo>
                    <a:pt x="1194" y="259"/>
                    <a:pt x="1196" y="262"/>
                    <a:pt x="1194" y="265"/>
                  </a:cubicBezTo>
                  <a:cubicBezTo>
                    <a:pt x="1192" y="268"/>
                    <a:pt x="1181" y="262"/>
                    <a:pt x="1179" y="265"/>
                  </a:cubicBezTo>
                  <a:cubicBezTo>
                    <a:pt x="1176" y="267"/>
                    <a:pt x="1184" y="271"/>
                    <a:pt x="1188" y="270"/>
                  </a:cubicBezTo>
                  <a:cubicBezTo>
                    <a:pt x="1193" y="269"/>
                    <a:pt x="1196" y="273"/>
                    <a:pt x="1196" y="276"/>
                  </a:cubicBezTo>
                  <a:cubicBezTo>
                    <a:pt x="1197" y="279"/>
                    <a:pt x="1185" y="274"/>
                    <a:pt x="1183" y="277"/>
                  </a:cubicBezTo>
                  <a:cubicBezTo>
                    <a:pt x="1181" y="280"/>
                    <a:pt x="1185" y="281"/>
                    <a:pt x="1190" y="281"/>
                  </a:cubicBezTo>
                  <a:cubicBezTo>
                    <a:pt x="1195" y="282"/>
                    <a:pt x="1191" y="284"/>
                    <a:pt x="1195" y="288"/>
                  </a:cubicBezTo>
                  <a:cubicBezTo>
                    <a:pt x="1196" y="288"/>
                    <a:pt x="1196" y="288"/>
                    <a:pt x="1196" y="289"/>
                  </a:cubicBezTo>
                  <a:cubicBezTo>
                    <a:pt x="1199" y="292"/>
                    <a:pt x="1194" y="293"/>
                    <a:pt x="1194" y="296"/>
                  </a:cubicBezTo>
                  <a:cubicBezTo>
                    <a:pt x="1195" y="299"/>
                    <a:pt x="1189" y="301"/>
                    <a:pt x="1189" y="298"/>
                  </a:cubicBezTo>
                  <a:cubicBezTo>
                    <a:pt x="1189" y="295"/>
                    <a:pt x="1176" y="293"/>
                    <a:pt x="1173" y="297"/>
                  </a:cubicBezTo>
                  <a:cubicBezTo>
                    <a:pt x="1170" y="300"/>
                    <a:pt x="1168" y="303"/>
                    <a:pt x="1164" y="300"/>
                  </a:cubicBezTo>
                  <a:cubicBezTo>
                    <a:pt x="1161" y="297"/>
                    <a:pt x="1151" y="301"/>
                    <a:pt x="1138" y="301"/>
                  </a:cubicBezTo>
                  <a:cubicBezTo>
                    <a:pt x="1126" y="302"/>
                    <a:pt x="1099" y="303"/>
                    <a:pt x="1093" y="305"/>
                  </a:cubicBezTo>
                  <a:cubicBezTo>
                    <a:pt x="1086" y="307"/>
                    <a:pt x="1081" y="316"/>
                    <a:pt x="1087" y="322"/>
                  </a:cubicBezTo>
                  <a:cubicBezTo>
                    <a:pt x="1093" y="328"/>
                    <a:pt x="1087" y="331"/>
                    <a:pt x="1087" y="335"/>
                  </a:cubicBezTo>
                  <a:cubicBezTo>
                    <a:pt x="1087" y="339"/>
                    <a:pt x="1103" y="347"/>
                    <a:pt x="1111" y="348"/>
                  </a:cubicBezTo>
                  <a:cubicBezTo>
                    <a:pt x="1119" y="348"/>
                    <a:pt x="1126" y="359"/>
                    <a:pt x="1121" y="365"/>
                  </a:cubicBezTo>
                  <a:cubicBezTo>
                    <a:pt x="1116" y="371"/>
                    <a:pt x="1101" y="363"/>
                    <a:pt x="1091" y="355"/>
                  </a:cubicBezTo>
                  <a:cubicBezTo>
                    <a:pt x="1081" y="347"/>
                    <a:pt x="1058" y="344"/>
                    <a:pt x="1051" y="345"/>
                  </a:cubicBezTo>
                  <a:cubicBezTo>
                    <a:pt x="1043" y="345"/>
                    <a:pt x="1048" y="338"/>
                    <a:pt x="1038" y="338"/>
                  </a:cubicBezTo>
                  <a:cubicBezTo>
                    <a:pt x="1028" y="339"/>
                    <a:pt x="1020" y="347"/>
                    <a:pt x="1027" y="347"/>
                  </a:cubicBezTo>
                  <a:cubicBezTo>
                    <a:pt x="1033" y="347"/>
                    <a:pt x="1037" y="347"/>
                    <a:pt x="1034" y="350"/>
                  </a:cubicBezTo>
                  <a:cubicBezTo>
                    <a:pt x="1031" y="353"/>
                    <a:pt x="1036" y="352"/>
                    <a:pt x="1044" y="356"/>
                  </a:cubicBezTo>
                  <a:cubicBezTo>
                    <a:pt x="1052" y="359"/>
                    <a:pt x="1037" y="364"/>
                    <a:pt x="1029" y="358"/>
                  </a:cubicBezTo>
                  <a:cubicBezTo>
                    <a:pt x="1021" y="353"/>
                    <a:pt x="1012" y="358"/>
                    <a:pt x="1010" y="362"/>
                  </a:cubicBezTo>
                  <a:cubicBezTo>
                    <a:pt x="1008" y="366"/>
                    <a:pt x="1019" y="378"/>
                    <a:pt x="1034" y="380"/>
                  </a:cubicBezTo>
                  <a:cubicBezTo>
                    <a:pt x="1048" y="382"/>
                    <a:pt x="1043" y="387"/>
                    <a:pt x="1049" y="389"/>
                  </a:cubicBezTo>
                  <a:cubicBezTo>
                    <a:pt x="1056" y="392"/>
                    <a:pt x="1051" y="394"/>
                    <a:pt x="1047" y="394"/>
                  </a:cubicBezTo>
                  <a:cubicBezTo>
                    <a:pt x="1042" y="395"/>
                    <a:pt x="1034" y="388"/>
                    <a:pt x="1027" y="384"/>
                  </a:cubicBezTo>
                  <a:cubicBezTo>
                    <a:pt x="1019" y="380"/>
                    <a:pt x="1000" y="386"/>
                    <a:pt x="997" y="381"/>
                  </a:cubicBezTo>
                  <a:cubicBezTo>
                    <a:pt x="993" y="377"/>
                    <a:pt x="999" y="373"/>
                    <a:pt x="995" y="370"/>
                  </a:cubicBezTo>
                  <a:cubicBezTo>
                    <a:pt x="992" y="367"/>
                    <a:pt x="995" y="360"/>
                    <a:pt x="1000" y="352"/>
                  </a:cubicBezTo>
                  <a:cubicBezTo>
                    <a:pt x="1004" y="345"/>
                    <a:pt x="999" y="333"/>
                    <a:pt x="992" y="330"/>
                  </a:cubicBezTo>
                  <a:cubicBezTo>
                    <a:pt x="985" y="328"/>
                    <a:pt x="986" y="335"/>
                    <a:pt x="987" y="338"/>
                  </a:cubicBezTo>
                  <a:cubicBezTo>
                    <a:pt x="989" y="340"/>
                    <a:pt x="988" y="350"/>
                    <a:pt x="983" y="356"/>
                  </a:cubicBezTo>
                  <a:cubicBezTo>
                    <a:pt x="978" y="363"/>
                    <a:pt x="962" y="363"/>
                    <a:pt x="962" y="367"/>
                  </a:cubicBezTo>
                  <a:cubicBezTo>
                    <a:pt x="962" y="371"/>
                    <a:pt x="951" y="375"/>
                    <a:pt x="955" y="378"/>
                  </a:cubicBezTo>
                  <a:cubicBezTo>
                    <a:pt x="958" y="381"/>
                    <a:pt x="973" y="397"/>
                    <a:pt x="975" y="402"/>
                  </a:cubicBezTo>
                  <a:cubicBezTo>
                    <a:pt x="977" y="407"/>
                    <a:pt x="962" y="423"/>
                    <a:pt x="964" y="432"/>
                  </a:cubicBezTo>
                  <a:cubicBezTo>
                    <a:pt x="967" y="441"/>
                    <a:pt x="962" y="445"/>
                    <a:pt x="965" y="450"/>
                  </a:cubicBezTo>
                  <a:cubicBezTo>
                    <a:pt x="968" y="454"/>
                    <a:pt x="975" y="450"/>
                    <a:pt x="979" y="452"/>
                  </a:cubicBezTo>
                  <a:cubicBezTo>
                    <a:pt x="983" y="454"/>
                    <a:pt x="990" y="449"/>
                    <a:pt x="999" y="448"/>
                  </a:cubicBezTo>
                  <a:cubicBezTo>
                    <a:pt x="1009" y="446"/>
                    <a:pt x="1027" y="456"/>
                    <a:pt x="1033" y="459"/>
                  </a:cubicBezTo>
                  <a:cubicBezTo>
                    <a:pt x="1040" y="462"/>
                    <a:pt x="1036" y="467"/>
                    <a:pt x="1040" y="473"/>
                  </a:cubicBezTo>
                  <a:cubicBezTo>
                    <a:pt x="1043" y="478"/>
                    <a:pt x="1032" y="478"/>
                    <a:pt x="1032" y="486"/>
                  </a:cubicBezTo>
                  <a:cubicBezTo>
                    <a:pt x="1031" y="493"/>
                    <a:pt x="1051" y="497"/>
                    <a:pt x="1052" y="499"/>
                  </a:cubicBezTo>
                  <a:cubicBezTo>
                    <a:pt x="1053" y="502"/>
                    <a:pt x="1038" y="500"/>
                    <a:pt x="1032" y="498"/>
                  </a:cubicBezTo>
                  <a:cubicBezTo>
                    <a:pt x="1027" y="496"/>
                    <a:pt x="1026" y="488"/>
                    <a:pt x="1024" y="486"/>
                  </a:cubicBezTo>
                  <a:cubicBezTo>
                    <a:pt x="1022" y="485"/>
                    <a:pt x="1028" y="479"/>
                    <a:pt x="1029" y="474"/>
                  </a:cubicBezTo>
                  <a:cubicBezTo>
                    <a:pt x="1029" y="469"/>
                    <a:pt x="1022" y="466"/>
                    <a:pt x="1020" y="462"/>
                  </a:cubicBezTo>
                  <a:cubicBezTo>
                    <a:pt x="1017" y="459"/>
                    <a:pt x="1013" y="454"/>
                    <a:pt x="1009" y="455"/>
                  </a:cubicBezTo>
                  <a:cubicBezTo>
                    <a:pt x="1004" y="456"/>
                    <a:pt x="987" y="458"/>
                    <a:pt x="981" y="462"/>
                  </a:cubicBezTo>
                  <a:cubicBezTo>
                    <a:pt x="976" y="467"/>
                    <a:pt x="982" y="480"/>
                    <a:pt x="985" y="487"/>
                  </a:cubicBezTo>
                  <a:cubicBezTo>
                    <a:pt x="988" y="493"/>
                    <a:pt x="970" y="503"/>
                    <a:pt x="970" y="508"/>
                  </a:cubicBezTo>
                  <a:cubicBezTo>
                    <a:pt x="971" y="513"/>
                    <a:pt x="965" y="515"/>
                    <a:pt x="957" y="520"/>
                  </a:cubicBezTo>
                  <a:cubicBezTo>
                    <a:pt x="949" y="524"/>
                    <a:pt x="941" y="527"/>
                    <a:pt x="941" y="534"/>
                  </a:cubicBezTo>
                  <a:cubicBezTo>
                    <a:pt x="941" y="540"/>
                    <a:pt x="931" y="537"/>
                    <a:pt x="925" y="534"/>
                  </a:cubicBezTo>
                  <a:cubicBezTo>
                    <a:pt x="920" y="530"/>
                    <a:pt x="913" y="535"/>
                    <a:pt x="905" y="535"/>
                  </a:cubicBezTo>
                  <a:cubicBezTo>
                    <a:pt x="897" y="535"/>
                    <a:pt x="897" y="528"/>
                    <a:pt x="891" y="531"/>
                  </a:cubicBezTo>
                  <a:cubicBezTo>
                    <a:pt x="884" y="533"/>
                    <a:pt x="880" y="528"/>
                    <a:pt x="882" y="523"/>
                  </a:cubicBezTo>
                  <a:cubicBezTo>
                    <a:pt x="884" y="519"/>
                    <a:pt x="891" y="522"/>
                    <a:pt x="891" y="526"/>
                  </a:cubicBezTo>
                  <a:cubicBezTo>
                    <a:pt x="892" y="529"/>
                    <a:pt x="896" y="527"/>
                    <a:pt x="902" y="524"/>
                  </a:cubicBezTo>
                  <a:cubicBezTo>
                    <a:pt x="907" y="522"/>
                    <a:pt x="904" y="528"/>
                    <a:pt x="912" y="529"/>
                  </a:cubicBezTo>
                  <a:cubicBezTo>
                    <a:pt x="919" y="529"/>
                    <a:pt x="915" y="525"/>
                    <a:pt x="921" y="525"/>
                  </a:cubicBezTo>
                  <a:cubicBezTo>
                    <a:pt x="927" y="526"/>
                    <a:pt x="927" y="524"/>
                    <a:pt x="925" y="521"/>
                  </a:cubicBezTo>
                  <a:cubicBezTo>
                    <a:pt x="923" y="518"/>
                    <a:pt x="929" y="516"/>
                    <a:pt x="933" y="515"/>
                  </a:cubicBezTo>
                  <a:cubicBezTo>
                    <a:pt x="937" y="513"/>
                    <a:pt x="935" y="507"/>
                    <a:pt x="938" y="505"/>
                  </a:cubicBezTo>
                  <a:cubicBezTo>
                    <a:pt x="942" y="503"/>
                    <a:pt x="939" y="500"/>
                    <a:pt x="943" y="499"/>
                  </a:cubicBezTo>
                  <a:cubicBezTo>
                    <a:pt x="947" y="499"/>
                    <a:pt x="948" y="494"/>
                    <a:pt x="952" y="494"/>
                  </a:cubicBezTo>
                  <a:cubicBezTo>
                    <a:pt x="955" y="494"/>
                    <a:pt x="957" y="488"/>
                    <a:pt x="955" y="485"/>
                  </a:cubicBezTo>
                  <a:cubicBezTo>
                    <a:pt x="953" y="483"/>
                    <a:pt x="956" y="475"/>
                    <a:pt x="960" y="474"/>
                  </a:cubicBezTo>
                  <a:cubicBezTo>
                    <a:pt x="963" y="473"/>
                    <a:pt x="963" y="469"/>
                    <a:pt x="960" y="467"/>
                  </a:cubicBezTo>
                  <a:cubicBezTo>
                    <a:pt x="957" y="465"/>
                    <a:pt x="945" y="457"/>
                    <a:pt x="946" y="452"/>
                  </a:cubicBezTo>
                  <a:cubicBezTo>
                    <a:pt x="947" y="447"/>
                    <a:pt x="944" y="438"/>
                    <a:pt x="946" y="434"/>
                  </a:cubicBezTo>
                  <a:cubicBezTo>
                    <a:pt x="947" y="430"/>
                    <a:pt x="946" y="422"/>
                    <a:pt x="945" y="417"/>
                  </a:cubicBezTo>
                  <a:cubicBezTo>
                    <a:pt x="945" y="413"/>
                    <a:pt x="948" y="407"/>
                    <a:pt x="950" y="399"/>
                  </a:cubicBezTo>
                  <a:cubicBezTo>
                    <a:pt x="951" y="390"/>
                    <a:pt x="941" y="381"/>
                    <a:pt x="936" y="379"/>
                  </a:cubicBezTo>
                  <a:cubicBezTo>
                    <a:pt x="930" y="376"/>
                    <a:pt x="934" y="372"/>
                    <a:pt x="941" y="365"/>
                  </a:cubicBezTo>
                  <a:cubicBezTo>
                    <a:pt x="949" y="359"/>
                    <a:pt x="949" y="340"/>
                    <a:pt x="949" y="335"/>
                  </a:cubicBezTo>
                  <a:cubicBezTo>
                    <a:pt x="948" y="331"/>
                    <a:pt x="933" y="328"/>
                    <a:pt x="927" y="328"/>
                  </a:cubicBezTo>
                  <a:cubicBezTo>
                    <a:pt x="921" y="329"/>
                    <a:pt x="899" y="328"/>
                    <a:pt x="893" y="327"/>
                  </a:cubicBezTo>
                  <a:cubicBezTo>
                    <a:pt x="888" y="326"/>
                    <a:pt x="886" y="331"/>
                    <a:pt x="883" y="336"/>
                  </a:cubicBezTo>
                  <a:cubicBezTo>
                    <a:pt x="881" y="342"/>
                    <a:pt x="875" y="350"/>
                    <a:pt x="872" y="362"/>
                  </a:cubicBezTo>
                  <a:cubicBezTo>
                    <a:pt x="868" y="373"/>
                    <a:pt x="854" y="377"/>
                    <a:pt x="848" y="380"/>
                  </a:cubicBezTo>
                  <a:cubicBezTo>
                    <a:pt x="842" y="382"/>
                    <a:pt x="838" y="391"/>
                    <a:pt x="841" y="395"/>
                  </a:cubicBezTo>
                  <a:cubicBezTo>
                    <a:pt x="844" y="399"/>
                    <a:pt x="848" y="396"/>
                    <a:pt x="851" y="397"/>
                  </a:cubicBezTo>
                  <a:cubicBezTo>
                    <a:pt x="854" y="399"/>
                    <a:pt x="851" y="410"/>
                    <a:pt x="849" y="411"/>
                  </a:cubicBezTo>
                  <a:cubicBezTo>
                    <a:pt x="847" y="413"/>
                    <a:pt x="852" y="417"/>
                    <a:pt x="848" y="420"/>
                  </a:cubicBezTo>
                  <a:cubicBezTo>
                    <a:pt x="843" y="423"/>
                    <a:pt x="839" y="429"/>
                    <a:pt x="842" y="432"/>
                  </a:cubicBezTo>
                  <a:cubicBezTo>
                    <a:pt x="844" y="435"/>
                    <a:pt x="857" y="436"/>
                    <a:pt x="863" y="439"/>
                  </a:cubicBezTo>
                  <a:cubicBezTo>
                    <a:pt x="868" y="443"/>
                    <a:pt x="866" y="448"/>
                    <a:pt x="870" y="454"/>
                  </a:cubicBezTo>
                  <a:cubicBezTo>
                    <a:pt x="874" y="459"/>
                    <a:pt x="879" y="456"/>
                    <a:pt x="881" y="459"/>
                  </a:cubicBezTo>
                  <a:cubicBezTo>
                    <a:pt x="883" y="463"/>
                    <a:pt x="873" y="476"/>
                    <a:pt x="870" y="477"/>
                  </a:cubicBezTo>
                  <a:cubicBezTo>
                    <a:pt x="866" y="477"/>
                    <a:pt x="853" y="463"/>
                    <a:pt x="848" y="460"/>
                  </a:cubicBezTo>
                  <a:cubicBezTo>
                    <a:pt x="844" y="457"/>
                    <a:pt x="828" y="452"/>
                    <a:pt x="820" y="448"/>
                  </a:cubicBezTo>
                  <a:cubicBezTo>
                    <a:pt x="812" y="443"/>
                    <a:pt x="805" y="444"/>
                    <a:pt x="797" y="438"/>
                  </a:cubicBezTo>
                  <a:cubicBezTo>
                    <a:pt x="788" y="432"/>
                    <a:pt x="780" y="429"/>
                    <a:pt x="764" y="429"/>
                  </a:cubicBezTo>
                  <a:cubicBezTo>
                    <a:pt x="748" y="430"/>
                    <a:pt x="737" y="426"/>
                    <a:pt x="732" y="426"/>
                  </a:cubicBezTo>
                  <a:cubicBezTo>
                    <a:pt x="726" y="427"/>
                    <a:pt x="728" y="421"/>
                    <a:pt x="719" y="417"/>
                  </a:cubicBezTo>
                  <a:cubicBezTo>
                    <a:pt x="709" y="413"/>
                    <a:pt x="703" y="407"/>
                    <a:pt x="697" y="410"/>
                  </a:cubicBezTo>
                  <a:cubicBezTo>
                    <a:pt x="692" y="413"/>
                    <a:pt x="694" y="423"/>
                    <a:pt x="702" y="424"/>
                  </a:cubicBezTo>
                  <a:cubicBezTo>
                    <a:pt x="711" y="426"/>
                    <a:pt x="707" y="430"/>
                    <a:pt x="715" y="430"/>
                  </a:cubicBezTo>
                  <a:cubicBezTo>
                    <a:pt x="724" y="429"/>
                    <a:pt x="727" y="432"/>
                    <a:pt x="727" y="438"/>
                  </a:cubicBezTo>
                  <a:cubicBezTo>
                    <a:pt x="726" y="443"/>
                    <a:pt x="731" y="449"/>
                    <a:pt x="735" y="452"/>
                  </a:cubicBezTo>
                  <a:cubicBezTo>
                    <a:pt x="739" y="456"/>
                    <a:pt x="736" y="462"/>
                    <a:pt x="729" y="462"/>
                  </a:cubicBezTo>
                  <a:cubicBezTo>
                    <a:pt x="722" y="462"/>
                    <a:pt x="714" y="463"/>
                    <a:pt x="717" y="468"/>
                  </a:cubicBezTo>
                  <a:cubicBezTo>
                    <a:pt x="720" y="473"/>
                    <a:pt x="715" y="474"/>
                    <a:pt x="708" y="472"/>
                  </a:cubicBezTo>
                  <a:cubicBezTo>
                    <a:pt x="701" y="469"/>
                    <a:pt x="705" y="464"/>
                    <a:pt x="708" y="461"/>
                  </a:cubicBezTo>
                  <a:cubicBezTo>
                    <a:pt x="711" y="458"/>
                    <a:pt x="702" y="455"/>
                    <a:pt x="697" y="453"/>
                  </a:cubicBezTo>
                  <a:cubicBezTo>
                    <a:pt x="693" y="451"/>
                    <a:pt x="675" y="465"/>
                    <a:pt x="670" y="467"/>
                  </a:cubicBezTo>
                  <a:cubicBezTo>
                    <a:pt x="665" y="469"/>
                    <a:pt x="653" y="463"/>
                    <a:pt x="641" y="467"/>
                  </a:cubicBezTo>
                  <a:cubicBezTo>
                    <a:pt x="628" y="470"/>
                    <a:pt x="629" y="480"/>
                    <a:pt x="624" y="479"/>
                  </a:cubicBezTo>
                  <a:cubicBezTo>
                    <a:pt x="619" y="478"/>
                    <a:pt x="606" y="480"/>
                    <a:pt x="600" y="477"/>
                  </a:cubicBezTo>
                  <a:cubicBezTo>
                    <a:pt x="595" y="474"/>
                    <a:pt x="599" y="472"/>
                    <a:pt x="605" y="472"/>
                  </a:cubicBezTo>
                  <a:cubicBezTo>
                    <a:pt x="610" y="472"/>
                    <a:pt x="612" y="471"/>
                    <a:pt x="609" y="467"/>
                  </a:cubicBezTo>
                  <a:cubicBezTo>
                    <a:pt x="606" y="463"/>
                    <a:pt x="613" y="457"/>
                    <a:pt x="613" y="455"/>
                  </a:cubicBezTo>
                  <a:cubicBezTo>
                    <a:pt x="613" y="452"/>
                    <a:pt x="592" y="459"/>
                    <a:pt x="589" y="462"/>
                  </a:cubicBezTo>
                  <a:cubicBezTo>
                    <a:pt x="586" y="465"/>
                    <a:pt x="589" y="470"/>
                    <a:pt x="586" y="472"/>
                  </a:cubicBezTo>
                  <a:cubicBezTo>
                    <a:pt x="582" y="474"/>
                    <a:pt x="582" y="469"/>
                    <a:pt x="578" y="467"/>
                  </a:cubicBezTo>
                  <a:cubicBezTo>
                    <a:pt x="574" y="466"/>
                    <a:pt x="543" y="473"/>
                    <a:pt x="537" y="479"/>
                  </a:cubicBezTo>
                  <a:cubicBezTo>
                    <a:pt x="532" y="486"/>
                    <a:pt x="520" y="486"/>
                    <a:pt x="520" y="490"/>
                  </a:cubicBezTo>
                  <a:cubicBezTo>
                    <a:pt x="520" y="493"/>
                    <a:pt x="507" y="493"/>
                    <a:pt x="501" y="496"/>
                  </a:cubicBezTo>
                  <a:cubicBezTo>
                    <a:pt x="496" y="498"/>
                    <a:pt x="499" y="509"/>
                    <a:pt x="497" y="514"/>
                  </a:cubicBezTo>
                  <a:cubicBezTo>
                    <a:pt x="495" y="519"/>
                    <a:pt x="474" y="518"/>
                    <a:pt x="467" y="518"/>
                  </a:cubicBezTo>
                  <a:cubicBezTo>
                    <a:pt x="461" y="518"/>
                    <a:pt x="458" y="505"/>
                    <a:pt x="453" y="505"/>
                  </a:cubicBezTo>
                  <a:cubicBezTo>
                    <a:pt x="448" y="504"/>
                    <a:pt x="451" y="497"/>
                    <a:pt x="453" y="493"/>
                  </a:cubicBezTo>
                  <a:cubicBezTo>
                    <a:pt x="454" y="490"/>
                    <a:pt x="458" y="493"/>
                    <a:pt x="465" y="489"/>
                  </a:cubicBezTo>
                  <a:cubicBezTo>
                    <a:pt x="471" y="485"/>
                    <a:pt x="478" y="491"/>
                    <a:pt x="480" y="488"/>
                  </a:cubicBezTo>
                  <a:cubicBezTo>
                    <a:pt x="483" y="485"/>
                    <a:pt x="471" y="478"/>
                    <a:pt x="470" y="471"/>
                  </a:cubicBezTo>
                  <a:cubicBezTo>
                    <a:pt x="469" y="465"/>
                    <a:pt x="455" y="463"/>
                    <a:pt x="447" y="465"/>
                  </a:cubicBezTo>
                  <a:cubicBezTo>
                    <a:pt x="440" y="467"/>
                    <a:pt x="431" y="465"/>
                    <a:pt x="425" y="462"/>
                  </a:cubicBezTo>
                  <a:cubicBezTo>
                    <a:pt x="420" y="460"/>
                    <a:pt x="421" y="467"/>
                    <a:pt x="429" y="469"/>
                  </a:cubicBezTo>
                  <a:cubicBezTo>
                    <a:pt x="437" y="471"/>
                    <a:pt x="433" y="478"/>
                    <a:pt x="434" y="481"/>
                  </a:cubicBezTo>
                  <a:cubicBezTo>
                    <a:pt x="435" y="485"/>
                    <a:pt x="432" y="494"/>
                    <a:pt x="427" y="501"/>
                  </a:cubicBezTo>
                  <a:cubicBezTo>
                    <a:pt x="422" y="508"/>
                    <a:pt x="426" y="508"/>
                    <a:pt x="433" y="507"/>
                  </a:cubicBezTo>
                  <a:cubicBezTo>
                    <a:pt x="440" y="507"/>
                    <a:pt x="439" y="516"/>
                    <a:pt x="439" y="523"/>
                  </a:cubicBezTo>
                  <a:cubicBezTo>
                    <a:pt x="439" y="530"/>
                    <a:pt x="434" y="532"/>
                    <a:pt x="434" y="536"/>
                  </a:cubicBezTo>
                  <a:cubicBezTo>
                    <a:pt x="434" y="541"/>
                    <a:pt x="428" y="534"/>
                    <a:pt x="426" y="536"/>
                  </a:cubicBezTo>
                  <a:cubicBezTo>
                    <a:pt x="424" y="538"/>
                    <a:pt x="422" y="535"/>
                    <a:pt x="421" y="531"/>
                  </a:cubicBezTo>
                  <a:cubicBezTo>
                    <a:pt x="420" y="527"/>
                    <a:pt x="409" y="529"/>
                    <a:pt x="403" y="528"/>
                  </a:cubicBezTo>
                  <a:cubicBezTo>
                    <a:pt x="397" y="526"/>
                    <a:pt x="395" y="529"/>
                    <a:pt x="392" y="533"/>
                  </a:cubicBezTo>
                  <a:cubicBezTo>
                    <a:pt x="389" y="538"/>
                    <a:pt x="381" y="539"/>
                    <a:pt x="376" y="540"/>
                  </a:cubicBezTo>
                  <a:cubicBezTo>
                    <a:pt x="372" y="540"/>
                    <a:pt x="364" y="549"/>
                    <a:pt x="360" y="552"/>
                  </a:cubicBezTo>
                  <a:cubicBezTo>
                    <a:pt x="355" y="555"/>
                    <a:pt x="354" y="561"/>
                    <a:pt x="361" y="568"/>
                  </a:cubicBezTo>
                  <a:cubicBezTo>
                    <a:pt x="367" y="574"/>
                    <a:pt x="368" y="578"/>
                    <a:pt x="368" y="581"/>
                  </a:cubicBezTo>
                  <a:cubicBezTo>
                    <a:pt x="367" y="585"/>
                    <a:pt x="350" y="584"/>
                    <a:pt x="347" y="580"/>
                  </a:cubicBezTo>
                  <a:cubicBezTo>
                    <a:pt x="344" y="576"/>
                    <a:pt x="332" y="575"/>
                    <a:pt x="328" y="576"/>
                  </a:cubicBezTo>
                  <a:cubicBezTo>
                    <a:pt x="325" y="577"/>
                    <a:pt x="314" y="564"/>
                    <a:pt x="308" y="564"/>
                  </a:cubicBezTo>
                  <a:cubicBezTo>
                    <a:pt x="303" y="564"/>
                    <a:pt x="300" y="570"/>
                    <a:pt x="298" y="574"/>
                  </a:cubicBezTo>
                  <a:cubicBezTo>
                    <a:pt x="296" y="577"/>
                    <a:pt x="300" y="578"/>
                    <a:pt x="303" y="584"/>
                  </a:cubicBezTo>
                  <a:cubicBezTo>
                    <a:pt x="306" y="590"/>
                    <a:pt x="315" y="590"/>
                    <a:pt x="320" y="590"/>
                  </a:cubicBezTo>
                  <a:cubicBezTo>
                    <a:pt x="325" y="590"/>
                    <a:pt x="323" y="598"/>
                    <a:pt x="322" y="601"/>
                  </a:cubicBezTo>
                  <a:cubicBezTo>
                    <a:pt x="320" y="604"/>
                    <a:pt x="311" y="606"/>
                    <a:pt x="308" y="603"/>
                  </a:cubicBezTo>
                  <a:cubicBezTo>
                    <a:pt x="306" y="599"/>
                    <a:pt x="295" y="603"/>
                    <a:pt x="295" y="599"/>
                  </a:cubicBezTo>
                  <a:cubicBezTo>
                    <a:pt x="294" y="594"/>
                    <a:pt x="287" y="588"/>
                    <a:pt x="278" y="589"/>
                  </a:cubicBezTo>
                  <a:cubicBezTo>
                    <a:pt x="270" y="591"/>
                    <a:pt x="269" y="586"/>
                    <a:pt x="269" y="579"/>
                  </a:cubicBezTo>
                  <a:cubicBezTo>
                    <a:pt x="270" y="573"/>
                    <a:pt x="265" y="569"/>
                    <a:pt x="265" y="566"/>
                  </a:cubicBezTo>
                  <a:cubicBezTo>
                    <a:pt x="265" y="564"/>
                    <a:pt x="261" y="558"/>
                    <a:pt x="266" y="555"/>
                  </a:cubicBezTo>
                  <a:cubicBezTo>
                    <a:pt x="270" y="552"/>
                    <a:pt x="267" y="548"/>
                    <a:pt x="267" y="544"/>
                  </a:cubicBezTo>
                  <a:cubicBezTo>
                    <a:pt x="267" y="540"/>
                    <a:pt x="260" y="534"/>
                    <a:pt x="253" y="534"/>
                  </a:cubicBezTo>
                  <a:cubicBezTo>
                    <a:pt x="247" y="534"/>
                    <a:pt x="248" y="527"/>
                    <a:pt x="243" y="526"/>
                  </a:cubicBezTo>
                  <a:cubicBezTo>
                    <a:pt x="237" y="525"/>
                    <a:pt x="226" y="516"/>
                    <a:pt x="225" y="512"/>
                  </a:cubicBezTo>
                  <a:cubicBezTo>
                    <a:pt x="225" y="508"/>
                    <a:pt x="216" y="507"/>
                    <a:pt x="219" y="506"/>
                  </a:cubicBezTo>
                  <a:cubicBezTo>
                    <a:pt x="222" y="505"/>
                    <a:pt x="229" y="507"/>
                    <a:pt x="233" y="511"/>
                  </a:cubicBezTo>
                  <a:cubicBezTo>
                    <a:pt x="238" y="516"/>
                    <a:pt x="246" y="520"/>
                    <a:pt x="258" y="522"/>
                  </a:cubicBezTo>
                  <a:cubicBezTo>
                    <a:pt x="270" y="523"/>
                    <a:pt x="275" y="529"/>
                    <a:pt x="289" y="531"/>
                  </a:cubicBezTo>
                  <a:cubicBezTo>
                    <a:pt x="302" y="534"/>
                    <a:pt x="310" y="535"/>
                    <a:pt x="330" y="538"/>
                  </a:cubicBezTo>
                  <a:cubicBezTo>
                    <a:pt x="349" y="541"/>
                    <a:pt x="375" y="521"/>
                    <a:pt x="381" y="516"/>
                  </a:cubicBezTo>
                  <a:cubicBezTo>
                    <a:pt x="386" y="510"/>
                    <a:pt x="379" y="499"/>
                    <a:pt x="379" y="495"/>
                  </a:cubicBezTo>
                  <a:cubicBezTo>
                    <a:pt x="379" y="491"/>
                    <a:pt x="370" y="490"/>
                    <a:pt x="369" y="487"/>
                  </a:cubicBezTo>
                  <a:cubicBezTo>
                    <a:pt x="368" y="484"/>
                    <a:pt x="362" y="478"/>
                    <a:pt x="355" y="478"/>
                  </a:cubicBezTo>
                  <a:cubicBezTo>
                    <a:pt x="347" y="478"/>
                    <a:pt x="346" y="469"/>
                    <a:pt x="340" y="470"/>
                  </a:cubicBezTo>
                  <a:cubicBezTo>
                    <a:pt x="334" y="471"/>
                    <a:pt x="330" y="467"/>
                    <a:pt x="314" y="457"/>
                  </a:cubicBezTo>
                  <a:cubicBezTo>
                    <a:pt x="298" y="447"/>
                    <a:pt x="277" y="439"/>
                    <a:pt x="273" y="441"/>
                  </a:cubicBezTo>
                  <a:cubicBezTo>
                    <a:pt x="269" y="443"/>
                    <a:pt x="266" y="444"/>
                    <a:pt x="264" y="440"/>
                  </a:cubicBezTo>
                  <a:cubicBezTo>
                    <a:pt x="261" y="436"/>
                    <a:pt x="255" y="436"/>
                    <a:pt x="251" y="439"/>
                  </a:cubicBezTo>
                  <a:cubicBezTo>
                    <a:pt x="247" y="443"/>
                    <a:pt x="243" y="437"/>
                    <a:pt x="235" y="438"/>
                  </a:cubicBezTo>
                  <a:cubicBezTo>
                    <a:pt x="227" y="440"/>
                    <a:pt x="223" y="435"/>
                    <a:pt x="225" y="433"/>
                  </a:cubicBezTo>
                  <a:cubicBezTo>
                    <a:pt x="227" y="430"/>
                    <a:pt x="239" y="432"/>
                    <a:pt x="238" y="429"/>
                  </a:cubicBezTo>
                  <a:cubicBezTo>
                    <a:pt x="237" y="425"/>
                    <a:pt x="233" y="429"/>
                    <a:pt x="226" y="424"/>
                  </a:cubicBezTo>
                  <a:cubicBezTo>
                    <a:pt x="219" y="419"/>
                    <a:pt x="215" y="422"/>
                    <a:pt x="214" y="426"/>
                  </a:cubicBezTo>
                  <a:cubicBezTo>
                    <a:pt x="212" y="430"/>
                    <a:pt x="207" y="429"/>
                    <a:pt x="203" y="426"/>
                  </a:cubicBezTo>
                  <a:cubicBezTo>
                    <a:pt x="203" y="425"/>
                    <a:pt x="202" y="425"/>
                    <a:pt x="202" y="425"/>
                  </a:cubicBezTo>
                  <a:cubicBezTo>
                    <a:pt x="201" y="431"/>
                    <a:pt x="197" y="432"/>
                    <a:pt x="193" y="431"/>
                  </a:cubicBezTo>
                  <a:cubicBezTo>
                    <a:pt x="188" y="430"/>
                    <a:pt x="184" y="438"/>
                    <a:pt x="178" y="438"/>
                  </a:cubicBezTo>
                  <a:cubicBezTo>
                    <a:pt x="173" y="438"/>
                    <a:pt x="167" y="444"/>
                    <a:pt x="166" y="448"/>
                  </a:cubicBezTo>
                  <a:cubicBezTo>
                    <a:pt x="165" y="453"/>
                    <a:pt x="160" y="450"/>
                    <a:pt x="160" y="454"/>
                  </a:cubicBezTo>
                  <a:cubicBezTo>
                    <a:pt x="160" y="457"/>
                    <a:pt x="160" y="460"/>
                    <a:pt x="157" y="463"/>
                  </a:cubicBezTo>
                  <a:cubicBezTo>
                    <a:pt x="154" y="466"/>
                    <a:pt x="157" y="468"/>
                    <a:pt x="160" y="473"/>
                  </a:cubicBezTo>
                  <a:cubicBezTo>
                    <a:pt x="162" y="478"/>
                    <a:pt x="168" y="478"/>
                    <a:pt x="170" y="479"/>
                  </a:cubicBezTo>
                  <a:cubicBezTo>
                    <a:pt x="173" y="481"/>
                    <a:pt x="183" y="489"/>
                    <a:pt x="183" y="492"/>
                  </a:cubicBezTo>
                  <a:cubicBezTo>
                    <a:pt x="183" y="495"/>
                    <a:pt x="175" y="503"/>
                    <a:pt x="172" y="505"/>
                  </a:cubicBezTo>
                  <a:cubicBezTo>
                    <a:pt x="169" y="507"/>
                    <a:pt x="165" y="513"/>
                    <a:pt x="167" y="516"/>
                  </a:cubicBezTo>
                  <a:cubicBezTo>
                    <a:pt x="169" y="519"/>
                    <a:pt x="178" y="532"/>
                    <a:pt x="184" y="542"/>
                  </a:cubicBezTo>
                  <a:cubicBezTo>
                    <a:pt x="189" y="553"/>
                    <a:pt x="181" y="548"/>
                    <a:pt x="178" y="553"/>
                  </a:cubicBezTo>
                  <a:cubicBezTo>
                    <a:pt x="174" y="557"/>
                    <a:pt x="179" y="563"/>
                    <a:pt x="180" y="566"/>
                  </a:cubicBezTo>
                  <a:cubicBezTo>
                    <a:pt x="181" y="569"/>
                    <a:pt x="176" y="569"/>
                    <a:pt x="176" y="571"/>
                  </a:cubicBezTo>
                  <a:cubicBezTo>
                    <a:pt x="177" y="574"/>
                    <a:pt x="185" y="575"/>
                    <a:pt x="185" y="577"/>
                  </a:cubicBezTo>
                  <a:cubicBezTo>
                    <a:pt x="186" y="579"/>
                    <a:pt x="180" y="582"/>
                    <a:pt x="182" y="586"/>
                  </a:cubicBezTo>
                  <a:cubicBezTo>
                    <a:pt x="185" y="590"/>
                    <a:pt x="191" y="590"/>
                    <a:pt x="192" y="595"/>
                  </a:cubicBezTo>
                  <a:cubicBezTo>
                    <a:pt x="192" y="601"/>
                    <a:pt x="180" y="601"/>
                    <a:pt x="181" y="605"/>
                  </a:cubicBezTo>
                  <a:cubicBezTo>
                    <a:pt x="181" y="609"/>
                    <a:pt x="197" y="615"/>
                    <a:pt x="203" y="623"/>
                  </a:cubicBezTo>
                  <a:cubicBezTo>
                    <a:pt x="210" y="630"/>
                    <a:pt x="210" y="632"/>
                    <a:pt x="208" y="637"/>
                  </a:cubicBezTo>
                  <a:cubicBezTo>
                    <a:pt x="205" y="645"/>
                    <a:pt x="186" y="652"/>
                    <a:pt x="182" y="662"/>
                  </a:cubicBezTo>
                  <a:cubicBezTo>
                    <a:pt x="178" y="671"/>
                    <a:pt x="162" y="676"/>
                    <a:pt x="155" y="684"/>
                  </a:cubicBezTo>
                  <a:cubicBezTo>
                    <a:pt x="152" y="687"/>
                    <a:pt x="149" y="691"/>
                    <a:pt x="146" y="694"/>
                  </a:cubicBezTo>
                  <a:cubicBezTo>
                    <a:pt x="150" y="693"/>
                    <a:pt x="152" y="693"/>
                    <a:pt x="154" y="692"/>
                  </a:cubicBezTo>
                  <a:cubicBezTo>
                    <a:pt x="158" y="690"/>
                    <a:pt x="161" y="700"/>
                    <a:pt x="165" y="703"/>
                  </a:cubicBezTo>
                  <a:cubicBezTo>
                    <a:pt x="169" y="707"/>
                    <a:pt x="178" y="703"/>
                    <a:pt x="180" y="707"/>
                  </a:cubicBezTo>
                  <a:cubicBezTo>
                    <a:pt x="183" y="710"/>
                    <a:pt x="178" y="710"/>
                    <a:pt x="172" y="709"/>
                  </a:cubicBezTo>
                  <a:cubicBezTo>
                    <a:pt x="166" y="708"/>
                    <a:pt x="164" y="711"/>
                    <a:pt x="155" y="715"/>
                  </a:cubicBezTo>
                  <a:cubicBezTo>
                    <a:pt x="148" y="717"/>
                    <a:pt x="149" y="719"/>
                    <a:pt x="146" y="721"/>
                  </a:cubicBezTo>
                  <a:cubicBezTo>
                    <a:pt x="151" y="728"/>
                    <a:pt x="145" y="728"/>
                    <a:pt x="143" y="733"/>
                  </a:cubicBezTo>
                  <a:cubicBezTo>
                    <a:pt x="140" y="738"/>
                    <a:pt x="137" y="739"/>
                    <a:pt x="137" y="742"/>
                  </a:cubicBezTo>
                  <a:cubicBezTo>
                    <a:pt x="137" y="745"/>
                    <a:pt x="138" y="747"/>
                    <a:pt x="138" y="752"/>
                  </a:cubicBezTo>
                  <a:cubicBezTo>
                    <a:pt x="139" y="757"/>
                    <a:pt x="139" y="758"/>
                    <a:pt x="142" y="762"/>
                  </a:cubicBezTo>
                  <a:cubicBezTo>
                    <a:pt x="145" y="765"/>
                    <a:pt x="140" y="765"/>
                    <a:pt x="137" y="767"/>
                  </a:cubicBezTo>
                  <a:cubicBezTo>
                    <a:pt x="135" y="769"/>
                    <a:pt x="137" y="774"/>
                    <a:pt x="140" y="777"/>
                  </a:cubicBezTo>
                  <a:cubicBezTo>
                    <a:pt x="143" y="780"/>
                    <a:pt x="143" y="784"/>
                    <a:pt x="142" y="787"/>
                  </a:cubicBezTo>
                  <a:cubicBezTo>
                    <a:pt x="140" y="789"/>
                    <a:pt x="144" y="794"/>
                    <a:pt x="147" y="797"/>
                  </a:cubicBezTo>
                  <a:cubicBezTo>
                    <a:pt x="150" y="799"/>
                    <a:pt x="149" y="807"/>
                    <a:pt x="152" y="809"/>
                  </a:cubicBezTo>
                  <a:cubicBezTo>
                    <a:pt x="154" y="811"/>
                    <a:pt x="157" y="813"/>
                    <a:pt x="161" y="812"/>
                  </a:cubicBezTo>
                  <a:cubicBezTo>
                    <a:pt x="166" y="810"/>
                    <a:pt x="168" y="812"/>
                    <a:pt x="170" y="816"/>
                  </a:cubicBezTo>
                  <a:cubicBezTo>
                    <a:pt x="172" y="819"/>
                    <a:pt x="175" y="818"/>
                    <a:pt x="180" y="816"/>
                  </a:cubicBezTo>
                  <a:cubicBezTo>
                    <a:pt x="184" y="814"/>
                    <a:pt x="194" y="819"/>
                    <a:pt x="196" y="821"/>
                  </a:cubicBezTo>
                  <a:cubicBezTo>
                    <a:pt x="198" y="822"/>
                    <a:pt x="197" y="828"/>
                    <a:pt x="198" y="833"/>
                  </a:cubicBezTo>
                  <a:cubicBezTo>
                    <a:pt x="198" y="837"/>
                    <a:pt x="195" y="842"/>
                    <a:pt x="200" y="845"/>
                  </a:cubicBezTo>
                  <a:cubicBezTo>
                    <a:pt x="204" y="848"/>
                    <a:pt x="203" y="854"/>
                    <a:pt x="208" y="856"/>
                  </a:cubicBezTo>
                  <a:cubicBezTo>
                    <a:pt x="213" y="858"/>
                    <a:pt x="215" y="865"/>
                    <a:pt x="218" y="866"/>
                  </a:cubicBezTo>
                  <a:cubicBezTo>
                    <a:pt x="221" y="867"/>
                    <a:pt x="227" y="871"/>
                    <a:pt x="228" y="875"/>
                  </a:cubicBezTo>
                  <a:cubicBezTo>
                    <a:pt x="228" y="878"/>
                    <a:pt x="222" y="882"/>
                    <a:pt x="219" y="883"/>
                  </a:cubicBezTo>
                  <a:cubicBezTo>
                    <a:pt x="215" y="885"/>
                    <a:pt x="209" y="878"/>
                    <a:pt x="206" y="881"/>
                  </a:cubicBezTo>
                  <a:cubicBezTo>
                    <a:pt x="204" y="884"/>
                    <a:pt x="207" y="889"/>
                    <a:pt x="209" y="898"/>
                  </a:cubicBezTo>
                  <a:cubicBezTo>
                    <a:pt x="211" y="906"/>
                    <a:pt x="212" y="907"/>
                    <a:pt x="216" y="907"/>
                  </a:cubicBezTo>
                  <a:cubicBezTo>
                    <a:pt x="220" y="907"/>
                    <a:pt x="222" y="904"/>
                    <a:pt x="225" y="903"/>
                  </a:cubicBezTo>
                  <a:cubicBezTo>
                    <a:pt x="227" y="901"/>
                    <a:pt x="234" y="903"/>
                    <a:pt x="236" y="902"/>
                  </a:cubicBezTo>
                  <a:cubicBezTo>
                    <a:pt x="239" y="901"/>
                    <a:pt x="249" y="901"/>
                    <a:pt x="251" y="904"/>
                  </a:cubicBezTo>
                  <a:cubicBezTo>
                    <a:pt x="253" y="907"/>
                    <a:pt x="255" y="914"/>
                    <a:pt x="253" y="917"/>
                  </a:cubicBezTo>
                  <a:cubicBezTo>
                    <a:pt x="252" y="920"/>
                    <a:pt x="255" y="923"/>
                    <a:pt x="257" y="927"/>
                  </a:cubicBezTo>
                  <a:cubicBezTo>
                    <a:pt x="259" y="931"/>
                    <a:pt x="267" y="929"/>
                    <a:pt x="270" y="930"/>
                  </a:cubicBezTo>
                  <a:cubicBezTo>
                    <a:pt x="273" y="931"/>
                    <a:pt x="279" y="940"/>
                    <a:pt x="278" y="944"/>
                  </a:cubicBezTo>
                  <a:cubicBezTo>
                    <a:pt x="277" y="948"/>
                    <a:pt x="282" y="948"/>
                    <a:pt x="284" y="947"/>
                  </a:cubicBezTo>
                  <a:cubicBezTo>
                    <a:pt x="287" y="946"/>
                    <a:pt x="290" y="949"/>
                    <a:pt x="293" y="951"/>
                  </a:cubicBezTo>
                  <a:cubicBezTo>
                    <a:pt x="296" y="953"/>
                    <a:pt x="299" y="952"/>
                    <a:pt x="302" y="950"/>
                  </a:cubicBezTo>
                  <a:cubicBezTo>
                    <a:pt x="305" y="948"/>
                    <a:pt x="310" y="947"/>
                    <a:pt x="312" y="950"/>
                  </a:cubicBezTo>
                  <a:cubicBezTo>
                    <a:pt x="313" y="952"/>
                    <a:pt x="320" y="957"/>
                    <a:pt x="320" y="959"/>
                  </a:cubicBezTo>
                  <a:cubicBezTo>
                    <a:pt x="320" y="961"/>
                    <a:pt x="329" y="959"/>
                    <a:pt x="334" y="961"/>
                  </a:cubicBezTo>
                  <a:cubicBezTo>
                    <a:pt x="339" y="964"/>
                    <a:pt x="344" y="963"/>
                    <a:pt x="349" y="965"/>
                  </a:cubicBezTo>
                  <a:cubicBezTo>
                    <a:pt x="354" y="968"/>
                    <a:pt x="359" y="968"/>
                    <a:pt x="359" y="972"/>
                  </a:cubicBezTo>
                  <a:cubicBezTo>
                    <a:pt x="360" y="975"/>
                    <a:pt x="354" y="977"/>
                    <a:pt x="354" y="979"/>
                  </a:cubicBezTo>
                  <a:cubicBezTo>
                    <a:pt x="354" y="981"/>
                    <a:pt x="358" y="982"/>
                    <a:pt x="358" y="984"/>
                  </a:cubicBezTo>
                  <a:cubicBezTo>
                    <a:pt x="358" y="986"/>
                    <a:pt x="353" y="986"/>
                    <a:pt x="352" y="988"/>
                  </a:cubicBezTo>
                  <a:cubicBezTo>
                    <a:pt x="351" y="990"/>
                    <a:pt x="355" y="993"/>
                    <a:pt x="356" y="995"/>
                  </a:cubicBezTo>
                  <a:cubicBezTo>
                    <a:pt x="357" y="997"/>
                    <a:pt x="353" y="1004"/>
                    <a:pt x="353" y="1006"/>
                  </a:cubicBezTo>
                  <a:cubicBezTo>
                    <a:pt x="353" y="1008"/>
                    <a:pt x="341" y="1005"/>
                    <a:pt x="338" y="1005"/>
                  </a:cubicBezTo>
                  <a:cubicBezTo>
                    <a:pt x="336" y="1005"/>
                    <a:pt x="327" y="1014"/>
                    <a:pt x="325" y="1015"/>
                  </a:cubicBezTo>
                  <a:cubicBezTo>
                    <a:pt x="322" y="1015"/>
                    <a:pt x="323" y="1019"/>
                    <a:pt x="324" y="1023"/>
                  </a:cubicBezTo>
                  <a:cubicBezTo>
                    <a:pt x="333" y="1021"/>
                    <a:pt x="341" y="1021"/>
                    <a:pt x="342" y="1023"/>
                  </a:cubicBezTo>
                  <a:cubicBezTo>
                    <a:pt x="344" y="1026"/>
                    <a:pt x="324" y="1034"/>
                    <a:pt x="320" y="1035"/>
                  </a:cubicBezTo>
                  <a:cubicBezTo>
                    <a:pt x="317" y="1037"/>
                    <a:pt x="327" y="1042"/>
                    <a:pt x="327" y="1045"/>
                  </a:cubicBezTo>
                  <a:cubicBezTo>
                    <a:pt x="327" y="1048"/>
                    <a:pt x="316" y="1049"/>
                    <a:pt x="317" y="1055"/>
                  </a:cubicBezTo>
                  <a:cubicBezTo>
                    <a:pt x="318" y="1062"/>
                    <a:pt x="313" y="1063"/>
                    <a:pt x="307" y="1063"/>
                  </a:cubicBezTo>
                  <a:cubicBezTo>
                    <a:pt x="301" y="1063"/>
                    <a:pt x="300" y="1067"/>
                    <a:pt x="302" y="1067"/>
                  </a:cubicBezTo>
                  <a:cubicBezTo>
                    <a:pt x="305" y="1068"/>
                    <a:pt x="305" y="1075"/>
                    <a:pt x="316" y="1078"/>
                  </a:cubicBezTo>
                  <a:cubicBezTo>
                    <a:pt x="327" y="1081"/>
                    <a:pt x="339" y="1092"/>
                    <a:pt x="349" y="1102"/>
                  </a:cubicBezTo>
                  <a:cubicBezTo>
                    <a:pt x="350" y="1104"/>
                    <a:pt x="352" y="1105"/>
                    <a:pt x="354" y="1106"/>
                  </a:cubicBezTo>
                  <a:cubicBezTo>
                    <a:pt x="356" y="1104"/>
                    <a:pt x="359" y="1103"/>
                    <a:pt x="360" y="1103"/>
                  </a:cubicBezTo>
                  <a:cubicBezTo>
                    <a:pt x="366" y="1102"/>
                    <a:pt x="376" y="1105"/>
                    <a:pt x="381" y="1109"/>
                  </a:cubicBezTo>
                  <a:cubicBezTo>
                    <a:pt x="387" y="1113"/>
                    <a:pt x="406" y="1108"/>
                    <a:pt x="409" y="1111"/>
                  </a:cubicBezTo>
                  <a:cubicBezTo>
                    <a:pt x="411" y="1114"/>
                    <a:pt x="416" y="1118"/>
                    <a:pt x="420" y="1118"/>
                  </a:cubicBezTo>
                  <a:cubicBezTo>
                    <a:pt x="424" y="1118"/>
                    <a:pt x="428" y="1126"/>
                    <a:pt x="431" y="1124"/>
                  </a:cubicBezTo>
                  <a:cubicBezTo>
                    <a:pt x="434" y="1121"/>
                    <a:pt x="446" y="1121"/>
                    <a:pt x="449" y="1121"/>
                  </a:cubicBezTo>
                  <a:cubicBezTo>
                    <a:pt x="452" y="1121"/>
                    <a:pt x="452" y="1124"/>
                    <a:pt x="455" y="1124"/>
                  </a:cubicBezTo>
                  <a:cubicBezTo>
                    <a:pt x="458" y="1124"/>
                    <a:pt x="458" y="1135"/>
                    <a:pt x="460" y="1135"/>
                  </a:cubicBezTo>
                  <a:cubicBezTo>
                    <a:pt x="463" y="1134"/>
                    <a:pt x="471" y="1142"/>
                    <a:pt x="477" y="1142"/>
                  </a:cubicBezTo>
                  <a:cubicBezTo>
                    <a:pt x="482" y="1143"/>
                    <a:pt x="488" y="1153"/>
                    <a:pt x="490" y="1152"/>
                  </a:cubicBezTo>
                  <a:cubicBezTo>
                    <a:pt x="492" y="1151"/>
                    <a:pt x="496" y="1156"/>
                    <a:pt x="498" y="1152"/>
                  </a:cubicBezTo>
                  <a:cubicBezTo>
                    <a:pt x="499" y="1148"/>
                    <a:pt x="507" y="1150"/>
                    <a:pt x="509" y="1144"/>
                  </a:cubicBezTo>
                  <a:cubicBezTo>
                    <a:pt x="499" y="1131"/>
                    <a:pt x="489" y="1118"/>
                    <a:pt x="489" y="1113"/>
                  </a:cubicBezTo>
                  <a:cubicBezTo>
                    <a:pt x="490" y="1104"/>
                    <a:pt x="493" y="1098"/>
                    <a:pt x="482" y="1089"/>
                  </a:cubicBezTo>
                  <a:cubicBezTo>
                    <a:pt x="471" y="1079"/>
                    <a:pt x="483" y="1073"/>
                    <a:pt x="491" y="1063"/>
                  </a:cubicBezTo>
                  <a:cubicBezTo>
                    <a:pt x="498" y="1054"/>
                    <a:pt x="513" y="1050"/>
                    <a:pt x="522" y="1044"/>
                  </a:cubicBezTo>
                  <a:cubicBezTo>
                    <a:pt x="521" y="1043"/>
                    <a:pt x="519" y="1042"/>
                    <a:pt x="517" y="1041"/>
                  </a:cubicBezTo>
                  <a:cubicBezTo>
                    <a:pt x="510" y="1038"/>
                    <a:pt x="507" y="1035"/>
                    <a:pt x="513" y="1033"/>
                  </a:cubicBezTo>
                  <a:cubicBezTo>
                    <a:pt x="518" y="1031"/>
                    <a:pt x="516" y="1028"/>
                    <a:pt x="510" y="1022"/>
                  </a:cubicBezTo>
                  <a:cubicBezTo>
                    <a:pt x="505" y="1016"/>
                    <a:pt x="503" y="1009"/>
                    <a:pt x="500" y="1009"/>
                  </a:cubicBezTo>
                  <a:cubicBezTo>
                    <a:pt x="496" y="1009"/>
                    <a:pt x="492" y="1009"/>
                    <a:pt x="487" y="1010"/>
                  </a:cubicBezTo>
                  <a:cubicBezTo>
                    <a:pt x="482" y="1012"/>
                    <a:pt x="483" y="1006"/>
                    <a:pt x="484" y="1001"/>
                  </a:cubicBezTo>
                  <a:cubicBezTo>
                    <a:pt x="485" y="995"/>
                    <a:pt x="475" y="996"/>
                    <a:pt x="474" y="994"/>
                  </a:cubicBezTo>
                  <a:cubicBezTo>
                    <a:pt x="472" y="992"/>
                    <a:pt x="476" y="984"/>
                    <a:pt x="478" y="983"/>
                  </a:cubicBezTo>
                  <a:cubicBezTo>
                    <a:pt x="479" y="982"/>
                    <a:pt x="484" y="980"/>
                    <a:pt x="484" y="977"/>
                  </a:cubicBezTo>
                  <a:cubicBezTo>
                    <a:pt x="484" y="975"/>
                    <a:pt x="475" y="974"/>
                    <a:pt x="478" y="969"/>
                  </a:cubicBezTo>
                  <a:cubicBezTo>
                    <a:pt x="482" y="963"/>
                    <a:pt x="488" y="963"/>
                    <a:pt x="488" y="958"/>
                  </a:cubicBezTo>
                  <a:cubicBezTo>
                    <a:pt x="488" y="952"/>
                    <a:pt x="492" y="948"/>
                    <a:pt x="498" y="952"/>
                  </a:cubicBezTo>
                  <a:cubicBezTo>
                    <a:pt x="503" y="956"/>
                    <a:pt x="506" y="966"/>
                    <a:pt x="512" y="963"/>
                  </a:cubicBezTo>
                  <a:cubicBezTo>
                    <a:pt x="518" y="961"/>
                    <a:pt x="514" y="956"/>
                    <a:pt x="514" y="952"/>
                  </a:cubicBezTo>
                  <a:cubicBezTo>
                    <a:pt x="513" y="949"/>
                    <a:pt x="511" y="945"/>
                    <a:pt x="518" y="943"/>
                  </a:cubicBezTo>
                  <a:cubicBezTo>
                    <a:pt x="525" y="941"/>
                    <a:pt x="522" y="934"/>
                    <a:pt x="528" y="934"/>
                  </a:cubicBezTo>
                  <a:cubicBezTo>
                    <a:pt x="533" y="934"/>
                    <a:pt x="543" y="927"/>
                    <a:pt x="546" y="926"/>
                  </a:cubicBezTo>
                  <a:cubicBezTo>
                    <a:pt x="550" y="924"/>
                    <a:pt x="557" y="920"/>
                    <a:pt x="560" y="922"/>
                  </a:cubicBezTo>
                  <a:cubicBezTo>
                    <a:pt x="563" y="923"/>
                    <a:pt x="567" y="927"/>
                    <a:pt x="569" y="922"/>
                  </a:cubicBezTo>
                  <a:cubicBezTo>
                    <a:pt x="572" y="916"/>
                    <a:pt x="581" y="919"/>
                    <a:pt x="582" y="922"/>
                  </a:cubicBezTo>
                  <a:cubicBezTo>
                    <a:pt x="582" y="925"/>
                    <a:pt x="597" y="925"/>
                    <a:pt x="602" y="928"/>
                  </a:cubicBezTo>
                  <a:cubicBezTo>
                    <a:pt x="607" y="931"/>
                    <a:pt x="617" y="938"/>
                    <a:pt x="617" y="941"/>
                  </a:cubicBezTo>
                  <a:cubicBezTo>
                    <a:pt x="617" y="944"/>
                    <a:pt x="622" y="948"/>
                    <a:pt x="622" y="943"/>
                  </a:cubicBezTo>
                  <a:cubicBezTo>
                    <a:pt x="622" y="938"/>
                    <a:pt x="625" y="939"/>
                    <a:pt x="632" y="943"/>
                  </a:cubicBezTo>
                  <a:cubicBezTo>
                    <a:pt x="638" y="947"/>
                    <a:pt x="647" y="945"/>
                    <a:pt x="648" y="941"/>
                  </a:cubicBezTo>
                  <a:cubicBezTo>
                    <a:pt x="650" y="938"/>
                    <a:pt x="661" y="933"/>
                    <a:pt x="665" y="936"/>
                  </a:cubicBezTo>
                  <a:cubicBezTo>
                    <a:pt x="669" y="939"/>
                    <a:pt x="671" y="941"/>
                    <a:pt x="676" y="937"/>
                  </a:cubicBezTo>
                  <a:cubicBezTo>
                    <a:pt x="680" y="932"/>
                    <a:pt x="691" y="933"/>
                    <a:pt x="693" y="938"/>
                  </a:cubicBezTo>
                  <a:cubicBezTo>
                    <a:pt x="694" y="942"/>
                    <a:pt x="700" y="943"/>
                    <a:pt x="704" y="943"/>
                  </a:cubicBezTo>
                  <a:cubicBezTo>
                    <a:pt x="709" y="943"/>
                    <a:pt x="710" y="950"/>
                    <a:pt x="713" y="948"/>
                  </a:cubicBezTo>
                  <a:cubicBezTo>
                    <a:pt x="716" y="947"/>
                    <a:pt x="715" y="939"/>
                    <a:pt x="719" y="940"/>
                  </a:cubicBezTo>
                  <a:cubicBezTo>
                    <a:pt x="723" y="941"/>
                    <a:pt x="726" y="945"/>
                    <a:pt x="733" y="945"/>
                  </a:cubicBezTo>
                  <a:cubicBezTo>
                    <a:pt x="739" y="945"/>
                    <a:pt x="744" y="944"/>
                    <a:pt x="744" y="939"/>
                  </a:cubicBezTo>
                  <a:cubicBezTo>
                    <a:pt x="744" y="934"/>
                    <a:pt x="743" y="927"/>
                    <a:pt x="739" y="927"/>
                  </a:cubicBezTo>
                  <a:cubicBezTo>
                    <a:pt x="735" y="927"/>
                    <a:pt x="731" y="923"/>
                    <a:pt x="726" y="923"/>
                  </a:cubicBezTo>
                  <a:cubicBezTo>
                    <a:pt x="722" y="923"/>
                    <a:pt x="717" y="915"/>
                    <a:pt x="722" y="913"/>
                  </a:cubicBezTo>
                  <a:cubicBezTo>
                    <a:pt x="726" y="912"/>
                    <a:pt x="734" y="908"/>
                    <a:pt x="733" y="904"/>
                  </a:cubicBezTo>
                  <a:cubicBezTo>
                    <a:pt x="731" y="900"/>
                    <a:pt x="730" y="892"/>
                    <a:pt x="736" y="891"/>
                  </a:cubicBezTo>
                  <a:cubicBezTo>
                    <a:pt x="742" y="891"/>
                    <a:pt x="755" y="891"/>
                    <a:pt x="755" y="888"/>
                  </a:cubicBezTo>
                  <a:cubicBezTo>
                    <a:pt x="754" y="886"/>
                    <a:pt x="741" y="884"/>
                    <a:pt x="739" y="880"/>
                  </a:cubicBezTo>
                  <a:cubicBezTo>
                    <a:pt x="737" y="877"/>
                    <a:pt x="736" y="867"/>
                    <a:pt x="738" y="866"/>
                  </a:cubicBezTo>
                  <a:cubicBezTo>
                    <a:pt x="740" y="864"/>
                    <a:pt x="748" y="866"/>
                    <a:pt x="753" y="865"/>
                  </a:cubicBezTo>
                  <a:cubicBezTo>
                    <a:pt x="758" y="863"/>
                    <a:pt x="768" y="867"/>
                    <a:pt x="774" y="862"/>
                  </a:cubicBezTo>
                  <a:cubicBezTo>
                    <a:pt x="780" y="858"/>
                    <a:pt x="794" y="857"/>
                    <a:pt x="801" y="857"/>
                  </a:cubicBezTo>
                  <a:cubicBezTo>
                    <a:pt x="808" y="857"/>
                    <a:pt x="813" y="852"/>
                    <a:pt x="819" y="851"/>
                  </a:cubicBezTo>
                  <a:cubicBezTo>
                    <a:pt x="824" y="851"/>
                    <a:pt x="840" y="848"/>
                    <a:pt x="844" y="847"/>
                  </a:cubicBezTo>
                  <a:cubicBezTo>
                    <a:pt x="848" y="845"/>
                    <a:pt x="869" y="842"/>
                    <a:pt x="870" y="838"/>
                  </a:cubicBezTo>
                  <a:cubicBezTo>
                    <a:pt x="870" y="834"/>
                    <a:pt x="887" y="831"/>
                    <a:pt x="891" y="833"/>
                  </a:cubicBezTo>
                  <a:cubicBezTo>
                    <a:pt x="896" y="835"/>
                    <a:pt x="901" y="837"/>
                    <a:pt x="905" y="835"/>
                  </a:cubicBezTo>
                  <a:cubicBezTo>
                    <a:pt x="909" y="833"/>
                    <a:pt x="917" y="838"/>
                    <a:pt x="916" y="842"/>
                  </a:cubicBezTo>
                  <a:cubicBezTo>
                    <a:pt x="916" y="846"/>
                    <a:pt x="920" y="851"/>
                    <a:pt x="920" y="855"/>
                  </a:cubicBezTo>
                  <a:cubicBezTo>
                    <a:pt x="919" y="858"/>
                    <a:pt x="915" y="859"/>
                    <a:pt x="918" y="862"/>
                  </a:cubicBezTo>
                  <a:cubicBezTo>
                    <a:pt x="920" y="865"/>
                    <a:pt x="931" y="863"/>
                    <a:pt x="934" y="859"/>
                  </a:cubicBezTo>
                  <a:cubicBezTo>
                    <a:pt x="937" y="856"/>
                    <a:pt x="940" y="861"/>
                    <a:pt x="940" y="864"/>
                  </a:cubicBezTo>
                  <a:cubicBezTo>
                    <a:pt x="940" y="866"/>
                    <a:pt x="945" y="868"/>
                    <a:pt x="945" y="865"/>
                  </a:cubicBezTo>
                  <a:cubicBezTo>
                    <a:pt x="945" y="861"/>
                    <a:pt x="952" y="864"/>
                    <a:pt x="954" y="866"/>
                  </a:cubicBezTo>
                  <a:cubicBezTo>
                    <a:pt x="956" y="868"/>
                    <a:pt x="963" y="863"/>
                    <a:pt x="963" y="867"/>
                  </a:cubicBezTo>
                  <a:cubicBezTo>
                    <a:pt x="963" y="871"/>
                    <a:pt x="952" y="874"/>
                    <a:pt x="957" y="878"/>
                  </a:cubicBezTo>
                  <a:cubicBezTo>
                    <a:pt x="961" y="883"/>
                    <a:pt x="964" y="873"/>
                    <a:pt x="970" y="875"/>
                  </a:cubicBezTo>
                  <a:cubicBezTo>
                    <a:pt x="976" y="877"/>
                    <a:pt x="984" y="869"/>
                    <a:pt x="989" y="868"/>
                  </a:cubicBezTo>
                  <a:cubicBezTo>
                    <a:pt x="995" y="866"/>
                    <a:pt x="1001" y="861"/>
                    <a:pt x="1005" y="859"/>
                  </a:cubicBezTo>
                  <a:cubicBezTo>
                    <a:pt x="1010" y="856"/>
                    <a:pt x="1020" y="857"/>
                    <a:pt x="1017" y="860"/>
                  </a:cubicBezTo>
                  <a:cubicBezTo>
                    <a:pt x="1014" y="863"/>
                    <a:pt x="1010" y="869"/>
                    <a:pt x="1022" y="873"/>
                  </a:cubicBezTo>
                  <a:cubicBezTo>
                    <a:pt x="1034" y="877"/>
                    <a:pt x="1047" y="900"/>
                    <a:pt x="1055" y="911"/>
                  </a:cubicBezTo>
                  <a:cubicBezTo>
                    <a:pt x="1062" y="923"/>
                    <a:pt x="1069" y="943"/>
                    <a:pt x="1073" y="943"/>
                  </a:cubicBezTo>
                  <a:cubicBezTo>
                    <a:pt x="1077" y="943"/>
                    <a:pt x="1078" y="933"/>
                    <a:pt x="1083" y="932"/>
                  </a:cubicBezTo>
                  <a:cubicBezTo>
                    <a:pt x="1088" y="930"/>
                    <a:pt x="1091" y="940"/>
                    <a:pt x="1097" y="941"/>
                  </a:cubicBezTo>
                  <a:cubicBezTo>
                    <a:pt x="1102" y="943"/>
                    <a:pt x="1110" y="946"/>
                    <a:pt x="1114" y="944"/>
                  </a:cubicBezTo>
                  <a:cubicBezTo>
                    <a:pt x="1118" y="943"/>
                    <a:pt x="1128" y="937"/>
                    <a:pt x="1132" y="939"/>
                  </a:cubicBezTo>
                  <a:cubicBezTo>
                    <a:pt x="1135" y="941"/>
                    <a:pt x="1140" y="941"/>
                    <a:pt x="1143" y="948"/>
                  </a:cubicBezTo>
                  <a:cubicBezTo>
                    <a:pt x="1146" y="956"/>
                    <a:pt x="1151" y="957"/>
                    <a:pt x="1154" y="957"/>
                  </a:cubicBezTo>
                  <a:cubicBezTo>
                    <a:pt x="1157" y="957"/>
                    <a:pt x="1158" y="961"/>
                    <a:pt x="1158" y="964"/>
                  </a:cubicBezTo>
                  <a:cubicBezTo>
                    <a:pt x="1158" y="967"/>
                    <a:pt x="1163" y="971"/>
                    <a:pt x="1167" y="971"/>
                  </a:cubicBezTo>
                  <a:cubicBezTo>
                    <a:pt x="1170" y="971"/>
                    <a:pt x="1178" y="970"/>
                    <a:pt x="1181" y="969"/>
                  </a:cubicBezTo>
                  <a:cubicBezTo>
                    <a:pt x="1183" y="967"/>
                    <a:pt x="1186" y="966"/>
                    <a:pt x="1187" y="969"/>
                  </a:cubicBezTo>
                  <a:cubicBezTo>
                    <a:pt x="1187" y="973"/>
                    <a:pt x="1192" y="979"/>
                    <a:pt x="1195" y="979"/>
                  </a:cubicBezTo>
                  <a:cubicBezTo>
                    <a:pt x="1198" y="979"/>
                    <a:pt x="1205" y="981"/>
                    <a:pt x="1205" y="979"/>
                  </a:cubicBezTo>
                  <a:cubicBezTo>
                    <a:pt x="1206" y="976"/>
                    <a:pt x="1214" y="975"/>
                    <a:pt x="1217" y="974"/>
                  </a:cubicBezTo>
                  <a:cubicBezTo>
                    <a:pt x="1220" y="974"/>
                    <a:pt x="1231" y="971"/>
                    <a:pt x="1233" y="967"/>
                  </a:cubicBezTo>
                  <a:cubicBezTo>
                    <a:pt x="1235" y="962"/>
                    <a:pt x="1244" y="962"/>
                    <a:pt x="1247" y="959"/>
                  </a:cubicBezTo>
                  <a:cubicBezTo>
                    <a:pt x="1249" y="956"/>
                    <a:pt x="1257" y="954"/>
                    <a:pt x="1258" y="951"/>
                  </a:cubicBezTo>
                  <a:cubicBezTo>
                    <a:pt x="1260" y="948"/>
                    <a:pt x="1269" y="948"/>
                    <a:pt x="1270" y="946"/>
                  </a:cubicBezTo>
                  <a:cubicBezTo>
                    <a:pt x="1271" y="943"/>
                    <a:pt x="1279" y="943"/>
                    <a:pt x="1283" y="944"/>
                  </a:cubicBezTo>
                  <a:cubicBezTo>
                    <a:pt x="1286" y="945"/>
                    <a:pt x="1305" y="948"/>
                    <a:pt x="1307" y="948"/>
                  </a:cubicBezTo>
                  <a:cubicBezTo>
                    <a:pt x="1310" y="947"/>
                    <a:pt x="1310" y="957"/>
                    <a:pt x="1313" y="958"/>
                  </a:cubicBezTo>
                  <a:cubicBezTo>
                    <a:pt x="1316" y="958"/>
                    <a:pt x="1325" y="966"/>
                    <a:pt x="1328" y="964"/>
                  </a:cubicBezTo>
                  <a:cubicBezTo>
                    <a:pt x="1330" y="962"/>
                    <a:pt x="1337" y="959"/>
                    <a:pt x="1342" y="963"/>
                  </a:cubicBezTo>
                  <a:cubicBezTo>
                    <a:pt x="1347" y="966"/>
                    <a:pt x="1352" y="970"/>
                    <a:pt x="1354" y="966"/>
                  </a:cubicBezTo>
                  <a:cubicBezTo>
                    <a:pt x="1356" y="963"/>
                    <a:pt x="1367" y="961"/>
                    <a:pt x="1369" y="959"/>
                  </a:cubicBezTo>
                  <a:cubicBezTo>
                    <a:pt x="1370" y="957"/>
                    <a:pt x="1372" y="951"/>
                    <a:pt x="1369" y="948"/>
                  </a:cubicBezTo>
                  <a:cubicBezTo>
                    <a:pt x="1367" y="946"/>
                    <a:pt x="1364" y="938"/>
                    <a:pt x="1363" y="934"/>
                  </a:cubicBezTo>
                  <a:cubicBezTo>
                    <a:pt x="1362" y="930"/>
                    <a:pt x="1369" y="929"/>
                    <a:pt x="1370" y="925"/>
                  </a:cubicBezTo>
                  <a:cubicBezTo>
                    <a:pt x="1371" y="921"/>
                    <a:pt x="1378" y="921"/>
                    <a:pt x="1380" y="919"/>
                  </a:cubicBezTo>
                  <a:cubicBezTo>
                    <a:pt x="1382" y="917"/>
                    <a:pt x="1382" y="912"/>
                    <a:pt x="1386" y="913"/>
                  </a:cubicBezTo>
                  <a:cubicBezTo>
                    <a:pt x="1390" y="914"/>
                    <a:pt x="1398" y="917"/>
                    <a:pt x="1399" y="918"/>
                  </a:cubicBezTo>
                  <a:cubicBezTo>
                    <a:pt x="1401" y="920"/>
                    <a:pt x="1406" y="921"/>
                    <a:pt x="1410" y="921"/>
                  </a:cubicBezTo>
                  <a:cubicBezTo>
                    <a:pt x="1414" y="921"/>
                    <a:pt x="1419" y="924"/>
                    <a:pt x="1423" y="926"/>
                  </a:cubicBezTo>
                  <a:cubicBezTo>
                    <a:pt x="1427" y="928"/>
                    <a:pt x="1438" y="928"/>
                    <a:pt x="1440" y="931"/>
                  </a:cubicBezTo>
                  <a:cubicBezTo>
                    <a:pt x="1442" y="934"/>
                    <a:pt x="1440" y="943"/>
                    <a:pt x="1442" y="946"/>
                  </a:cubicBezTo>
                  <a:cubicBezTo>
                    <a:pt x="1445" y="950"/>
                    <a:pt x="1451" y="956"/>
                    <a:pt x="1453" y="955"/>
                  </a:cubicBezTo>
                  <a:cubicBezTo>
                    <a:pt x="1455" y="953"/>
                    <a:pt x="1465" y="960"/>
                    <a:pt x="1469" y="959"/>
                  </a:cubicBezTo>
                  <a:cubicBezTo>
                    <a:pt x="1473" y="959"/>
                    <a:pt x="1478" y="953"/>
                    <a:pt x="1482" y="953"/>
                  </a:cubicBezTo>
                  <a:cubicBezTo>
                    <a:pt x="1485" y="953"/>
                    <a:pt x="1495" y="951"/>
                    <a:pt x="1498" y="951"/>
                  </a:cubicBezTo>
                  <a:cubicBezTo>
                    <a:pt x="1501" y="952"/>
                    <a:pt x="1512" y="956"/>
                    <a:pt x="1514" y="955"/>
                  </a:cubicBezTo>
                  <a:cubicBezTo>
                    <a:pt x="1515" y="954"/>
                    <a:pt x="1526" y="955"/>
                    <a:pt x="1527" y="958"/>
                  </a:cubicBezTo>
                  <a:cubicBezTo>
                    <a:pt x="1529" y="962"/>
                    <a:pt x="1542" y="962"/>
                    <a:pt x="1542" y="965"/>
                  </a:cubicBezTo>
                  <a:cubicBezTo>
                    <a:pt x="1542" y="969"/>
                    <a:pt x="1549" y="971"/>
                    <a:pt x="1551" y="975"/>
                  </a:cubicBezTo>
                  <a:cubicBezTo>
                    <a:pt x="1553" y="979"/>
                    <a:pt x="1571" y="977"/>
                    <a:pt x="1574" y="979"/>
                  </a:cubicBezTo>
                  <a:cubicBezTo>
                    <a:pt x="1577" y="982"/>
                    <a:pt x="1597" y="981"/>
                    <a:pt x="1597" y="979"/>
                  </a:cubicBezTo>
                  <a:cubicBezTo>
                    <a:pt x="1598" y="977"/>
                    <a:pt x="1617" y="976"/>
                    <a:pt x="1620" y="974"/>
                  </a:cubicBezTo>
                  <a:cubicBezTo>
                    <a:pt x="1624" y="971"/>
                    <a:pt x="1634" y="972"/>
                    <a:pt x="1634" y="968"/>
                  </a:cubicBezTo>
                  <a:cubicBezTo>
                    <a:pt x="1635" y="965"/>
                    <a:pt x="1644" y="962"/>
                    <a:pt x="1648" y="959"/>
                  </a:cubicBezTo>
                  <a:cubicBezTo>
                    <a:pt x="1653" y="956"/>
                    <a:pt x="1669" y="956"/>
                    <a:pt x="1670" y="960"/>
                  </a:cubicBezTo>
                  <a:cubicBezTo>
                    <a:pt x="1671" y="964"/>
                    <a:pt x="1681" y="965"/>
                    <a:pt x="1685" y="963"/>
                  </a:cubicBezTo>
                  <a:cubicBezTo>
                    <a:pt x="1690" y="962"/>
                    <a:pt x="1701" y="964"/>
                    <a:pt x="1702" y="967"/>
                  </a:cubicBezTo>
                  <a:cubicBezTo>
                    <a:pt x="1704" y="971"/>
                    <a:pt x="1716" y="973"/>
                    <a:pt x="1719" y="972"/>
                  </a:cubicBezTo>
                  <a:cubicBezTo>
                    <a:pt x="1722" y="971"/>
                    <a:pt x="1732" y="964"/>
                    <a:pt x="1736" y="963"/>
                  </a:cubicBezTo>
                  <a:cubicBezTo>
                    <a:pt x="1740" y="963"/>
                    <a:pt x="1745" y="959"/>
                    <a:pt x="1744" y="955"/>
                  </a:cubicBezTo>
                  <a:cubicBezTo>
                    <a:pt x="1743" y="952"/>
                    <a:pt x="1751" y="941"/>
                    <a:pt x="1752" y="937"/>
                  </a:cubicBezTo>
                  <a:cubicBezTo>
                    <a:pt x="1753" y="933"/>
                    <a:pt x="1761" y="921"/>
                    <a:pt x="1763" y="920"/>
                  </a:cubicBezTo>
                  <a:cubicBezTo>
                    <a:pt x="1766" y="919"/>
                    <a:pt x="1772" y="915"/>
                    <a:pt x="1771" y="911"/>
                  </a:cubicBezTo>
                  <a:cubicBezTo>
                    <a:pt x="1770" y="908"/>
                    <a:pt x="1769" y="899"/>
                    <a:pt x="1766" y="899"/>
                  </a:cubicBezTo>
                  <a:cubicBezTo>
                    <a:pt x="1763" y="899"/>
                    <a:pt x="1757" y="899"/>
                    <a:pt x="1764" y="890"/>
                  </a:cubicBezTo>
                  <a:cubicBezTo>
                    <a:pt x="1771" y="880"/>
                    <a:pt x="1785" y="882"/>
                    <a:pt x="1787" y="882"/>
                  </a:cubicBezTo>
                  <a:cubicBezTo>
                    <a:pt x="1789" y="882"/>
                    <a:pt x="1805" y="878"/>
                    <a:pt x="1813" y="880"/>
                  </a:cubicBezTo>
                  <a:cubicBezTo>
                    <a:pt x="1820" y="882"/>
                    <a:pt x="1825" y="879"/>
                    <a:pt x="1833" y="883"/>
                  </a:cubicBezTo>
                  <a:cubicBezTo>
                    <a:pt x="1840" y="887"/>
                    <a:pt x="1851" y="886"/>
                    <a:pt x="1854" y="890"/>
                  </a:cubicBezTo>
                  <a:cubicBezTo>
                    <a:pt x="1856" y="893"/>
                    <a:pt x="1867" y="896"/>
                    <a:pt x="1865" y="903"/>
                  </a:cubicBezTo>
                  <a:cubicBezTo>
                    <a:pt x="1864" y="909"/>
                    <a:pt x="1871" y="905"/>
                    <a:pt x="1874" y="919"/>
                  </a:cubicBezTo>
                  <a:cubicBezTo>
                    <a:pt x="1876" y="932"/>
                    <a:pt x="1883" y="933"/>
                    <a:pt x="1884" y="940"/>
                  </a:cubicBezTo>
                  <a:cubicBezTo>
                    <a:pt x="1886" y="946"/>
                    <a:pt x="1894" y="957"/>
                    <a:pt x="1893" y="961"/>
                  </a:cubicBezTo>
                  <a:cubicBezTo>
                    <a:pt x="1892" y="965"/>
                    <a:pt x="1891" y="970"/>
                    <a:pt x="1900" y="971"/>
                  </a:cubicBezTo>
                  <a:cubicBezTo>
                    <a:pt x="1909" y="971"/>
                    <a:pt x="1915" y="978"/>
                    <a:pt x="1917" y="977"/>
                  </a:cubicBezTo>
                  <a:cubicBezTo>
                    <a:pt x="1919" y="976"/>
                    <a:pt x="1930" y="980"/>
                    <a:pt x="1935" y="985"/>
                  </a:cubicBezTo>
                  <a:cubicBezTo>
                    <a:pt x="1940" y="990"/>
                    <a:pt x="1948" y="988"/>
                    <a:pt x="1947" y="993"/>
                  </a:cubicBezTo>
                  <a:cubicBezTo>
                    <a:pt x="1947" y="999"/>
                    <a:pt x="1951" y="1004"/>
                    <a:pt x="1951" y="1008"/>
                  </a:cubicBezTo>
                  <a:cubicBezTo>
                    <a:pt x="1950" y="1013"/>
                    <a:pt x="1961" y="1016"/>
                    <a:pt x="1968" y="1015"/>
                  </a:cubicBezTo>
                  <a:cubicBezTo>
                    <a:pt x="1975" y="1014"/>
                    <a:pt x="1981" y="1018"/>
                    <a:pt x="1984" y="1012"/>
                  </a:cubicBezTo>
                  <a:cubicBezTo>
                    <a:pt x="1987" y="1005"/>
                    <a:pt x="1997" y="1008"/>
                    <a:pt x="2001" y="1005"/>
                  </a:cubicBezTo>
                  <a:cubicBezTo>
                    <a:pt x="2005" y="1003"/>
                    <a:pt x="2016" y="1000"/>
                    <a:pt x="2015" y="1009"/>
                  </a:cubicBezTo>
                  <a:cubicBezTo>
                    <a:pt x="2015" y="1018"/>
                    <a:pt x="2021" y="1020"/>
                    <a:pt x="2016" y="1024"/>
                  </a:cubicBezTo>
                  <a:cubicBezTo>
                    <a:pt x="2010" y="1027"/>
                    <a:pt x="2008" y="1040"/>
                    <a:pt x="2006" y="1046"/>
                  </a:cubicBezTo>
                  <a:cubicBezTo>
                    <a:pt x="2005" y="1052"/>
                    <a:pt x="1997" y="1053"/>
                    <a:pt x="1996" y="1060"/>
                  </a:cubicBezTo>
                  <a:cubicBezTo>
                    <a:pt x="1995" y="1066"/>
                    <a:pt x="1987" y="1066"/>
                    <a:pt x="1987" y="1071"/>
                  </a:cubicBezTo>
                  <a:cubicBezTo>
                    <a:pt x="1987" y="1076"/>
                    <a:pt x="1977" y="1075"/>
                    <a:pt x="1972" y="1071"/>
                  </a:cubicBezTo>
                  <a:cubicBezTo>
                    <a:pt x="1967" y="1067"/>
                    <a:pt x="1961" y="1078"/>
                    <a:pt x="1957" y="1078"/>
                  </a:cubicBezTo>
                  <a:cubicBezTo>
                    <a:pt x="1953" y="1078"/>
                    <a:pt x="1954" y="1087"/>
                    <a:pt x="1955" y="1090"/>
                  </a:cubicBezTo>
                  <a:cubicBezTo>
                    <a:pt x="1956" y="1094"/>
                    <a:pt x="1953" y="1099"/>
                    <a:pt x="1956" y="1105"/>
                  </a:cubicBezTo>
                  <a:cubicBezTo>
                    <a:pt x="1957" y="1108"/>
                    <a:pt x="1956" y="1115"/>
                    <a:pt x="1957" y="1122"/>
                  </a:cubicBezTo>
                  <a:cubicBezTo>
                    <a:pt x="1963" y="1117"/>
                    <a:pt x="1969" y="1114"/>
                    <a:pt x="1971" y="1114"/>
                  </a:cubicBezTo>
                  <a:cubicBezTo>
                    <a:pt x="1978" y="1114"/>
                    <a:pt x="1985" y="1125"/>
                    <a:pt x="1992" y="1125"/>
                  </a:cubicBezTo>
                  <a:cubicBezTo>
                    <a:pt x="1999" y="1126"/>
                    <a:pt x="2032" y="1103"/>
                    <a:pt x="2033" y="1100"/>
                  </a:cubicBezTo>
                  <a:cubicBezTo>
                    <a:pt x="2033" y="1096"/>
                    <a:pt x="2052" y="1078"/>
                    <a:pt x="2061" y="1068"/>
                  </a:cubicBezTo>
                  <a:cubicBezTo>
                    <a:pt x="2070" y="1058"/>
                    <a:pt x="2082" y="1044"/>
                    <a:pt x="2087" y="1033"/>
                  </a:cubicBezTo>
                  <a:cubicBezTo>
                    <a:pt x="2090" y="1026"/>
                    <a:pt x="2103" y="1013"/>
                    <a:pt x="2106" y="1008"/>
                  </a:cubicBezTo>
                  <a:cubicBezTo>
                    <a:pt x="2109" y="1003"/>
                    <a:pt x="2111" y="1002"/>
                    <a:pt x="2117" y="990"/>
                  </a:cubicBezTo>
                  <a:cubicBezTo>
                    <a:pt x="2122" y="978"/>
                    <a:pt x="2122" y="946"/>
                    <a:pt x="2124" y="944"/>
                  </a:cubicBezTo>
                  <a:cubicBezTo>
                    <a:pt x="2126" y="942"/>
                    <a:pt x="2125" y="936"/>
                    <a:pt x="2128" y="933"/>
                  </a:cubicBezTo>
                  <a:cubicBezTo>
                    <a:pt x="2130" y="929"/>
                    <a:pt x="2129" y="925"/>
                    <a:pt x="2134" y="920"/>
                  </a:cubicBezTo>
                  <a:cubicBezTo>
                    <a:pt x="2139" y="916"/>
                    <a:pt x="2138" y="912"/>
                    <a:pt x="2137" y="909"/>
                  </a:cubicBezTo>
                  <a:cubicBezTo>
                    <a:pt x="2136" y="905"/>
                    <a:pt x="2137" y="898"/>
                    <a:pt x="2136" y="895"/>
                  </a:cubicBezTo>
                  <a:cubicBezTo>
                    <a:pt x="2135" y="893"/>
                    <a:pt x="2135" y="892"/>
                    <a:pt x="2138" y="890"/>
                  </a:cubicBezTo>
                  <a:cubicBezTo>
                    <a:pt x="2141" y="888"/>
                    <a:pt x="2136" y="884"/>
                    <a:pt x="2132" y="881"/>
                  </a:cubicBezTo>
                  <a:cubicBezTo>
                    <a:pt x="2127" y="879"/>
                    <a:pt x="2121" y="878"/>
                    <a:pt x="2121" y="873"/>
                  </a:cubicBezTo>
                  <a:cubicBezTo>
                    <a:pt x="2120" y="868"/>
                    <a:pt x="2113" y="862"/>
                    <a:pt x="2107" y="862"/>
                  </a:cubicBezTo>
                  <a:cubicBezTo>
                    <a:pt x="2101" y="863"/>
                    <a:pt x="2091" y="859"/>
                    <a:pt x="2092" y="863"/>
                  </a:cubicBezTo>
                  <a:cubicBezTo>
                    <a:pt x="2093" y="866"/>
                    <a:pt x="2091" y="869"/>
                    <a:pt x="2089" y="869"/>
                  </a:cubicBezTo>
                  <a:cubicBezTo>
                    <a:pt x="2086" y="868"/>
                    <a:pt x="2084" y="870"/>
                    <a:pt x="2081" y="875"/>
                  </a:cubicBezTo>
                  <a:cubicBezTo>
                    <a:pt x="2078" y="881"/>
                    <a:pt x="2066" y="881"/>
                    <a:pt x="2071" y="876"/>
                  </a:cubicBezTo>
                  <a:cubicBezTo>
                    <a:pt x="2077" y="871"/>
                    <a:pt x="2069" y="871"/>
                    <a:pt x="2070" y="866"/>
                  </a:cubicBezTo>
                  <a:cubicBezTo>
                    <a:pt x="2071" y="861"/>
                    <a:pt x="2076" y="855"/>
                    <a:pt x="2070" y="859"/>
                  </a:cubicBezTo>
                  <a:cubicBezTo>
                    <a:pt x="2064" y="862"/>
                    <a:pt x="2064" y="870"/>
                    <a:pt x="2059" y="871"/>
                  </a:cubicBezTo>
                  <a:cubicBezTo>
                    <a:pt x="2054" y="872"/>
                    <a:pt x="2055" y="857"/>
                    <a:pt x="2057" y="853"/>
                  </a:cubicBezTo>
                  <a:cubicBezTo>
                    <a:pt x="2058" y="849"/>
                    <a:pt x="2048" y="854"/>
                    <a:pt x="2037" y="853"/>
                  </a:cubicBezTo>
                  <a:cubicBezTo>
                    <a:pt x="2026" y="852"/>
                    <a:pt x="2029" y="844"/>
                    <a:pt x="2037" y="840"/>
                  </a:cubicBezTo>
                  <a:cubicBezTo>
                    <a:pt x="2046" y="835"/>
                    <a:pt x="2045" y="831"/>
                    <a:pt x="2049" y="829"/>
                  </a:cubicBezTo>
                  <a:cubicBezTo>
                    <a:pt x="2054" y="827"/>
                    <a:pt x="2065" y="819"/>
                    <a:pt x="2072" y="815"/>
                  </a:cubicBezTo>
                  <a:cubicBezTo>
                    <a:pt x="2079" y="812"/>
                    <a:pt x="2080" y="807"/>
                    <a:pt x="2082" y="803"/>
                  </a:cubicBezTo>
                  <a:cubicBezTo>
                    <a:pt x="2083" y="798"/>
                    <a:pt x="2096" y="793"/>
                    <a:pt x="2107" y="784"/>
                  </a:cubicBezTo>
                  <a:cubicBezTo>
                    <a:pt x="2118" y="775"/>
                    <a:pt x="2124" y="769"/>
                    <a:pt x="2126" y="764"/>
                  </a:cubicBezTo>
                  <a:cubicBezTo>
                    <a:pt x="2129" y="758"/>
                    <a:pt x="2145" y="752"/>
                    <a:pt x="2146" y="747"/>
                  </a:cubicBezTo>
                  <a:cubicBezTo>
                    <a:pt x="2146" y="743"/>
                    <a:pt x="2165" y="733"/>
                    <a:pt x="2179" y="730"/>
                  </a:cubicBezTo>
                  <a:cubicBezTo>
                    <a:pt x="2192" y="728"/>
                    <a:pt x="2213" y="731"/>
                    <a:pt x="2217" y="735"/>
                  </a:cubicBezTo>
                  <a:cubicBezTo>
                    <a:pt x="2221" y="739"/>
                    <a:pt x="2224" y="737"/>
                    <a:pt x="2226" y="735"/>
                  </a:cubicBezTo>
                  <a:cubicBezTo>
                    <a:pt x="2229" y="732"/>
                    <a:pt x="2234" y="733"/>
                    <a:pt x="2243" y="734"/>
                  </a:cubicBezTo>
                  <a:cubicBezTo>
                    <a:pt x="2252" y="735"/>
                    <a:pt x="2254" y="730"/>
                    <a:pt x="2260" y="732"/>
                  </a:cubicBezTo>
                  <a:cubicBezTo>
                    <a:pt x="2266" y="734"/>
                    <a:pt x="2271" y="735"/>
                    <a:pt x="2274" y="728"/>
                  </a:cubicBezTo>
                  <a:cubicBezTo>
                    <a:pt x="2278" y="721"/>
                    <a:pt x="2295" y="722"/>
                    <a:pt x="2299" y="725"/>
                  </a:cubicBezTo>
                  <a:cubicBezTo>
                    <a:pt x="2303" y="728"/>
                    <a:pt x="2306" y="732"/>
                    <a:pt x="2312" y="728"/>
                  </a:cubicBezTo>
                  <a:cubicBezTo>
                    <a:pt x="2319" y="723"/>
                    <a:pt x="2319" y="733"/>
                    <a:pt x="2325" y="734"/>
                  </a:cubicBezTo>
                  <a:cubicBezTo>
                    <a:pt x="2331" y="735"/>
                    <a:pt x="2327" y="740"/>
                    <a:pt x="2321" y="739"/>
                  </a:cubicBezTo>
                  <a:cubicBezTo>
                    <a:pt x="2316" y="739"/>
                    <a:pt x="2310" y="742"/>
                    <a:pt x="2316" y="745"/>
                  </a:cubicBezTo>
                  <a:cubicBezTo>
                    <a:pt x="2322" y="749"/>
                    <a:pt x="2329" y="742"/>
                    <a:pt x="2333" y="743"/>
                  </a:cubicBezTo>
                  <a:cubicBezTo>
                    <a:pt x="2338" y="743"/>
                    <a:pt x="2345" y="744"/>
                    <a:pt x="2352" y="740"/>
                  </a:cubicBezTo>
                  <a:cubicBezTo>
                    <a:pt x="2358" y="735"/>
                    <a:pt x="2360" y="743"/>
                    <a:pt x="2364" y="739"/>
                  </a:cubicBezTo>
                  <a:cubicBezTo>
                    <a:pt x="2369" y="736"/>
                    <a:pt x="2378" y="735"/>
                    <a:pt x="2383" y="735"/>
                  </a:cubicBezTo>
                  <a:cubicBezTo>
                    <a:pt x="2387" y="735"/>
                    <a:pt x="2383" y="729"/>
                    <a:pt x="2376" y="729"/>
                  </a:cubicBezTo>
                  <a:cubicBezTo>
                    <a:pt x="2368" y="729"/>
                    <a:pt x="2368" y="725"/>
                    <a:pt x="2374" y="715"/>
                  </a:cubicBezTo>
                  <a:cubicBezTo>
                    <a:pt x="2381" y="704"/>
                    <a:pt x="2393" y="698"/>
                    <a:pt x="2400" y="692"/>
                  </a:cubicBezTo>
                  <a:cubicBezTo>
                    <a:pt x="2408" y="685"/>
                    <a:pt x="2413" y="688"/>
                    <a:pt x="2413" y="684"/>
                  </a:cubicBezTo>
                  <a:cubicBezTo>
                    <a:pt x="2413" y="680"/>
                    <a:pt x="2417" y="668"/>
                    <a:pt x="2423" y="668"/>
                  </a:cubicBezTo>
                  <a:cubicBezTo>
                    <a:pt x="2428" y="668"/>
                    <a:pt x="2443" y="670"/>
                    <a:pt x="2452" y="665"/>
                  </a:cubicBezTo>
                  <a:cubicBezTo>
                    <a:pt x="2460" y="660"/>
                    <a:pt x="2460" y="669"/>
                    <a:pt x="2463" y="670"/>
                  </a:cubicBezTo>
                  <a:cubicBezTo>
                    <a:pt x="2467" y="672"/>
                    <a:pt x="2472" y="663"/>
                    <a:pt x="2476" y="665"/>
                  </a:cubicBezTo>
                  <a:cubicBezTo>
                    <a:pt x="2480" y="668"/>
                    <a:pt x="2470" y="674"/>
                    <a:pt x="2467" y="682"/>
                  </a:cubicBezTo>
                  <a:cubicBezTo>
                    <a:pt x="2465" y="689"/>
                    <a:pt x="2473" y="686"/>
                    <a:pt x="2477" y="689"/>
                  </a:cubicBezTo>
                  <a:cubicBezTo>
                    <a:pt x="2482" y="691"/>
                    <a:pt x="2472" y="694"/>
                    <a:pt x="2473" y="696"/>
                  </a:cubicBezTo>
                  <a:cubicBezTo>
                    <a:pt x="2474" y="698"/>
                    <a:pt x="2483" y="698"/>
                    <a:pt x="2494" y="686"/>
                  </a:cubicBezTo>
                  <a:cubicBezTo>
                    <a:pt x="2506" y="675"/>
                    <a:pt x="2516" y="672"/>
                    <a:pt x="2523" y="673"/>
                  </a:cubicBezTo>
                  <a:cubicBezTo>
                    <a:pt x="2531" y="673"/>
                    <a:pt x="2526" y="666"/>
                    <a:pt x="2527" y="655"/>
                  </a:cubicBezTo>
                  <a:cubicBezTo>
                    <a:pt x="2527" y="645"/>
                    <a:pt x="2550" y="642"/>
                    <a:pt x="2557" y="645"/>
                  </a:cubicBezTo>
                  <a:cubicBezTo>
                    <a:pt x="2564" y="648"/>
                    <a:pt x="2564" y="651"/>
                    <a:pt x="2557" y="649"/>
                  </a:cubicBezTo>
                  <a:cubicBezTo>
                    <a:pt x="2550" y="647"/>
                    <a:pt x="2543" y="653"/>
                    <a:pt x="2544" y="662"/>
                  </a:cubicBezTo>
                  <a:cubicBezTo>
                    <a:pt x="2544" y="671"/>
                    <a:pt x="2537" y="674"/>
                    <a:pt x="2541" y="677"/>
                  </a:cubicBezTo>
                  <a:cubicBezTo>
                    <a:pt x="2544" y="681"/>
                    <a:pt x="2536" y="681"/>
                    <a:pt x="2535" y="685"/>
                  </a:cubicBezTo>
                  <a:cubicBezTo>
                    <a:pt x="2535" y="689"/>
                    <a:pt x="2535" y="692"/>
                    <a:pt x="2530" y="693"/>
                  </a:cubicBezTo>
                  <a:cubicBezTo>
                    <a:pt x="2525" y="695"/>
                    <a:pt x="2508" y="697"/>
                    <a:pt x="2507" y="703"/>
                  </a:cubicBezTo>
                  <a:cubicBezTo>
                    <a:pt x="2507" y="710"/>
                    <a:pt x="2497" y="711"/>
                    <a:pt x="2493" y="719"/>
                  </a:cubicBezTo>
                  <a:cubicBezTo>
                    <a:pt x="2488" y="728"/>
                    <a:pt x="2471" y="733"/>
                    <a:pt x="2460" y="749"/>
                  </a:cubicBezTo>
                  <a:cubicBezTo>
                    <a:pt x="2449" y="766"/>
                    <a:pt x="2431" y="766"/>
                    <a:pt x="2431" y="769"/>
                  </a:cubicBezTo>
                  <a:cubicBezTo>
                    <a:pt x="2431" y="772"/>
                    <a:pt x="2419" y="772"/>
                    <a:pt x="2415" y="772"/>
                  </a:cubicBezTo>
                  <a:cubicBezTo>
                    <a:pt x="2411" y="773"/>
                    <a:pt x="2419" y="783"/>
                    <a:pt x="2409" y="794"/>
                  </a:cubicBezTo>
                  <a:cubicBezTo>
                    <a:pt x="2399" y="805"/>
                    <a:pt x="2392" y="819"/>
                    <a:pt x="2393" y="834"/>
                  </a:cubicBezTo>
                  <a:cubicBezTo>
                    <a:pt x="2393" y="849"/>
                    <a:pt x="2398" y="892"/>
                    <a:pt x="2402" y="899"/>
                  </a:cubicBezTo>
                  <a:cubicBezTo>
                    <a:pt x="2407" y="907"/>
                    <a:pt x="2404" y="926"/>
                    <a:pt x="2408" y="929"/>
                  </a:cubicBezTo>
                  <a:cubicBezTo>
                    <a:pt x="2411" y="933"/>
                    <a:pt x="2410" y="940"/>
                    <a:pt x="2412" y="942"/>
                  </a:cubicBezTo>
                  <a:cubicBezTo>
                    <a:pt x="2415" y="945"/>
                    <a:pt x="2424" y="932"/>
                    <a:pt x="2431" y="926"/>
                  </a:cubicBezTo>
                  <a:cubicBezTo>
                    <a:pt x="2437" y="921"/>
                    <a:pt x="2435" y="919"/>
                    <a:pt x="2440" y="916"/>
                  </a:cubicBezTo>
                  <a:cubicBezTo>
                    <a:pt x="2444" y="913"/>
                    <a:pt x="2442" y="901"/>
                    <a:pt x="2444" y="898"/>
                  </a:cubicBezTo>
                  <a:cubicBezTo>
                    <a:pt x="2445" y="895"/>
                    <a:pt x="2453" y="893"/>
                    <a:pt x="2456" y="890"/>
                  </a:cubicBezTo>
                  <a:cubicBezTo>
                    <a:pt x="2458" y="887"/>
                    <a:pt x="2465" y="889"/>
                    <a:pt x="2469" y="887"/>
                  </a:cubicBezTo>
                  <a:cubicBezTo>
                    <a:pt x="2472" y="886"/>
                    <a:pt x="2468" y="878"/>
                    <a:pt x="2467" y="873"/>
                  </a:cubicBezTo>
                  <a:cubicBezTo>
                    <a:pt x="2466" y="868"/>
                    <a:pt x="2478" y="861"/>
                    <a:pt x="2484" y="856"/>
                  </a:cubicBezTo>
                  <a:cubicBezTo>
                    <a:pt x="2490" y="852"/>
                    <a:pt x="2498" y="859"/>
                    <a:pt x="2505" y="853"/>
                  </a:cubicBezTo>
                  <a:cubicBezTo>
                    <a:pt x="2512" y="846"/>
                    <a:pt x="2505" y="839"/>
                    <a:pt x="2502" y="835"/>
                  </a:cubicBezTo>
                  <a:cubicBezTo>
                    <a:pt x="2500" y="832"/>
                    <a:pt x="2509" y="815"/>
                    <a:pt x="2515" y="814"/>
                  </a:cubicBezTo>
                  <a:cubicBezTo>
                    <a:pt x="2520" y="812"/>
                    <a:pt x="2523" y="818"/>
                    <a:pt x="2528" y="813"/>
                  </a:cubicBezTo>
                  <a:cubicBezTo>
                    <a:pt x="2533" y="808"/>
                    <a:pt x="2524" y="801"/>
                    <a:pt x="2520" y="801"/>
                  </a:cubicBezTo>
                  <a:cubicBezTo>
                    <a:pt x="2516" y="802"/>
                    <a:pt x="2515" y="788"/>
                    <a:pt x="2524" y="782"/>
                  </a:cubicBezTo>
                  <a:cubicBezTo>
                    <a:pt x="2532" y="775"/>
                    <a:pt x="2529" y="774"/>
                    <a:pt x="2523" y="772"/>
                  </a:cubicBezTo>
                  <a:cubicBezTo>
                    <a:pt x="2517" y="771"/>
                    <a:pt x="2516" y="773"/>
                    <a:pt x="2512" y="773"/>
                  </a:cubicBezTo>
                  <a:cubicBezTo>
                    <a:pt x="2507" y="773"/>
                    <a:pt x="2503" y="764"/>
                    <a:pt x="2510" y="755"/>
                  </a:cubicBezTo>
                  <a:cubicBezTo>
                    <a:pt x="2516" y="746"/>
                    <a:pt x="2523" y="747"/>
                    <a:pt x="2525" y="739"/>
                  </a:cubicBezTo>
                  <a:cubicBezTo>
                    <a:pt x="2526" y="732"/>
                    <a:pt x="2535" y="721"/>
                    <a:pt x="2538" y="717"/>
                  </a:cubicBezTo>
                  <a:cubicBezTo>
                    <a:pt x="2540" y="713"/>
                    <a:pt x="2550" y="717"/>
                    <a:pt x="2553" y="716"/>
                  </a:cubicBezTo>
                  <a:cubicBezTo>
                    <a:pt x="2557" y="715"/>
                    <a:pt x="2556" y="723"/>
                    <a:pt x="2560" y="719"/>
                  </a:cubicBezTo>
                  <a:cubicBezTo>
                    <a:pt x="2564" y="715"/>
                    <a:pt x="2572" y="702"/>
                    <a:pt x="2578" y="702"/>
                  </a:cubicBezTo>
                  <a:cubicBezTo>
                    <a:pt x="2584" y="702"/>
                    <a:pt x="2580" y="712"/>
                    <a:pt x="2581" y="718"/>
                  </a:cubicBezTo>
                  <a:cubicBezTo>
                    <a:pt x="2583" y="723"/>
                    <a:pt x="2586" y="716"/>
                    <a:pt x="2598" y="708"/>
                  </a:cubicBezTo>
                  <a:cubicBezTo>
                    <a:pt x="2609" y="700"/>
                    <a:pt x="2634" y="701"/>
                    <a:pt x="2642" y="705"/>
                  </a:cubicBezTo>
                  <a:cubicBezTo>
                    <a:pt x="2649" y="709"/>
                    <a:pt x="2651" y="717"/>
                    <a:pt x="2655" y="716"/>
                  </a:cubicBezTo>
                  <a:cubicBezTo>
                    <a:pt x="2661" y="715"/>
                    <a:pt x="2656" y="708"/>
                    <a:pt x="2662" y="706"/>
                  </a:cubicBezTo>
                  <a:cubicBezTo>
                    <a:pt x="2668" y="704"/>
                    <a:pt x="2679" y="697"/>
                    <a:pt x="2688" y="691"/>
                  </a:cubicBezTo>
                  <a:cubicBezTo>
                    <a:pt x="2696" y="685"/>
                    <a:pt x="2694" y="690"/>
                    <a:pt x="2698" y="684"/>
                  </a:cubicBezTo>
                  <a:cubicBezTo>
                    <a:pt x="2703" y="679"/>
                    <a:pt x="2707" y="681"/>
                    <a:pt x="2708" y="678"/>
                  </a:cubicBezTo>
                  <a:cubicBezTo>
                    <a:pt x="2710" y="674"/>
                    <a:pt x="2722" y="668"/>
                    <a:pt x="2738" y="664"/>
                  </a:cubicBezTo>
                  <a:cubicBezTo>
                    <a:pt x="2755" y="661"/>
                    <a:pt x="2776" y="650"/>
                    <a:pt x="2775" y="646"/>
                  </a:cubicBezTo>
                  <a:cubicBezTo>
                    <a:pt x="2774" y="643"/>
                    <a:pt x="2781" y="641"/>
                    <a:pt x="2782" y="645"/>
                  </a:cubicBezTo>
                  <a:cubicBezTo>
                    <a:pt x="2783" y="648"/>
                    <a:pt x="2789" y="647"/>
                    <a:pt x="2798" y="649"/>
                  </a:cubicBezTo>
                  <a:cubicBezTo>
                    <a:pt x="2806" y="650"/>
                    <a:pt x="2810" y="654"/>
                    <a:pt x="2817" y="647"/>
                  </a:cubicBezTo>
                  <a:cubicBezTo>
                    <a:pt x="2824" y="640"/>
                    <a:pt x="2816" y="638"/>
                    <a:pt x="2816" y="633"/>
                  </a:cubicBezTo>
                  <a:cubicBezTo>
                    <a:pt x="2817" y="628"/>
                    <a:pt x="2805" y="622"/>
                    <a:pt x="2806" y="617"/>
                  </a:cubicBezTo>
                  <a:cubicBezTo>
                    <a:pt x="2808" y="611"/>
                    <a:pt x="2797" y="596"/>
                    <a:pt x="2794" y="599"/>
                  </a:cubicBezTo>
                  <a:cubicBezTo>
                    <a:pt x="2791" y="602"/>
                    <a:pt x="2784" y="597"/>
                    <a:pt x="2784" y="593"/>
                  </a:cubicBezTo>
                  <a:cubicBezTo>
                    <a:pt x="2784" y="589"/>
                    <a:pt x="2783" y="584"/>
                    <a:pt x="2778" y="587"/>
                  </a:cubicBezTo>
                  <a:cubicBezTo>
                    <a:pt x="2773" y="590"/>
                    <a:pt x="2765" y="588"/>
                    <a:pt x="2763" y="584"/>
                  </a:cubicBezTo>
                  <a:cubicBezTo>
                    <a:pt x="2762" y="579"/>
                    <a:pt x="2773" y="576"/>
                    <a:pt x="2781" y="579"/>
                  </a:cubicBezTo>
                  <a:cubicBezTo>
                    <a:pt x="2789" y="582"/>
                    <a:pt x="2786" y="585"/>
                    <a:pt x="2790" y="587"/>
                  </a:cubicBezTo>
                  <a:cubicBezTo>
                    <a:pt x="2794" y="590"/>
                    <a:pt x="2805" y="589"/>
                    <a:pt x="2810" y="586"/>
                  </a:cubicBezTo>
                  <a:cubicBezTo>
                    <a:pt x="2816" y="583"/>
                    <a:pt x="2831" y="578"/>
                    <a:pt x="2834" y="574"/>
                  </a:cubicBezTo>
                  <a:cubicBezTo>
                    <a:pt x="2836" y="570"/>
                    <a:pt x="2834" y="568"/>
                    <a:pt x="2839" y="565"/>
                  </a:cubicBezTo>
                  <a:cubicBezTo>
                    <a:pt x="2844" y="562"/>
                    <a:pt x="2840" y="557"/>
                    <a:pt x="2836" y="554"/>
                  </a:cubicBezTo>
                  <a:cubicBezTo>
                    <a:pt x="2831" y="552"/>
                    <a:pt x="2832" y="546"/>
                    <a:pt x="2837" y="546"/>
                  </a:cubicBezTo>
                  <a:cubicBezTo>
                    <a:pt x="2842" y="546"/>
                    <a:pt x="2840" y="540"/>
                    <a:pt x="2843" y="540"/>
                  </a:cubicBezTo>
                  <a:cubicBezTo>
                    <a:pt x="2847" y="540"/>
                    <a:pt x="2847" y="542"/>
                    <a:pt x="2853" y="540"/>
                  </a:cubicBezTo>
                  <a:cubicBezTo>
                    <a:pt x="2859" y="537"/>
                    <a:pt x="2853" y="544"/>
                    <a:pt x="2850" y="549"/>
                  </a:cubicBezTo>
                  <a:cubicBezTo>
                    <a:pt x="2848" y="554"/>
                    <a:pt x="2856" y="558"/>
                    <a:pt x="2857" y="561"/>
                  </a:cubicBezTo>
                  <a:cubicBezTo>
                    <a:pt x="2858" y="564"/>
                    <a:pt x="2869" y="565"/>
                    <a:pt x="2875" y="562"/>
                  </a:cubicBezTo>
                  <a:cubicBezTo>
                    <a:pt x="2881" y="558"/>
                    <a:pt x="2901" y="566"/>
                    <a:pt x="2903" y="571"/>
                  </a:cubicBezTo>
                  <a:cubicBezTo>
                    <a:pt x="2904" y="576"/>
                    <a:pt x="2907" y="582"/>
                    <a:pt x="2915" y="586"/>
                  </a:cubicBezTo>
                  <a:cubicBezTo>
                    <a:pt x="2924" y="590"/>
                    <a:pt x="2931" y="588"/>
                    <a:pt x="2933" y="592"/>
                  </a:cubicBezTo>
                  <a:cubicBezTo>
                    <a:pt x="2934" y="596"/>
                    <a:pt x="2937" y="598"/>
                    <a:pt x="2942" y="597"/>
                  </a:cubicBezTo>
                  <a:cubicBezTo>
                    <a:pt x="2947" y="596"/>
                    <a:pt x="2949" y="601"/>
                    <a:pt x="2953" y="598"/>
                  </a:cubicBezTo>
                  <a:cubicBezTo>
                    <a:pt x="2956" y="595"/>
                    <a:pt x="2958" y="600"/>
                    <a:pt x="2962" y="596"/>
                  </a:cubicBezTo>
                  <a:cubicBezTo>
                    <a:pt x="2967" y="592"/>
                    <a:pt x="2953" y="589"/>
                    <a:pt x="2955" y="586"/>
                  </a:cubicBezTo>
                  <a:cubicBezTo>
                    <a:pt x="2956" y="583"/>
                    <a:pt x="2959" y="589"/>
                    <a:pt x="2963" y="588"/>
                  </a:cubicBezTo>
                  <a:cubicBezTo>
                    <a:pt x="2967" y="588"/>
                    <a:pt x="2962" y="581"/>
                    <a:pt x="2965" y="580"/>
                  </a:cubicBezTo>
                  <a:cubicBezTo>
                    <a:pt x="2968" y="579"/>
                    <a:pt x="2965" y="563"/>
                    <a:pt x="2962" y="562"/>
                  </a:cubicBezTo>
                  <a:cubicBezTo>
                    <a:pt x="2959" y="561"/>
                    <a:pt x="2962" y="556"/>
                    <a:pt x="2968" y="560"/>
                  </a:cubicBezTo>
                  <a:cubicBezTo>
                    <a:pt x="2974" y="565"/>
                    <a:pt x="2983" y="564"/>
                    <a:pt x="2988" y="564"/>
                  </a:cubicBezTo>
                  <a:cubicBezTo>
                    <a:pt x="2992" y="564"/>
                    <a:pt x="2988" y="560"/>
                    <a:pt x="2983" y="559"/>
                  </a:cubicBezTo>
                  <a:cubicBezTo>
                    <a:pt x="2979" y="559"/>
                    <a:pt x="2984" y="555"/>
                    <a:pt x="2987" y="558"/>
                  </a:cubicBezTo>
                  <a:cubicBezTo>
                    <a:pt x="2991" y="561"/>
                    <a:pt x="2997" y="562"/>
                    <a:pt x="2997" y="559"/>
                  </a:cubicBezTo>
                  <a:cubicBezTo>
                    <a:pt x="2998" y="556"/>
                    <a:pt x="3001" y="549"/>
                    <a:pt x="3006" y="549"/>
                  </a:cubicBezTo>
                  <a:cubicBezTo>
                    <a:pt x="3012" y="550"/>
                    <a:pt x="3013" y="546"/>
                    <a:pt x="3008" y="545"/>
                  </a:cubicBezTo>
                  <a:close/>
                  <a:moveTo>
                    <a:pt x="1554" y="887"/>
                  </a:moveTo>
                  <a:cubicBezTo>
                    <a:pt x="1539" y="900"/>
                    <a:pt x="1509" y="903"/>
                    <a:pt x="1509" y="914"/>
                  </a:cubicBezTo>
                  <a:cubicBezTo>
                    <a:pt x="1509" y="925"/>
                    <a:pt x="1473" y="930"/>
                    <a:pt x="1470" y="926"/>
                  </a:cubicBezTo>
                  <a:cubicBezTo>
                    <a:pt x="1468" y="922"/>
                    <a:pt x="1497" y="920"/>
                    <a:pt x="1504" y="905"/>
                  </a:cubicBezTo>
                  <a:cubicBezTo>
                    <a:pt x="1511" y="889"/>
                    <a:pt x="1538" y="881"/>
                    <a:pt x="1551" y="860"/>
                  </a:cubicBezTo>
                  <a:cubicBezTo>
                    <a:pt x="1560" y="845"/>
                    <a:pt x="1568" y="823"/>
                    <a:pt x="1574" y="824"/>
                  </a:cubicBezTo>
                  <a:cubicBezTo>
                    <a:pt x="1579" y="826"/>
                    <a:pt x="1569" y="873"/>
                    <a:pt x="1554" y="887"/>
                  </a:cubicBezTo>
                  <a:close/>
                  <a:moveTo>
                    <a:pt x="602" y="316"/>
                  </a:moveTo>
                  <a:cubicBezTo>
                    <a:pt x="602" y="321"/>
                    <a:pt x="599" y="325"/>
                    <a:pt x="589" y="325"/>
                  </a:cubicBezTo>
                  <a:cubicBezTo>
                    <a:pt x="579" y="325"/>
                    <a:pt x="594" y="331"/>
                    <a:pt x="595" y="337"/>
                  </a:cubicBezTo>
                  <a:cubicBezTo>
                    <a:pt x="596" y="342"/>
                    <a:pt x="585" y="338"/>
                    <a:pt x="585" y="347"/>
                  </a:cubicBezTo>
                  <a:cubicBezTo>
                    <a:pt x="584" y="356"/>
                    <a:pt x="565" y="347"/>
                    <a:pt x="563" y="359"/>
                  </a:cubicBezTo>
                  <a:cubicBezTo>
                    <a:pt x="560" y="370"/>
                    <a:pt x="572" y="369"/>
                    <a:pt x="580" y="369"/>
                  </a:cubicBezTo>
                  <a:cubicBezTo>
                    <a:pt x="589" y="370"/>
                    <a:pt x="577" y="377"/>
                    <a:pt x="583" y="382"/>
                  </a:cubicBezTo>
                  <a:cubicBezTo>
                    <a:pt x="590" y="387"/>
                    <a:pt x="594" y="385"/>
                    <a:pt x="590" y="376"/>
                  </a:cubicBezTo>
                  <a:cubicBezTo>
                    <a:pt x="586" y="368"/>
                    <a:pt x="612" y="380"/>
                    <a:pt x="604" y="386"/>
                  </a:cubicBezTo>
                  <a:cubicBezTo>
                    <a:pt x="597" y="393"/>
                    <a:pt x="617" y="398"/>
                    <a:pt x="627" y="399"/>
                  </a:cubicBezTo>
                  <a:cubicBezTo>
                    <a:pt x="637" y="399"/>
                    <a:pt x="672" y="407"/>
                    <a:pt x="673" y="399"/>
                  </a:cubicBezTo>
                  <a:cubicBezTo>
                    <a:pt x="673" y="394"/>
                    <a:pt x="660" y="389"/>
                    <a:pt x="649" y="377"/>
                  </a:cubicBezTo>
                  <a:cubicBezTo>
                    <a:pt x="638" y="366"/>
                    <a:pt x="630" y="347"/>
                    <a:pt x="642" y="339"/>
                  </a:cubicBezTo>
                  <a:cubicBezTo>
                    <a:pt x="655" y="332"/>
                    <a:pt x="644" y="328"/>
                    <a:pt x="657" y="319"/>
                  </a:cubicBezTo>
                  <a:cubicBezTo>
                    <a:pt x="669" y="310"/>
                    <a:pt x="662" y="302"/>
                    <a:pt x="672" y="301"/>
                  </a:cubicBezTo>
                  <a:cubicBezTo>
                    <a:pt x="683" y="300"/>
                    <a:pt x="671" y="290"/>
                    <a:pt x="682" y="289"/>
                  </a:cubicBezTo>
                  <a:cubicBezTo>
                    <a:pt x="692" y="287"/>
                    <a:pt x="694" y="276"/>
                    <a:pt x="692" y="272"/>
                  </a:cubicBezTo>
                  <a:cubicBezTo>
                    <a:pt x="691" y="267"/>
                    <a:pt x="703" y="272"/>
                    <a:pt x="709" y="266"/>
                  </a:cubicBezTo>
                  <a:cubicBezTo>
                    <a:pt x="715" y="260"/>
                    <a:pt x="728" y="264"/>
                    <a:pt x="733" y="255"/>
                  </a:cubicBezTo>
                  <a:cubicBezTo>
                    <a:pt x="737" y="246"/>
                    <a:pt x="797" y="226"/>
                    <a:pt x="831" y="218"/>
                  </a:cubicBezTo>
                  <a:cubicBezTo>
                    <a:pt x="865" y="210"/>
                    <a:pt x="888" y="196"/>
                    <a:pt x="876" y="187"/>
                  </a:cubicBezTo>
                  <a:cubicBezTo>
                    <a:pt x="864" y="177"/>
                    <a:pt x="830" y="190"/>
                    <a:pt x="822" y="197"/>
                  </a:cubicBezTo>
                  <a:cubicBezTo>
                    <a:pt x="813" y="204"/>
                    <a:pt x="801" y="199"/>
                    <a:pt x="793" y="204"/>
                  </a:cubicBezTo>
                  <a:cubicBezTo>
                    <a:pt x="785" y="208"/>
                    <a:pt x="767" y="213"/>
                    <a:pt x="758" y="207"/>
                  </a:cubicBezTo>
                  <a:cubicBezTo>
                    <a:pt x="749" y="201"/>
                    <a:pt x="739" y="214"/>
                    <a:pt x="732" y="213"/>
                  </a:cubicBezTo>
                  <a:cubicBezTo>
                    <a:pt x="725" y="213"/>
                    <a:pt x="718" y="220"/>
                    <a:pt x="710" y="219"/>
                  </a:cubicBezTo>
                  <a:cubicBezTo>
                    <a:pt x="703" y="219"/>
                    <a:pt x="688" y="225"/>
                    <a:pt x="687" y="229"/>
                  </a:cubicBezTo>
                  <a:cubicBezTo>
                    <a:pt x="686" y="233"/>
                    <a:pt x="674" y="232"/>
                    <a:pt x="674" y="238"/>
                  </a:cubicBezTo>
                  <a:cubicBezTo>
                    <a:pt x="674" y="243"/>
                    <a:pt x="664" y="248"/>
                    <a:pt x="659" y="243"/>
                  </a:cubicBezTo>
                  <a:cubicBezTo>
                    <a:pt x="653" y="238"/>
                    <a:pt x="647" y="248"/>
                    <a:pt x="654" y="255"/>
                  </a:cubicBezTo>
                  <a:cubicBezTo>
                    <a:pt x="662" y="262"/>
                    <a:pt x="641" y="262"/>
                    <a:pt x="645" y="266"/>
                  </a:cubicBezTo>
                  <a:cubicBezTo>
                    <a:pt x="648" y="271"/>
                    <a:pt x="637" y="273"/>
                    <a:pt x="639" y="278"/>
                  </a:cubicBezTo>
                  <a:cubicBezTo>
                    <a:pt x="642" y="283"/>
                    <a:pt x="632" y="284"/>
                    <a:pt x="624" y="286"/>
                  </a:cubicBezTo>
                  <a:cubicBezTo>
                    <a:pt x="616" y="287"/>
                    <a:pt x="612" y="298"/>
                    <a:pt x="622" y="298"/>
                  </a:cubicBezTo>
                  <a:cubicBezTo>
                    <a:pt x="632" y="299"/>
                    <a:pt x="616" y="300"/>
                    <a:pt x="617" y="308"/>
                  </a:cubicBezTo>
                  <a:cubicBezTo>
                    <a:pt x="618" y="316"/>
                    <a:pt x="601" y="311"/>
                    <a:pt x="602" y="316"/>
                  </a:cubicBezTo>
                  <a:close/>
                  <a:moveTo>
                    <a:pt x="673" y="45"/>
                  </a:moveTo>
                  <a:cubicBezTo>
                    <a:pt x="675" y="49"/>
                    <a:pt x="671" y="49"/>
                    <a:pt x="660" y="49"/>
                  </a:cubicBezTo>
                  <a:cubicBezTo>
                    <a:pt x="650" y="49"/>
                    <a:pt x="644" y="55"/>
                    <a:pt x="650" y="60"/>
                  </a:cubicBezTo>
                  <a:cubicBezTo>
                    <a:pt x="656" y="65"/>
                    <a:pt x="684" y="63"/>
                    <a:pt x="688" y="57"/>
                  </a:cubicBezTo>
                  <a:cubicBezTo>
                    <a:pt x="693" y="50"/>
                    <a:pt x="705" y="56"/>
                    <a:pt x="707" y="49"/>
                  </a:cubicBezTo>
                  <a:cubicBezTo>
                    <a:pt x="709" y="43"/>
                    <a:pt x="672" y="41"/>
                    <a:pt x="673" y="45"/>
                  </a:cubicBezTo>
                  <a:close/>
                  <a:moveTo>
                    <a:pt x="606" y="51"/>
                  </a:moveTo>
                  <a:cubicBezTo>
                    <a:pt x="606" y="43"/>
                    <a:pt x="579" y="52"/>
                    <a:pt x="584" y="54"/>
                  </a:cubicBezTo>
                  <a:cubicBezTo>
                    <a:pt x="589" y="56"/>
                    <a:pt x="606" y="60"/>
                    <a:pt x="606" y="51"/>
                  </a:cubicBezTo>
                  <a:close/>
                  <a:moveTo>
                    <a:pt x="671" y="17"/>
                  </a:moveTo>
                  <a:cubicBezTo>
                    <a:pt x="683" y="17"/>
                    <a:pt x="679" y="9"/>
                    <a:pt x="688" y="10"/>
                  </a:cubicBezTo>
                  <a:cubicBezTo>
                    <a:pt x="696" y="11"/>
                    <a:pt x="707" y="10"/>
                    <a:pt x="703" y="5"/>
                  </a:cubicBezTo>
                  <a:cubicBezTo>
                    <a:pt x="699" y="0"/>
                    <a:pt x="669" y="2"/>
                    <a:pt x="672" y="6"/>
                  </a:cubicBezTo>
                  <a:cubicBezTo>
                    <a:pt x="675" y="10"/>
                    <a:pt x="647" y="9"/>
                    <a:pt x="648" y="10"/>
                  </a:cubicBezTo>
                  <a:cubicBezTo>
                    <a:pt x="649" y="13"/>
                    <a:pt x="658" y="17"/>
                    <a:pt x="671" y="17"/>
                  </a:cubicBezTo>
                  <a:close/>
                  <a:moveTo>
                    <a:pt x="762" y="35"/>
                  </a:moveTo>
                  <a:cubicBezTo>
                    <a:pt x="766" y="30"/>
                    <a:pt x="756" y="30"/>
                    <a:pt x="755" y="25"/>
                  </a:cubicBezTo>
                  <a:cubicBezTo>
                    <a:pt x="754" y="21"/>
                    <a:pt x="724" y="20"/>
                    <a:pt x="726" y="25"/>
                  </a:cubicBezTo>
                  <a:cubicBezTo>
                    <a:pt x="727" y="30"/>
                    <a:pt x="706" y="36"/>
                    <a:pt x="712" y="41"/>
                  </a:cubicBezTo>
                  <a:cubicBezTo>
                    <a:pt x="725" y="51"/>
                    <a:pt x="759" y="39"/>
                    <a:pt x="762" y="35"/>
                  </a:cubicBezTo>
                  <a:close/>
                  <a:moveTo>
                    <a:pt x="679" y="26"/>
                  </a:moveTo>
                  <a:cubicBezTo>
                    <a:pt x="681" y="16"/>
                    <a:pt x="663" y="24"/>
                    <a:pt x="649" y="19"/>
                  </a:cubicBezTo>
                  <a:cubicBezTo>
                    <a:pt x="636" y="13"/>
                    <a:pt x="628" y="13"/>
                    <a:pt x="637" y="21"/>
                  </a:cubicBezTo>
                  <a:cubicBezTo>
                    <a:pt x="641" y="25"/>
                    <a:pt x="613" y="28"/>
                    <a:pt x="618" y="32"/>
                  </a:cubicBezTo>
                  <a:cubicBezTo>
                    <a:pt x="628" y="42"/>
                    <a:pt x="678" y="37"/>
                    <a:pt x="679" y="2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4" name="Google Shape;304;p31"/>
            <p:cNvSpPr/>
            <p:nvPr/>
          </p:nvSpPr>
          <p:spPr>
            <a:xfrm>
              <a:off x="5713615" y="2313064"/>
              <a:ext cx="76203" cy="63502"/>
            </a:xfrm>
            <a:custGeom>
              <a:avLst/>
              <a:gdLst/>
              <a:ahLst/>
              <a:cxnLst/>
              <a:rect l="l" t="t" r="r" b="b"/>
              <a:pathLst>
                <a:path w="59" h="51" extrusionOk="0">
                  <a:moveTo>
                    <a:pt x="56" y="40"/>
                  </a:moveTo>
                  <a:cubicBezTo>
                    <a:pt x="56" y="36"/>
                    <a:pt x="45" y="32"/>
                    <a:pt x="45" y="27"/>
                  </a:cubicBezTo>
                  <a:cubicBezTo>
                    <a:pt x="45" y="22"/>
                    <a:pt x="38" y="17"/>
                    <a:pt x="39" y="13"/>
                  </a:cubicBezTo>
                  <a:cubicBezTo>
                    <a:pt x="39" y="10"/>
                    <a:pt x="36" y="6"/>
                    <a:pt x="34" y="3"/>
                  </a:cubicBezTo>
                  <a:cubicBezTo>
                    <a:pt x="29" y="2"/>
                    <a:pt x="23" y="0"/>
                    <a:pt x="18" y="1"/>
                  </a:cubicBezTo>
                  <a:cubicBezTo>
                    <a:pt x="12" y="2"/>
                    <a:pt x="7" y="4"/>
                    <a:pt x="0" y="5"/>
                  </a:cubicBezTo>
                  <a:cubicBezTo>
                    <a:pt x="4" y="10"/>
                    <a:pt x="1" y="11"/>
                    <a:pt x="4" y="19"/>
                  </a:cubicBezTo>
                  <a:cubicBezTo>
                    <a:pt x="7" y="26"/>
                    <a:pt x="15" y="22"/>
                    <a:pt x="18" y="24"/>
                  </a:cubicBezTo>
                  <a:cubicBezTo>
                    <a:pt x="19" y="25"/>
                    <a:pt x="20" y="28"/>
                    <a:pt x="21" y="31"/>
                  </a:cubicBezTo>
                  <a:cubicBezTo>
                    <a:pt x="22" y="31"/>
                    <a:pt x="22" y="31"/>
                    <a:pt x="23" y="31"/>
                  </a:cubicBezTo>
                  <a:cubicBezTo>
                    <a:pt x="26" y="31"/>
                    <a:pt x="27" y="33"/>
                    <a:pt x="27" y="35"/>
                  </a:cubicBezTo>
                  <a:cubicBezTo>
                    <a:pt x="31" y="36"/>
                    <a:pt x="34" y="38"/>
                    <a:pt x="36" y="39"/>
                  </a:cubicBezTo>
                  <a:cubicBezTo>
                    <a:pt x="38" y="40"/>
                    <a:pt x="40" y="37"/>
                    <a:pt x="44" y="42"/>
                  </a:cubicBezTo>
                  <a:cubicBezTo>
                    <a:pt x="48" y="46"/>
                    <a:pt x="48" y="47"/>
                    <a:pt x="48" y="51"/>
                  </a:cubicBezTo>
                  <a:cubicBezTo>
                    <a:pt x="52" y="51"/>
                    <a:pt x="56" y="50"/>
                    <a:pt x="59" y="49"/>
                  </a:cubicBezTo>
                  <a:cubicBezTo>
                    <a:pt x="58" y="46"/>
                    <a:pt x="56" y="42"/>
                    <a:pt x="56" y="4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5" name="Google Shape;305;p31"/>
            <p:cNvSpPr/>
            <p:nvPr/>
          </p:nvSpPr>
          <p:spPr>
            <a:xfrm>
              <a:off x="5748541" y="2298776"/>
              <a:ext cx="112717" cy="90491"/>
            </a:xfrm>
            <a:custGeom>
              <a:avLst/>
              <a:gdLst/>
              <a:ahLst/>
              <a:cxnLst/>
              <a:rect l="l" t="t" r="r" b="b"/>
              <a:pathLst>
                <a:path w="88" h="72" extrusionOk="0">
                  <a:moveTo>
                    <a:pt x="83" y="24"/>
                  </a:moveTo>
                  <a:cubicBezTo>
                    <a:pt x="81" y="20"/>
                    <a:pt x="74" y="12"/>
                    <a:pt x="67" y="4"/>
                  </a:cubicBezTo>
                  <a:cubicBezTo>
                    <a:pt x="65" y="10"/>
                    <a:pt x="57" y="8"/>
                    <a:pt x="56" y="12"/>
                  </a:cubicBezTo>
                  <a:cubicBezTo>
                    <a:pt x="54" y="16"/>
                    <a:pt x="50" y="11"/>
                    <a:pt x="48" y="12"/>
                  </a:cubicBezTo>
                  <a:cubicBezTo>
                    <a:pt x="46" y="13"/>
                    <a:pt x="40" y="3"/>
                    <a:pt x="35" y="2"/>
                  </a:cubicBezTo>
                  <a:cubicBezTo>
                    <a:pt x="33" y="2"/>
                    <a:pt x="31" y="1"/>
                    <a:pt x="29" y="0"/>
                  </a:cubicBezTo>
                  <a:cubicBezTo>
                    <a:pt x="27" y="3"/>
                    <a:pt x="25" y="5"/>
                    <a:pt x="26" y="7"/>
                  </a:cubicBezTo>
                  <a:cubicBezTo>
                    <a:pt x="27" y="9"/>
                    <a:pt x="34" y="12"/>
                    <a:pt x="31" y="14"/>
                  </a:cubicBezTo>
                  <a:cubicBezTo>
                    <a:pt x="29" y="17"/>
                    <a:pt x="21" y="16"/>
                    <a:pt x="18" y="13"/>
                  </a:cubicBezTo>
                  <a:cubicBezTo>
                    <a:pt x="15" y="11"/>
                    <a:pt x="7" y="7"/>
                    <a:pt x="6" y="10"/>
                  </a:cubicBezTo>
                  <a:cubicBezTo>
                    <a:pt x="4" y="13"/>
                    <a:pt x="13" y="20"/>
                    <a:pt x="12" y="24"/>
                  </a:cubicBezTo>
                  <a:cubicBezTo>
                    <a:pt x="11" y="28"/>
                    <a:pt x="18" y="33"/>
                    <a:pt x="18" y="38"/>
                  </a:cubicBezTo>
                  <a:cubicBezTo>
                    <a:pt x="18" y="43"/>
                    <a:pt x="29" y="47"/>
                    <a:pt x="29" y="51"/>
                  </a:cubicBezTo>
                  <a:cubicBezTo>
                    <a:pt x="29" y="53"/>
                    <a:pt x="31" y="57"/>
                    <a:pt x="32" y="60"/>
                  </a:cubicBezTo>
                  <a:cubicBezTo>
                    <a:pt x="41" y="56"/>
                    <a:pt x="48" y="49"/>
                    <a:pt x="53" y="47"/>
                  </a:cubicBezTo>
                  <a:cubicBezTo>
                    <a:pt x="62" y="43"/>
                    <a:pt x="58" y="60"/>
                    <a:pt x="57" y="63"/>
                  </a:cubicBezTo>
                  <a:cubicBezTo>
                    <a:pt x="56" y="65"/>
                    <a:pt x="63" y="69"/>
                    <a:pt x="70" y="72"/>
                  </a:cubicBezTo>
                  <a:cubicBezTo>
                    <a:pt x="69" y="68"/>
                    <a:pt x="70" y="64"/>
                    <a:pt x="73" y="61"/>
                  </a:cubicBezTo>
                  <a:cubicBezTo>
                    <a:pt x="82" y="50"/>
                    <a:pt x="88" y="33"/>
                    <a:pt x="83" y="24"/>
                  </a:cubicBezTo>
                  <a:close/>
                  <a:moveTo>
                    <a:pt x="9" y="50"/>
                  </a:moveTo>
                  <a:cubicBezTo>
                    <a:pt x="7" y="49"/>
                    <a:pt x="4" y="47"/>
                    <a:pt x="0" y="46"/>
                  </a:cubicBezTo>
                  <a:cubicBezTo>
                    <a:pt x="1" y="49"/>
                    <a:pt x="1" y="53"/>
                    <a:pt x="6" y="55"/>
                  </a:cubicBezTo>
                  <a:cubicBezTo>
                    <a:pt x="14" y="59"/>
                    <a:pt x="3" y="60"/>
                    <a:pt x="18" y="62"/>
                  </a:cubicBezTo>
                  <a:cubicBezTo>
                    <a:pt x="19" y="62"/>
                    <a:pt x="20" y="62"/>
                    <a:pt x="21" y="62"/>
                  </a:cubicBezTo>
                  <a:cubicBezTo>
                    <a:pt x="21" y="58"/>
                    <a:pt x="21" y="57"/>
                    <a:pt x="17" y="53"/>
                  </a:cubicBezTo>
                  <a:cubicBezTo>
                    <a:pt x="13" y="48"/>
                    <a:pt x="11" y="51"/>
                    <a:pt x="9" y="50"/>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6" name="Google Shape;306;p31"/>
            <p:cNvSpPr/>
            <p:nvPr/>
          </p:nvSpPr>
          <p:spPr>
            <a:xfrm>
              <a:off x="6867768" y="3162405"/>
              <a:ext cx="1041437" cy="368312"/>
            </a:xfrm>
            <a:custGeom>
              <a:avLst/>
              <a:gdLst/>
              <a:ahLst/>
              <a:cxnLst/>
              <a:rect l="l" t="t" r="r" b="b"/>
              <a:pathLst>
                <a:path w="812" h="295" extrusionOk="0">
                  <a:moveTo>
                    <a:pt x="60" y="125"/>
                  </a:moveTo>
                  <a:cubicBezTo>
                    <a:pt x="59" y="128"/>
                    <a:pt x="65" y="138"/>
                    <a:pt x="68" y="135"/>
                  </a:cubicBezTo>
                  <a:cubicBezTo>
                    <a:pt x="72" y="132"/>
                    <a:pt x="63" y="117"/>
                    <a:pt x="60" y="125"/>
                  </a:cubicBezTo>
                  <a:close/>
                  <a:moveTo>
                    <a:pt x="231" y="157"/>
                  </a:moveTo>
                  <a:cubicBezTo>
                    <a:pt x="231" y="152"/>
                    <a:pt x="217" y="154"/>
                    <a:pt x="221" y="161"/>
                  </a:cubicBezTo>
                  <a:cubicBezTo>
                    <a:pt x="225" y="168"/>
                    <a:pt x="231" y="161"/>
                    <a:pt x="231" y="157"/>
                  </a:cubicBezTo>
                  <a:close/>
                  <a:moveTo>
                    <a:pt x="35" y="80"/>
                  </a:moveTo>
                  <a:cubicBezTo>
                    <a:pt x="34" y="85"/>
                    <a:pt x="39" y="100"/>
                    <a:pt x="46" y="94"/>
                  </a:cubicBezTo>
                  <a:cubicBezTo>
                    <a:pt x="52" y="88"/>
                    <a:pt x="36" y="75"/>
                    <a:pt x="35" y="80"/>
                  </a:cubicBezTo>
                  <a:close/>
                  <a:moveTo>
                    <a:pt x="428" y="169"/>
                  </a:moveTo>
                  <a:cubicBezTo>
                    <a:pt x="436" y="170"/>
                    <a:pt x="435" y="181"/>
                    <a:pt x="434" y="188"/>
                  </a:cubicBezTo>
                  <a:cubicBezTo>
                    <a:pt x="432" y="195"/>
                    <a:pt x="429" y="211"/>
                    <a:pt x="436" y="208"/>
                  </a:cubicBezTo>
                  <a:cubicBezTo>
                    <a:pt x="444" y="205"/>
                    <a:pt x="449" y="195"/>
                    <a:pt x="444" y="191"/>
                  </a:cubicBezTo>
                  <a:cubicBezTo>
                    <a:pt x="440" y="188"/>
                    <a:pt x="440" y="165"/>
                    <a:pt x="442" y="159"/>
                  </a:cubicBezTo>
                  <a:cubicBezTo>
                    <a:pt x="444" y="153"/>
                    <a:pt x="459" y="157"/>
                    <a:pt x="454" y="166"/>
                  </a:cubicBezTo>
                  <a:cubicBezTo>
                    <a:pt x="449" y="175"/>
                    <a:pt x="463" y="174"/>
                    <a:pt x="463" y="184"/>
                  </a:cubicBezTo>
                  <a:cubicBezTo>
                    <a:pt x="463" y="194"/>
                    <a:pt x="471" y="189"/>
                    <a:pt x="479" y="186"/>
                  </a:cubicBezTo>
                  <a:cubicBezTo>
                    <a:pt x="487" y="183"/>
                    <a:pt x="486" y="179"/>
                    <a:pt x="480" y="172"/>
                  </a:cubicBezTo>
                  <a:cubicBezTo>
                    <a:pt x="474" y="166"/>
                    <a:pt x="484" y="157"/>
                    <a:pt x="476" y="152"/>
                  </a:cubicBezTo>
                  <a:cubicBezTo>
                    <a:pt x="468" y="147"/>
                    <a:pt x="463" y="139"/>
                    <a:pt x="471" y="137"/>
                  </a:cubicBezTo>
                  <a:cubicBezTo>
                    <a:pt x="478" y="136"/>
                    <a:pt x="500" y="123"/>
                    <a:pt x="497" y="118"/>
                  </a:cubicBezTo>
                  <a:cubicBezTo>
                    <a:pt x="495" y="113"/>
                    <a:pt x="464" y="119"/>
                    <a:pt x="461" y="129"/>
                  </a:cubicBezTo>
                  <a:cubicBezTo>
                    <a:pt x="459" y="138"/>
                    <a:pt x="437" y="128"/>
                    <a:pt x="439" y="111"/>
                  </a:cubicBezTo>
                  <a:cubicBezTo>
                    <a:pt x="442" y="95"/>
                    <a:pt x="485" y="93"/>
                    <a:pt x="498" y="98"/>
                  </a:cubicBezTo>
                  <a:cubicBezTo>
                    <a:pt x="510" y="104"/>
                    <a:pt x="524" y="89"/>
                    <a:pt x="528" y="80"/>
                  </a:cubicBezTo>
                  <a:cubicBezTo>
                    <a:pt x="533" y="71"/>
                    <a:pt x="519" y="82"/>
                    <a:pt x="510" y="87"/>
                  </a:cubicBezTo>
                  <a:cubicBezTo>
                    <a:pt x="501" y="93"/>
                    <a:pt x="477" y="87"/>
                    <a:pt x="465" y="83"/>
                  </a:cubicBezTo>
                  <a:cubicBezTo>
                    <a:pt x="453" y="79"/>
                    <a:pt x="454" y="90"/>
                    <a:pt x="444" y="92"/>
                  </a:cubicBezTo>
                  <a:cubicBezTo>
                    <a:pt x="434" y="93"/>
                    <a:pt x="436" y="115"/>
                    <a:pt x="431" y="118"/>
                  </a:cubicBezTo>
                  <a:cubicBezTo>
                    <a:pt x="427" y="120"/>
                    <a:pt x="427" y="136"/>
                    <a:pt x="417" y="152"/>
                  </a:cubicBezTo>
                  <a:cubicBezTo>
                    <a:pt x="408" y="167"/>
                    <a:pt x="421" y="169"/>
                    <a:pt x="428" y="169"/>
                  </a:cubicBezTo>
                  <a:close/>
                  <a:moveTo>
                    <a:pt x="190" y="183"/>
                  </a:moveTo>
                  <a:cubicBezTo>
                    <a:pt x="189" y="176"/>
                    <a:pt x="193" y="168"/>
                    <a:pt x="193" y="165"/>
                  </a:cubicBezTo>
                  <a:cubicBezTo>
                    <a:pt x="193" y="161"/>
                    <a:pt x="195" y="159"/>
                    <a:pt x="200" y="160"/>
                  </a:cubicBezTo>
                  <a:cubicBezTo>
                    <a:pt x="205" y="161"/>
                    <a:pt x="204" y="151"/>
                    <a:pt x="200" y="149"/>
                  </a:cubicBezTo>
                  <a:cubicBezTo>
                    <a:pt x="197" y="148"/>
                    <a:pt x="195" y="135"/>
                    <a:pt x="186" y="135"/>
                  </a:cubicBezTo>
                  <a:cubicBezTo>
                    <a:pt x="177" y="135"/>
                    <a:pt x="179" y="143"/>
                    <a:pt x="184" y="143"/>
                  </a:cubicBezTo>
                  <a:cubicBezTo>
                    <a:pt x="189" y="144"/>
                    <a:pt x="192" y="148"/>
                    <a:pt x="191" y="152"/>
                  </a:cubicBezTo>
                  <a:cubicBezTo>
                    <a:pt x="189" y="155"/>
                    <a:pt x="187" y="148"/>
                    <a:pt x="180" y="148"/>
                  </a:cubicBezTo>
                  <a:cubicBezTo>
                    <a:pt x="172" y="149"/>
                    <a:pt x="177" y="140"/>
                    <a:pt x="169" y="139"/>
                  </a:cubicBezTo>
                  <a:cubicBezTo>
                    <a:pt x="160" y="139"/>
                    <a:pt x="162" y="123"/>
                    <a:pt x="153" y="123"/>
                  </a:cubicBezTo>
                  <a:cubicBezTo>
                    <a:pt x="144" y="123"/>
                    <a:pt x="144" y="116"/>
                    <a:pt x="149" y="111"/>
                  </a:cubicBezTo>
                  <a:cubicBezTo>
                    <a:pt x="155" y="106"/>
                    <a:pt x="140" y="101"/>
                    <a:pt x="140" y="95"/>
                  </a:cubicBezTo>
                  <a:cubicBezTo>
                    <a:pt x="140" y="88"/>
                    <a:pt x="131" y="92"/>
                    <a:pt x="131" y="87"/>
                  </a:cubicBezTo>
                  <a:cubicBezTo>
                    <a:pt x="131" y="82"/>
                    <a:pt x="127" y="84"/>
                    <a:pt x="122" y="78"/>
                  </a:cubicBezTo>
                  <a:cubicBezTo>
                    <a:pt x="118" y="72"/>
                    <a:pt x="115" y="78"/>
                    <a:pt x="111" y="73"/>
                  </a:cubicBezTo>
                  <a:cubicBezTo>
                    <a:pt x="107" y="68"/>
                    <a:pt x="101" y="65"/>
                    <a:pt x="98" y="67"/>
                  </a:cubicBezTo>
                  <a:cubicBezTo>
                    <a:pt x="94" y="69"/>
                    <a:pt x="86" y="60"/>
                    <a:pt x="83" y="52"/>
                  </a:cubicBezTo>
                  <a:cubicBezTo>
                    <a:pt x="80" y="45"/>
                    <a:pt x="56" y="34"/>
                    <a:pt x="53" y="25"/>
                  </a:cubicBezTo>
                  <a:cubicBezTo>
                    <a:pt x="50" y="16"/>
                    <a:pt x="41" y="13"/>
                    <a:pt x="27" y="13"/>
                  </a:cubicBezTo>
                  <a:cubicBezTo>
                    <a:pt x="13" y="14"/>
                    <a:pt x="8" y="0"/>
                    <a:pt x="4" y="7"/>
                  </a:cubicBezTo>
                  <a:cubicBezTo>
                    <a:pt x="0" y="15"/>
                    <a:pt x="19" y="35"/>
                    <a:pt x="28" y="40"/>
                  </a:cubicBezTo>
                  <a:cubicBezTo>
                    <a:pt x="37" y="46"/>
                    <a:pt x="42" y="64"/>
                    <a:pt x="52" y="65"/>
                  </a:cubicBezTo>
                  <a:cubicBezTo>
                    <a:pt x="63" y="67"/>
                    <a:pt x="64" y="99"/>
                    <a:pt x="72" y="101"/>
                  </a:cubicBezTo>
                  <a:cubicBezTo>
                    <a:pt x="79" y="103"/>
                    <a:pt x="96" y="128"/>
                    <a:pt x="99" y="142"/>
                  </a:cubicBezTo>
                  <a:cubicBezTo>
                    <a:pt x="101" y="155"/>
                    <a:pt x="119" y="162"/>
                    <a:pt x="124" y="172"/>
                  </a:cubicBezTo>
                  <a:cubicBezTo>
                    <a:pt x="130" y="182"/>
                    <a:pt x="153" y="195"/>
                    <a:pt x="156" y="200"/>
                  </a:cubicBezTo>
                  <a:cubicBezTo>
                    <a:pt x="159" y="204"/>
                    <a:pt x="162" y="213"/>
                    <a:pt x="165" y="208"/>
                  </a:cubicBezTo>
                  <a:cubicBezTo>
                    <a:pt x="168" y="204"/>
                    <a:pt x="179" y="208"/>
                    <a:pt x="184" y="209"/>
                  </a:cubicBezTo>
                  <a:cubicBezTo>
                    <a:pt x="189" y="209"/>
                    <a:pt x="191" y="190"/>
                    <a:pt x="190" y="183"/>
                  </a:cubicBezTo>
                  <a:close/>
                  <a:moveTo>
                    <a:pt x="588" y="99"/>
                  </a:moveTo>
                  <a:cubicBezTo>
                    <a:pt x="600" y="100"/>
                    <a:pt x="595" y="94"/>
                    <a:pt x="595" y="86"/>
                  </a:cubicBezTo>
                  <a:cubicBezTo>
                    <a:pt x="595" y="79"/>
                    <a:pt x="584" y="85"/>
                    <a:pt x="584" y="82"/>
                  </a:cubicBezTo>
                  <a:cubicBezTo>
                    <a:pt x="584" y="78"/>
                    <a:pt x="581" y="63"/>
                    <a:pt x="572" y="75"/>
                  </a:cubicBezTo>
                  <a:cubicBezTo>
                    <a:pt x="564" y="86"/>
                    <a:pt x="575" y="115"/>
                    <a:pt x="582" y="113"/>
                  </a:cubicBezTo>
                  <a:cubicBezTo>
                    <a:pt x="587" y="112"/>
                    <a:pt x="577" y="98"/>
                    <a:pt x="588" y="99"/>
                  </a:cubicBezTo>
                  <a:close/>
                  <a:moveTo>
                    <a:pt x="546" y="165"/>
                  </a:moveTo>
                  <a:cubicBezTo>
                    <a:pt x="548" y="173"/>
                    <a:pt x="563" y="178"/>
                    <a:pt x="567" y="170"/>
                  </a:cubicBezTo>
                  <a:cubicBezTo>
                    <a:pt x="571" y="163"/>
                    <a:pt x="543" y="155"/>
                    <a:pt x="546" y="165"/>
                  </a:cubicBezTo>
                  <a:close/>
                  <a:moveTo>
                    <a:pt x="504" y="253"/>
                  </a:moveTo>
                  <a:cubicBezTo>
                    <a:pt x="490" y="251"/>
                    <a:pt x="481" y="261"/>
                    <a:pt x="467" y="256"/>
                  </a:cubicBezTo>
                  <a:cubicBezTo>
                    <a:pt x="453" y="251"/>
                    <a:pt x="432" y="256"/>
                    <a:pt x="434" y="261"/>
                  </a:cubicBezTo>
                  <a:cubicBezTo>
                    <a:pt x="436" y="265"/>
                    <a:pt x="449" y="265"/>
                    <a:pt x="463" y="266"/>
                  </a:cubicBezTo>
                  <a:cubicBezTo>
                    <a:pt x="477" y="266"/>
                    <a:pt x="489" y="258"/>
                    <a:pt x="499" y="258"/>
                  </a:cubicBezTo>
                  <a:cubicBezTo>
                    <a:pt x="508" y="257"/>
                    <a:pt x="519" y="255"/>
                    <a:pt x="504" y="253"/>
                  </a:cubicBezTo>
                  <a:close/>
                  <a:moveTo>
                    <a:pt x="616" y="157"/>
                  </a:moveTo>
                  <a:cubicBezTo>
                    <a:pt x="603" y="153"/>
                    <a:pt x="579" y="157"/>
                    <a:pt x="582" y="164"/>
                  </a:cubicBezTo>
                  <a:cubicBezTo>
                    <a:pt x="584" y="170"/>
                    <a:pt x="595" y="167"/>
                    <a:pt x="606" y="167"/>
                  </a:cubicBezTo>
                  <a:cubicBezTo>
                    <a:pt x="617" y="167"/>
                    <a:pt x="622" y="175"/>
                    <a:pt x="628" y="175"/>
                  </a:cubicBezTo>
                  <a:cubicBezTo>
                    <a:pt x="634" y="175"/>
                    <a:pt x="630" y="161"/>
                    <a:pt x="616" y="157"/>
                  </a:cubicBezTo>
                  <a:close/>
                  <a:moveTo>
                    <a:pt x="341" y="247"/>
                  </a:moveTo>
                  <a:cubicBezTo>
                    <a:pt x="341" y="241"/>
                    <a:pt x="320" y="246"/>
                    <a:pt x="310" y="242"/>
                  </a:cubicBezTo>
                  <a:cubicBezTo>
                    <a:pt x="301" y="238"/>
                    <a:pt x="321" y="234"/>
                    <a:pt x="328" y="230"/>
                  </a:cubicBezTo>
                  <a:cubicBezTo>
                    <a:pt x="335" y="226"/>
                    <a:pt x="324" y="225"/>
                    <a:pt x="307" y="230"/>
                  </a:cubicBezTo>
                  <a:cubicBezTo>
                    <a:pt x="291" y="235"/>
                    <a:pt x="271" y="218"/>
                    <a:pt x="271" y="226"/>
                  </a:cubicBezTo>
                  <a:cubicBezTo>
                    <a:pt x="270" y="233"/>
                    <a:pt x="241" y="222"/>
                    <a:pt x="233" y="217"/>
                  </a:cubicBezTo>
                  <a:cubicBezTo>
                    <a:pt x="226" y="212"/>
                    <a:pt x="198" y="205"/>
                    <a:pt x="192" y="215"/>
                  </a:cubicBezTo>
                  <a:cubicBezTo>
                    <a:pt x="186" y="225"/>
                    <a:pt x="181" y="216"/>
                    <a:pt x="184" y="226"/>
                  </a:cubicBezTo>
                  <a:cubicBezTo>
                    <a:pt x="185" y="232"/>
                    <a:pt x="192" y="228"/>
                    <a:pt x="197" y="228"/>
                  </a:cubicBezTo>
                  <a:cubicBezTo>
                    <a:pt x="201" y="228"/>
                    <a:pt x="199" y="237"/>
                    <a:pt x="206" y="238"/>
                  </a:cubicBezTo>
                  <a:cubicBezTo>
                    <a:pt x="213" y="239"/>
                    <a:pt x="235" y="245"/>
                    <a:pt x="237" y="241"/>
                  </a:cubicBezTo>
                  <a:cubicBezTo>
                    <a:pt x="240" y="236"/>
                    <a:pt x="260" y="241"/>
                    <a:pt x="271" y="249"/>
                  </a:cubicBezTo>
                  <a:cubicBezTo>
                    <a:pt x="281" y="257"/>
                    <a:pt x="305" y="258"/>
                    <a:pt x="315" y="256"/>
                  </a:cubicBezTo>
                  <a:cubicBezTo>
                    <a:pt x="324" y="255"/>
                    <a:pt x="334" y="263"/>
                    <a:pt x="338" y="257"/>
                  </a:cubicBezTo>
                  <a:cubicBezTo>
                    <a:pt x="342" y="252"/>
                    <a:pt x="349" y="266"/>
                    <a:pt x="359" y="258"/>
                  </a:cubicBezTo>
                  <a:cubicBezTo>
                    <a:pt x="369" y="250"/>
                    <a:pt x="342" y="253"/>
                    <a:pt x="341" y="247"/>
                  </a:cubicBezTo>
                  <a:close/>
                  <a:moveTo>
                    <a:pt x="752" y="133"/>
                  </a:moveTo>
                  <a:cubicBezTo>
                    <a:pt x="744" y="134"/>
                    <a:pt x="743" y="147"/>
                    <a:pt x="736" y="147"/>
                  </a:cubicBezTo>
                  <a:cubicBezTo>
                    <a:pt x="729" y="147"/>
                    <a:pt x="720" y="161"/>
                    <a:pt x="707" y="166"/>
                  </a:cubicBezTo>
                  <a:cubicBezTo>
                    <a:pt x="695" y="170"/>
                    <a:pt x="694" y="130"/>
                    <a:pt x="689" y="122"/>
                  </a:cubicBezTo>
                  <a:cubicBezTo>
                    <a:pt x="683" y="114"/>
                    <a:pt x="652" y="108"/>
                    <a:pt x="648" y="117"/>
                  </a:cubicBezTo>
                  <a:cubicBezTo>
                    <a:pt x="645" y="125"/>
                    <a:pt x="634" y="121"/>
                    <a:pt x="633" y="128"/>
                  </a:cubicBezTo>
                  <a:cubicBezTo>
                    <a:pt x="632" y="135"/>
                    <a:pt x="636" y="133"/>
                    <a:pt x="643" y="133"/>
                  </a:cubicBezTo>
                  <a:cubicBezTo>
                    <a:pt x="649" y="133"/>
                    <a:pt x="649" y="138"/>
                    <a:pt x="653" y="145"/>
                  </a:cubicBezTo>
                  <a:cubicBezTo>
                    <a:pt x="656" y="152"/>
                    <a:pt x="674" y="147"/>
                    <a:pt x="681" y="146"/>
                  </a:cubicBezTo>
                  <a:cubicBezTo>
                    <a:pt x="687" y="146"/>
                    <a:pt x="688" y="155"/>
                    <a:pt x="679" y="152"/>
                  </a:cubicBezTo>
                  <a:cubicBezTo>
                    <a:pt x="670" y="148"/>
                    <a:pt x="670" y="156"/>
                    <a:pt x="664" y="154"/>
                  </a:cubicBezTo>
                  <a:cubicBezTo>
                    <a:pt x="658" y="153"/>
                    <a:pt x="649" y="153"/>
                    <a:pt x="654" y="157"/>
                  </a:cubicBezTo>
                  <a:cubicBezTo>
                    <a:pt x="658" y="160"/>
                    <a:pt x="665" y="164"/>
                    <a:pt x="665" y="172"/>
                  </a:cubicBezTo>
                  <a:cubicBezTo>
                    <a:pt x="665" y="181"/>
                    <a:pt x="677" y="179"/>
                    <a:pt x="677" y="172"/>
                  </a:cubicBezTo>
                  <a:cubicBezTo>
                    <a:pt x="677" y="166"/>
                    <a:pt x="683" y="174"/>
                    <a:pt x="695" y="178"/>
                  </a:cubicBezTo>
                  <a:cubicBezTo>
                    <a:pt x="707" y="181"/>
                    <a:pt x="698" y="185"/>
                    <a:pt x="710" y="186"/>
                  </a:cubicBezTo>
                  <a:cubicBezTo>
                    <a:pt x="722" y="186"/>
                    <a:pt x="750" y="195"/>
                    <a:pt x="760" y="203"/>
                  </a:cubicBezTo>
                  <a:cubicBezTo>
                    <a:pt x="770" y="211"/>
                    <a:pt x="763" y="216"/>
                    <a:pt x="770" y="224"/>
                  </a:cubicBezTo>
                  <a:cubicBezTo>
                    <a:pt x="777" y="231"/>
                    <a:pt x="779" y="239"/>
                    <a:pt x="769" y="239"/>
                  </a:cubicBezTo>
                  <a:cubicBezTo>
                    <a:pt x="760" y="239"/>
                    <a:pt x="750" y="249"/>
                    <a:pt x="753" y="253"/>
                  </a:cubicBezTo>
                  <a:cubicBezTo>
                    <a:pt x="755" y="258"/>
                    <a:pt x="786" y="251"/>
                    <a:pt x="793" y="251"/>
                  </a:cubicBezTo>
                  <a:cubicBezTo>
                    <a:pt x="798" y="251"/>
                    <a:pt x="803" y="260"/>
                    <a:pt x="812" y="266"/>
                  </a:cubicBezTo>
                  <a:cubicBezTo>
                    <a:pt x="812" y="154"/>
                    <a:pt x="812" y="154"/>
                    <a:pt x="812" y="154"/>
                  </a:cubicBezTo>
                  <a:cubicBezTo>
                    <a:pt x="790" y="147"/>
                    <a:pt x="758" y="133"/>
                    <a:pt x="752" y="133"/>
                  </a:cubicBezTo>
                  <a:close/>
                  <a:moveTo>
                    <a:pt x="526" y="265"/>
                  </a:moveTo>
                  <a:cubicBezTo>
                    <a:pt x="524" y="267"/>
                    <a:pt x="522" y="267"/>
                    <a:pt x="520" y="268"/>
                  </a:cubicBezTo>
                  <a:cubicBezTo>
                    <a:pt x="519" y="270"/>
                    <a:pt x="519" y="272"/>
                    <a:pt x="518" y="273"/>
                  </a:cubicBezTo>
                  <a:cubicBezTo>
                    <a:pt x="516" y="274"/>
                    <a:pt x="514" y="272"/>
                    <a:pt x="512" y="270"/>
                  </a:cubicBezTo>
                  <a:cubicBezTo>
                    <a:pt x="502" y="274"/>
                    <a:pt x="496" y="286"/>
                    <a:pt x="503" y="290"/>
                  </a:cubicBezTo>
                  <a:cubicBezTo>
                    <a:pt x="510" y="293"/>
                    <a:pt x="520" y="284"/>
                    <a:pt x="526" y="277"/>
                  </a:cubicBezTo>
                  <a:cubicBezTo>
                    <a:pt x="526" y="276"/>
                    <a:pt x="527" y="275"/>
                    <a:pt x="528" y="274"/>
                  </a:cubicBezTo>
                  <a:cubicBezTo>
                    <a:pt x="528" y="274"/>
                    <a:pt x="529" y="273"/>
                    <a:pt x="530" y="273"/>
                  </a:cubicBezTo>
                  <a:cubicBezTo>
                    <a:pt x="530" y="272"/>
                    <a:pt x="531" y="272"/>
                    <a:pt x="531" y="271"/>
                  </a:cubicBezTo>
                  <a:cubicBezTo>
                    <a:pt x="530" y="269"/>
                    <a:pt x="528" y="267"/>
                    <a:pt x="526" y="265"/>
                  </a:cubicBezTo>
                  <a:close/>
                  <a:moveTo>
                    <a:pt x="381" y="131"/>
                  </a:moveTo>
                  <a:cubicBezTo>
                    <a:pt x="390" y="125"/>
                    <a:pt x="392" y="115"/>
                    <a:pt x="391" y="104"/>
                  </a:cubicBezTo>
                  <a:cubicBezTo>
                    <a:pt x="390" y="94"/>
                    <a:pt x="414" y="93"/>
                    <a:pt x="418" y="89"/>
                  </a:cubicBezTo>
                  <a:cubicBezTo>
                    <a:pt x="422" y="85"/>
                    <a:pt x="413" y="78"/>
                    <a:pt x="406" y="75"/>
                  </a:cubicBezTo>
                  <a:cubicBezTo>
                    <a:pt x="399" y="72"/>
                    <a:pt x="405" y="65"/>
                    <a:pt x="400" y="61"/>
                  </a:cubicBezTo>
                  <a:cubicBezTo>
                    <a:pt x="395" y="57"/>
                    <a:pt x="388" y="46"/>
                    <a:pt x="394" y="45"/>
                  </a:cubicBezTo>
                  <a:cubicBezTo>
                    <a:pt x="401" y="45"/>
                    <a:pt x="390" y="35"/>
                    <a:pt x="395" y="32"/>
                  </a:cubicBezTo>
                  <a:cubicBezTo>
                    <a:pt x="396" y="32"/>
                    <a:pt x="397" y="31"/>
                    <a:pt x="398" y="31"/>
                  </a:cubicBezTo>
                  <a:cubicBezTo>
                    <a:pt x="395" y="29"/>
                    <a:pt x="392" y="28"/>
                    <a:pt x="390" y="28"/>
                  </a:cubicBezTo>
                  <a:cubicBezTo>
                    <a:pt x="381" y="28"/>
                    <a:pt x="362" y="26"/>
                    <a:pt x="363" y="39"/>
                  </a:cubicBezTo>
                  <a:cubicBezTo>
                    <a:pt x="364" y="53"/>
                    <a:pt x="351" y="48"/>
                    <a:pt x="352" y="55"/>
                  </a:cubicBezTo>
                  <a:cubicBezTo>
                    <a:pt x="353" y="62"/>
                    <a:pt x="346" y="62"/>
                    <a:pt x="347" y="72"/>
                  </a:cubicBezTo>
                  <a:cubicBezTo>
                    <a:pt x="348" y="81"/>
                    <a:pt x="342" y="77"/>
                    <a:pt x="331" y="82"/>
                  </a:cubicBezTo>
                  <a:cubicBezTo>
                    <a:pt x="321" y="87"/>
                    <a:pt x="325" y="79"/>
                    <a:pt x="315" y="79"/>
                  </a:cubicBezTo>
                  <a:cubicBezTo>
                    <a:pt x="304" y="79"/>
                    <a:pt x="303" y="84"/>
                    <a:pt x="297" y="86"/>
                  </a:cubicBezTo>
                  <a:cubicBezTo>
                    <a:pt x="291" y="88"/>
                    <a:pt x="278" y="85"/>
                    <a:pt x="274" y="88"/>
                  </a:cubicBezTo>
                  <a:cubicBezTo>
                    <a:pt x="270" y="92"/>
                    <a:pt x="264" y="81"/>
                    <a:pt x="259" y="81"/>
                  </a:cubicBezTo>
                  <a:cubicBezTo>
                    <a:pt x="257" y="81"/>
                    <a:pt x="255" y="75"/>
                    <a:pt x="254" y="70"/>
                  </a:cubicBezTo>
                  <a:cubicBezTo>
                    <a:pt x="253" y="70"/>
                    <a:pt x="253" y="70"/>
                    <a:pt x="252" y="70"/>
                  </a:cubicBezTo>
                  <a:cubicBezTo>
                    <a:pt x="245" y="70"/>
                    <a:pt x="234" y="88"/>
                    <a:pt x="241" y="94"/>
                  </a:cubicBezTo>
                  <a:cubicBezTo>
                    <a:pt x="248" y="101"/>
                    <a:pt x="246" y="113"/>
                    <a:pt x="250" y="119"/>
                  </a:cubicBezTo>
                  <a:cubicBezTo>
                    <a:pt x="254" y="124"/>
                    <a:pt x="265" y="125"/>
                    <a:pt x="265" y="136"/>
                  </a:cubicBezTo>
                  <a:cubicBezTo>
                    <a:pt x="265" y="147"/>
                    <a:pt x="275" y="165"/>
                    <a:pt x="282" y="160"/>
                  </a:cubicBezTo>
                  <a:cubicBezTo>
                    <a:pt x="289" y="155"/>
                    <a:pt x="294" y="162"/>
                    <a:pt x="296" y="167"/>
                  </a:cubicBezTo>
                  <a:cubicBezTo>
                    <a:pt x="298" y="171"/>
                    <a:pt x="314" y="163"/>
                    <a:pt x="319" y="164"/>
                  </a:cubicBezTo>
                  <a:cubicBezTo>
                    <a:pt x="325" y="165"/>
                    <a:pt x="341" y="168"/>
                    <a:pt x="342" y="174"/>
                  </a:cubicBezTo>
                  <a:cubicBezTo>
                    <a:pt x="343" y="181"/>
                    <a:pt x="357" y="174"/>
                    <a:pt x="367" y="170"/>
                  </a:cubicBezTo>
                  <a:cubicBezTo>
                    <a:pt x="377" y="167"/>
                    <a:pt x="371" y="137"/>
                    <a:pt x="381" y="131"/>
                  </a:cubicBezTo>
                  <a:close/>
                  <a:moveTo>
                    <a:pt x="420" y="277"/>
                  </a:moveTo>
                  <a:cubicBezTo>
                    <a:pt x="423" y="282"/>
                    <a:pt x="432" y="282"/>
                    <a:pt x="436" y="285"/>
                  </a:cubicBezTo>
                  <a:cubicBezTo>
                    <a:pt x="439" y="288"/>
                    <a:pt x="452" y="295"/>
                    <a:pt x="452" y="286"/>
                  </a:cubicBezTo>
                  <a:cubicBezTo>
                    <a:pt x="452" y="277"/>
                    <a:pt x="417" y="272"/>
                    <a:pt x="420" y="277"/>
                  </a:cubicBezTo>
                  <a:close/>
                  <a:moveTo>
                    <a:pt x="394" y="252"/>
                  </a:moveTo>
                  <a:cubicBezTo>
                    <a:pt x="392" y="256"/>
                    <a:pt x="383" y="257"/>
                    <a:pt x="378" y="254"/>
                  </a:cubicBezTo>
                  <a:cubicBezTo>
                    <a:pt x="373" y="250"/>
                    <a:pt x="366" y="259"/>
                    <a:pt x="369" y="263"/>
                  </a:cubicBezTo>
                  <a:cubicBezTo>
                    <a:pt x="371" y="265"/>
                    <a:pt x="382" y="274"/>
                    <a:pt x="395" y="267"/>
                  </a:cubicBezTo>
                  <a:cubicBezTo>
                    <a:pt x="408" y="261"/>
                    <a:pt x="417" y="267"/>
                    <a:pt x="420" y="260"/>
                  </a:cubicBezTo>
                  <a:cubicBezTo>
                    <a:pt x="423" y="253"/>
                    <a:pt x="396" y="247"/>
                    <a:pt x="394" y="25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7" name="Google Shape;307;p31"/>
            <p:cNvSpPr/>
            <p:nvPr/>
          </p:nvSpPr>
          <p:spPr>
            <a:xfrm>
              <a:off x="7440876" y="2752817"/>
              <a:ext cx="4763" cy="4763"/>
            </a:xfrm>
            <a:custGeom>
              <a:avLst/>
              <a:gdLst/>
              <a:ahLst/>
              <a:cxnLst/>
              <a:rect l="l" t="t" r="r" b="b"/>
              <a:pathLst>
                <a:path w="3" h="3" extrusionOk="0">
                  <a:moveTo>
                    <a:pt x="3" y="0"/>
                  </a:moveTo>
                  <a:lnTo>
                    <a:pt x="2" y="0"/>
                  </a:lnTo>
                  <a:lnTo>
                    <a:pt x="2" y="3"/>
                  </a:lnTo>
                  <a:lnTo>
                    <a:pt x="1" y="3"/>
                  </a:lnTo>
                  <a:lnTo>
                    <a:pt x="1" y="0"/>
                  </a:lnTo>
                  <a:lnTo>
                    <a:pt x="0" y="0"/>
                  </a:lnTo>
                  <a:lnTo>
                    <a:pt x="0" y="0"/>
                  </a:lnTo>
                  <a:lnTo>
                    <a:pt x="3" y="0"/>
                  </a:lnTo>
                  <a:lnTo>
                    <a:pt x="3" y="0"/>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8" name="Google Shape;308;p31"/>
            <p:cNvSpPr/>
            <p:nvPr/>
          </p:nvSpPr>
          <p:spPr>
            <a:xfrm>
              <a:off x="7445639" y="2752817"/>
              <a:ext cx="3175" cy="4763"/>
            </a:xfrm>
            <a:custGeom>
              <a:avLst/>
              <a:gdLst/>
              <a:ahLst/>
              <a:cxnLst/>
              <a:rect l="l" t="t" r="r" b="b"/>
              <a:pathLst>
                <a:path w="3" h="3" extrusionOk="0">
                  <a:moveTo>
                    <a:pt x="0" y="0"/>
                  </a:moveTo>
                  <a:cubicBezTo>
                    <a:pt x="1" y="0"/>
                    <a:pt x="1" y="0"/>
                    <a:pt x="1" y="0"/>
                  </a:cubicBezTo>
                  <a:cubicBezTo>
                    <a:pt x="1" y="0"/>
                    <a:pt x="1" y="0"/>
                    <a:pt x="2" y="0"/>
                  </a:cubicBezTo>
                  <a:cubicBezTo>
                    <a:pt x="2" y="0"/>
                    <a:pt x="2" y="0"/>
                    <a:pt x="2" y="0"/>
                  </a:cubicBezTo>
                  <a:cubicBezTo>
                    <a:pt x="2" y="0"/>
                    <a:pt x="2" y="0"/>
                    <a:pt x="3" y="0"/>
                  </a:cubicBezTo>
                  <a:cubicBezTo>
                    <a:pt x="3" y="0"/>
                    <a:pt x="3" y="1"/>
                    <a:pt x="3" y="1"/>
                  </a:cubicBezTo>
                  <a:cubicBezTo>
                    <a:pt x="3" y="1"/>
                    <a:pt x="3" y="1"/>
                    <a:pt x="3" y="1"/>
                  </a:cubicBezTo>
                  <a:cubicBezTo>
                    <a:pt x="3" y="1"/>
                    <a:pt x="3" y="2"/>
                    <a:pt x="3" y="2"/>
                  </a:cubicBezTo>
                  <a:cubicBezTo>
                    <a:pt x="3" y="2"/>
                    <a:pt x="3" y="2"/>
                    <a:pt x="3" y="3"/>
                  </a:cubicBezTo>
                  <a:cubicBezTo>
                    <a:pt x="3" y="3"/>
                    <a:pt x="3" y="3"/>
                    <a:pt x="3" y="3"/>
                  </a:cubicBezTo>
                  <a:cubicBezTo>
                    <a:pt x="3" y="3"/>
                    <a:pt x="3" y="3"/>
                    <a:pt x="3"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1" y="3"/>
                    <a:pt x="1" y="3"/>
                    <a:pt x="1" y="3"/>
                  </a:cubicBezTo>
                  <a:cubicBezTo>
                    <a:pt x="1" y="3"/>
                    <a:pt x="1" y="3"/>
                    <a:pt x="1" y="3"/>
                  </a:cubicBezTo>
                  <a:cubicBezTo>
                    <a:pt x="1" y="3"/>
                    <a:pt x="1" y="3"/>
                    <a:pt x="0" y="3"/>
                  </a:cubicBezTo>
                  <a:cubicBezTo>
                    <a:pt x="0" y="3"/>
                    <a:pt x="0" y="3"/>
                    <a:pt x="0" y="3"/>
                  </a:cubicBezTo>
                  <a:cubicBezTo>
                    <a:pt x="0" y="3"/>
                    <a:pt x="0" y="3"/>
                    <a:pt x="0" y="2"/>
                  </a:cubicBezTo>
                  <a:cubicBezTo>
                    <a:pt x="0" y="2"/>
                    <a:pt x="0" y="2"/>
                    <a:pt x="0" y="2"/>
                  </a:cubicBezTo>
                  <a:cubicBezTo>
                    <a:pt x="0" y="2"/>
                    <a:pt x="0" y="2"/>
                    <a:pt x="1" y="2"/>
                  </a:cubicBezTo>
                  <a:cubicBezTo>
                    <a:pt x="1" y="2"/>
                    <a:pt x="1" y="2"/>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1" y="0"/>
                    <a:pt x="1" y="0"/>
                    <a:pt x="1" y="0"/>
                  </a:cubicBezTo>
                  <a:cubicBezTo>
                    <a:pt x="1" y="0"/>
                    <a:pt x="1" y="0"/>
                    <a:pt x="1" y="1"/>
                  </a:cubicBezTo>
                  <a:cubicBezTo>
                    <a:pt x="1" y="1"/>
                    <a:pt x="1" y="1"/>
                    <a:pt x="1" y="1"/>
                  </a:cubicBezTo>
                  <a:cubicBezTo>
                    <a:pt x="1" y="1"/>
                    <a:pt x="1" y="1"/>
                    <a:pt x="1" y="1"/>
                  </a:cubicBezTo>
                  <a:lnTo>
                    <a:pt x="0" y="0"/>
                  </a:lnTo>
                  <a:close/>
                  <a:moveTo>
                    <a:pt x="1" y="3"/>
                  </a:moveTo>
                  <a:cubicBezTo>
                    <a:pt x="1"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2"/>
                  </a:cubicBezTo>
                  <a:cubicBezTo>
                    <a:pt x="1" y="2"/>
                    <a:pt x="1" y="2"/>
                    <a:pt x="1" y="2"/>
                  </a:cubicBezTo>
                  <a:cubicBezTo>
                    <a:pt x="1" y="3"/>
                    <a:pt x="1" y="3"/>
                    <a:pt x="1" y="3"/>
                  </a:cubicBezTo>
                  <a:cubicBezTo>
                    <a:pt x="1" y="3"/>
                    <a:pt x="1" y="3"/>
                    <a:pt x="1" y="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09" name="Google Shape;309;p31"/>
            <p:cNvSpPr/>
            <p:nvPr/>
          </p:nvSpPr>
          <p:spPr>
            <a:xfrm>
              <a:off x="7450402" y="2752817"/>
              <a:ext cx="1588" cy="4763"/>
            </a:xfrm>
            <a:custGeom>
              <a:avLst/>
              <a:gdLst/>
              <a:ahLst/>
              <a:cxnLst/>
              <a:rect l="l" t="t" r="r" b="b"/>
              <a:pathLst>
                <a:path w="1" h="4" extrusionOk="0">
                  <a:moveTo>
                    <a:pt x="0" y="0"/>
                  </a:moveTo>
                  <a:cubicBezTo>
                    <a:pt x="0" y="0"/>
                    <a:pt x="0" y="0"/>
                    <a:pt x="0" y="0"/>
                  </a:cubicBezTo>
                  <a:cubicBezTo>
                    <a:pt x="0" y="0"/>
                    <a:pt x="0" y="0"/>
                    <a:pt x="0" y="0"/>
                  </a:cubicBezTo>
                  <a:cubicBezTo>
                    <a:pt x="0" y="0"/>
                    <a:pt x="0" y="0"/>
                    <a:pt x="0" y="0"/>
                  </a:cubicBezTo>
                  <a:cubicBezTo>
                    <a:pt x="0" y="0"/>
                    <a:pt x="1" y="0"/>
                    <a:pt x="1" y="0"/>
                  </a:cubicBezTo>
                  <a:cubicBezTo>
                    <a:pt x="1" y="0"/>
                    <a:pt x="0" y="0"/>
                    <a:pt x="0" y="0"/>
                  </a:cubicBezTo>
                  <a:cubicBezTo>
                    <a:pt x="0" y="0"/>
                    <a:pt x="0" y="0"/>
                    <a:pt x="0" y="0"/>
                  </a:cubicBezTo>
                  <a:cubicBezTo>
                    <a:pt x="0" y="0"/>
                    <a:pt x="0" y="0"/>
                    <a:pt x="0" y="0"/>
                  </a:cubicBezTo>
                  <a:cubicBezTo>
                    <a:pt x="0" y="0"/>
                    <a:pt x="0" y="0"/>
                    <a:pt x="0" y="0"/>
                  </a:cubicBezTo>
                  <a:close/>
                  <a:moveTo>
                    <a:pt x="0" y="1"/>
                  </a:moveTo>
                  <a:cubicBezTo>
                    <a:pt x="0" y="1"/>
                    <a:pt x="0" y="1"/>
                    <a:pt x="0" y="1"/>
                  </a:cubicBezTo>
                  <a:cubicBezTo>
                    <a:pt x="0" y="4"/>
                    <a:pt x="0" y="4"/>
                    <a:pt x="0" y="4"/>
                  </a:cubicBezTo>
                  <a:cubicBezTo>
                    <a:pt x="0" y="4"/>
                    <a:pt x="0" y="4"/>
                    <a:pt x="0" y="4"/>
                  </a:cubicBezTo>
                  <a:lnTo>
                    <a:pt x="0" y="1"/>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0" name="Google Shape;310;p31"/>
            <p:cNvSpPr/>
            <p:nvPr/>
          </p:nvSpPr>
          <p:spPr>
            <a:xfrm>
              <a:off x="7451989" y="2752817"/>
              <a:ext cx="6350" cy="4763"/>
            </a:xfrm>
            <a:custGeom>
              <a:avLst/>
              <a:gdLst/>
              <a:ahLst/>
              <a:cxnLst/>
              <a:rect l="l" t="t" r="r" b="b"/>
              <a:pathLst>
                <a:path w="4" h="3" extrusionOk="0">
                  <a:moveTo>
                    <a:pt x="2" y="0"/>
                  </a:moveTo>
                  <a:lnTo>
                    <a:pt x="2" y="2"/>
                  </a:lnTo>
                  <a:lnTo>
                    <a:pt x="3" y="3"/>
                  </a:lnTo>
                  <a:lnTo>
                    <a:pt x="3" y="3"/>
                  </a:lnTo>
                  <a:lnTo>
                    <a:pt x="3" y="2"/>
                  </a:lnTo>
                  <a:lnTo>
                    <a:pt x="3" y="0"/>
                  </a:lnTo>
                  <a:lnTo>
                    <a:pt x="4" y="0"/>
                  </a:lnTo>
                  <a:lnTo>
                    <a:pt x="3" y="3"/>
                  </a:lnTo>
                  <a:lnTo>
                    <a:pt x="3" y="3"/>
                  </a:lnTo>
                  <a:lnTo>
                    <a:pt x="2" y="1"/>
                  </a:lnTo>
                  <a:lnTo>
                    <a:pt x="2" y="1"/>
                  </a:lnTo>
                  <a:lnTo>
                    <a:pt x="1" y="1"/>
                  </a:lnTo>
                  <a:lnTo>
                    <a:pt x="1" y="1"/>
                  </a:lnTo>
                  <a:lnTo>
                    <a:pt x="1" y="3"/>
                  </a:lnTo>
                  <a:lnTo>
                    <a:pt x="1" y="3"/>
                  </a:lnTo>
                  <a:lnTo>
                    <a:pt x="0" y="0"/>
                  </a:lnTo>
                  <a:lnTo>
                    <a:pt x="1" y="0"/>
                  </a:lnTo>
                  <a:lnTo>
                    <a:pt x="1" y="2"/>
                  </a:lnTo>
                  <a:lnTo>
                    <a:pt x="1" y="3"/>
                  </a:lnTo>
                  <a:lnTo>
                    <a:pt x="1" y="3"/>
                  </a:lnTo>
                  <a:lnTo>
                    <a:pt x="1" y="2"/>
                  </a:lnTo>
                  <a:lnTo>
                    <a:pt x="1" y="0"/>
                  </a:lnTo>
                  <a:lnTo>
                    <a:pt x="2" y="0"/>
                  </a:ln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1" name="Google Shape;311;p31"/>
            <p:cNvSpPr/>
            <p:nvPr/>
          </p:nvSpPr>
          <p:spPr>
            <a:xfrm>
              <a:off x="7458340" y="2752817"/>
              <a:ext cx="3175" cy="4763"/>
            </a:xfrm>
            <a:custGeom>
              <a:avLst/>
              <a:gdLst/>
              <a:ahLst/>
              <a:cxnLst/>
              <a:rect l="l" t="t" r="r" b="b"/>
              <a:pathLst>
                <a:path w="3" h="3" extrusionOk="0">
                  <a:moveTo>
                    <a:pt x="0" y="0"/>
                  </a:moveTo>
                  <a:cubicBezTo>
                    <a:pt x="1" y="0"/>
                    <a:pt x="1" y="0"/>
                    <a:pt x="1" y="0"/>
                  </a:cubicBezTo>
                  <a:cubicBezTo>
                    <a:pt x="1" y="0"/>
                    <a:pt x="1" y="0"/>
                    <a:pt x="2" y="0"/>
                  </a:cubicBezTo>
                  <a:cubicBezTo>
                    <a:pt x="2" y="0"/>
                    <a:pt x="2" y="0"/>
                    <a:pt x="2" y="0"/>
                  </a:cubicBezTo>
                  <a:cubicBezTo>
                    <a:pt x="2" y="0"/>
                    <a:pt x="3" y="0"/>
                    <a:pt x="3" y="0"/>
                  </a:cubicBezTo>
                  <a:cubicBezTo>
                    <a:pt x="3" y="0"/>
                    <a:pt x="3" y="1"/>
                    <a:pt x="3" y="1"/>
                  </a:cubicBezTo>
                  <a:cubicBezTo>
                    <a:pt x="3" y="1"/>
                    <a:pt x="3" y="1"/>
                    <a:pt x="3" y="1"/>
                  </a:cubicBezTo>
                  <a:cubicBezTo>
                    <a:pt x="3" y="1"/>
                    <a:pt x="3" y="2"/>
                    <a:pt x="3" y="2"/>
                  </a:cubicBezTo>
                  <a:cubicBezTo>
                    <a:pt x="3" y="2"/>
                    <a:pt x="3" y="2"/>
                    <a:pt x="3" y="3"/>
                  </a:cubicBezTo>
                  <a:cubicBezTo>
                    <a:pt x="3" y="3"/>
                    <a:pt x="3" y="3"/>
                    <a:pt x="3" y="3"/>
                  </a:cubicBezTo>
                  <a:cubicBezTo>
                    <a:pt x="3" y="3"/>
                    <a:pt x="3" y="3"/>
                    <a:pt x="3"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1" y="3"/>
                    <a:pt x="1" y="3"/>
                    <a:pt x="1" y="3"/>
                  </a:cubicBezTo>
                  <a:cubicBezTo>
                    <a:pt x="1" y="3"/>
                    <a:pt x="1" y="3"/>
                    <a:pt x="1" y="3"/>
                  </a:cubicBezTo>
                  <a:cubicBezTo>
                    <a:pt x="1" y="3"/>
                    <a:pt x="1" y="3"/>
                    <a:pt x="1" y="3"/>
                  </a:cubicBezTo>
                  <a:cubicBezTo>
                    <a:pt x="0" y="3"/>
                    <a:pt x="0" y="3"/>
                    <a:pt x="0" y="3"/>
                  </a:cubicBezTo>
                  <a:cubicBezTo>
                    <a:pt x="0" y="3"/>
                    <a:pt x="0" y="3"/>
                    <a:pt x="0" y="2"/>
                  </a:cubicBezTo>
                  <a:cubicBezTo>
                    <a:pt x="0" y="2"/>
                    <a:pt x="0" y="2"/>
                    <a:pt x="0" y="2"/>
                  </a:cubicBezTo>
                  <a:cubicBezTo>
                    <a:pt x="0" y="2"/>
                    <a:pt x="1" y="2"/>
                    <a:pt x="1" y="2"/>
                  </a:cubicBezTo>
                  <a:cubicBezTo>
                    <a:pt x="1" y="2"/>
                    <a:pt x="1" y="2"/>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1" y="0"/>
                    <a:pt x="1" y="0"/>
                  </a:cubicBezTo>
                  <a:cubicBezTo>
                    <a:pt x="1" y="0"/>
                    <a:pt x="1" y="0"/>
                    <a:pt x="1" y="1"/>
                  </a:cubicBezTo>
                  <a:cubicBezTo>
                    <a:pt x="1" y="1"/>
                    <a:pt x="1" y="1"/>
                    <a:pt x="1" y="1"/>
                  </a:cubicBezTo>
                  <a:cubicBezTo>
                    <a:pt x="1" y="1"/>
                    <a:pt x="1" y="1"/>
                    <a:pt x="1" y="1"/>
                  </a:cubicBezTo>
                  <a:lnTo>
                    <a:pt x="0" y="0"/>
                  </a:lnTo>
                  <a:close/>
                  <a:moveTo>
                    <a:pt x="1" y="3"/>
                  </a:moveTo>
                  <a:cubicBezTo>
                    <a:pt x="1"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2"/>
                  </a:cubicBezTo>
                  <a:cubicBezTo>
                    <a:pt x="1" y="2"/>
                    <a:pt x="1" y="2"/>
                    <a:pt x="1" y="2"/>
                  </a:cubicBezTo>
                  <a:cubicBezTo>
                    <a:pt x="1" y="3"/>
                    <a:pt x="1" y="3"/>
                    <a:pt x="1" y="3"/>
                  </a:cubicBezTo>
                  <a:cubicBezTo>
                    <a:pt x="1" y="3"/>
                    <a:pt x="1" y="3"/>
                    <a:pt x="1" y="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2" name="Google Shape;312;p31"/>
            <p:cNvSpPr/>
            <p:nvPr/>
          </p:nvSpPr>
          <p:spPr>
            <a:xfrm>
              <a:off x="7463102" y="2752817"/>
              <a:ext cx="3175" cy="4763"/>
            </a:xfrm>
            <a:custGeom>
              <a:avLst/>
              <a:gdLst/>
              <a:ahLst/>
              <a:cxnLst/>
              <a:rect l="l" t="t" r="r" b="b"/>
              <a:pathLst>
                <a:path w="2" h="3" extrusionOk="0">
                  <a:moveTo>
                    <a:pt x="2" y="3"/>
                  </a:moveTo>
                  <a:cubicBezTo>
                    <a:pt x="2" y="1"/>
                    <a:pt x="2" y="1"/>
                    <a:pt x="2" y="1"/>
                  </a:cubicBezTo>
                  <a:cubicBezTo>
                    <a:pt x="2" y="1"/>
                    <a:pt x="2" y="1"/>
                    <a:pt x="2" y="1"/>
                  </a:cubicBezTo>
                  <a:cubicBezTo>
                    <a:pt x="2" y="0"/>
                    <a:pt x="2" y="0"/>
                    <a:pt x="1" y="0"/>
                  </a:cubicBezTo>
                  <a:cubicBezTo>
                    <a:pt x="1" y="0"/>
                    <a:pt x="1" y="0"/>
                    <a:pt x="1" y="1"/>
                  </a:cubicBezTo>
                  <a:cubicBezTo>
                    <a:pt x="1" y="1"/>
                    <a:pt x="0" y="1"/>
                    <a:pt x="0" y="1"/>
                  </a:cubicBezTo>
                  <a:cubicBezTo>
                    <a:pt x="0" y="3"/>
                    <a:pt x="0" y="3"/>
                    <a:pt x="0" y="3"/>
                  </a:cubicBezTo>
                  <a:cubicBezTo>
                    <a:pt x="0" y="3"/>
                    <a:pt x="0" y="3"/>
                    <a:pt x="0" y="3"/>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2" y="0"/>
                    <a:pt x="2" y="0"/>
                    <a:pt x="2" y="0"/>
                  </a:cubicBezTo>
                  <a:cubicBezTo>
                    <a:pt x="2" y="0"/>
                    <a:pt x="2" y="0"/>
                    <a:pt x="2" y="0"/>
                  </a:cubicBezTo>
                  <a:cubicBezTo>
                    <a:pt x="2" y="0"/>
                    <a:pt x="2" y="0"/>
                    <a:pt x="2" y="1"/>
                  </a:cubicBezTo>
                  <a:cubicBezTo>
                    <a:pt x="2" y="1"/>
                    <a:pt x="2" y="1"/>
                    <a:pt x="2" y="1"/>
                  </a:cubicBezTo>
                  <a:cubicBezTo>
                    <a:pt x="2" y="3"/>
                    <a:pt x="2" y="3"/>
                    <a:pt x="2" y="3"/>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3" name="Google Shape;313;p31"/>
            <p:cNvSpPr/>
            <p:nvPr/>
          </p:nvSpPr>
          <p:spPr>
            <a:xfrm>
              <a:off x="8991919" y="1643117"/>
              <a:ext cx="76203" cy="26988"/>
            </a:xfrm>
            <a:custGeom>
              <a:avLst/>
              <a:gdLst/>
              <a:ahLst/>
              <a:cxnLst/>
              <a:rect l="l" t="t" r="r" b="b"/>
              <a:pathLst>
                <a:path w="59" h="22" extrusionOk="0">
                  <a:moveTo>
                    <a:pt x="27" y="2"/>
                  </a:moveTo>
                  <a:cubicBezTo>
                    <a:pt x="23" y="5"/>
                    <a:pt x="0" y="4"/>
                    <a:pt x="5" y="9"/>
                  </a:cubicBezTo>
                  <a:cubicBezTo>
                    <a:pt x="9" y="14"/>
                    <a:pt x="29" y="11"/>
                    <a:pt x="38" y="16"/>
                  </a:cubicBezTo>
                  <a:cubicBezTo>
                    <a:pt x="46" y="22"/>
                    <a:pt x="59" y="17"/>
                    <a:pt x="59" y="13"/>
                  </a:cubicBezTo>
                  <a:cubicBezTo>
                    <a:pt x="59" y="9"/>
                    <a:pt x="30" y="0"/>
                    <a:pt x="27" y="2"/>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4" name="Google Shape;314;p31"/>
            <p:cNvSpPr/>
            <p:nvPr/>
          </p:nvSpPr>
          <p:spPr>
            <a:xfrm>
              <a:off x="7269420" y="3530718"/>
              <a:ext cx="930307" cy="806476"/>
            </a:xfrm>
            <a:custGeom>
              <a:avLst/>
              <a:gdLst/>
              <a:ahLst/>
              <a:cxnLst/>
              <a:rect l="l" t="t" r="r" b="b"/>
              <a:pathLst>
                <a:path w="725" h="644" extrusionOk="0">
                  <a:moveTo>
                    <a:pt x="720" y="323"/>
                  </a:moveTo>
                  <a:cubicBezTo>
                    <a:pt x="724" y="321"/>
                    <a:pt x="719" y="308"/>
                    <a:pt x="716" y="310"/>
                  </a:cubicBezTo>
                  <a:cubicBezTo>
                    <a:pt x="713" y="312"/>
                    <a:pt x="713" y="291"/>
                    <a:pt x="715" y="281"/>
                  </a:cubicBezTo>
                  <a:cubicBezTo>
                    <a:pt x="717" y="271"/>
                    <a:pt x="716" y="272"/>
                    <a:pt x="711" y="278"/>
                  </a:cubicBezTo>
                  <a:cubicBezTo>
                    <a:pt x="706" y="283"/>
                    <a:pt x="700" y="268"/>
                    <a:pt x="699" y="264"/>
                  </a:cubicBezTo>
                  <a:cubicBezTo>
                    <a:pt x="698" y="260"/>
                    <a:pt x="692" y="249"/>
                    <a:pt x="686" y="251"/>
                  </a:cubicBezTo>
                  <a:cubicBezTo>
                    <a:pt x="679" y="252"/>
                    <a:pt x="683" y="241"/>
                    <a:pt x="677" y="242"/>
                  </a:cubicBezTo>
                  <a:cubicBezTo>
                    <a:pt x="671" y="243"/>
                    <a:pt x="670" y="233"/>
                    <a:pt x="671" y="224"/>
                  </a:cubicBezTo>
                  <a:cubicBezTo>
                    <a:pt x="672" y="215"/>
                    <a:pt x="666" y="222"/>
                    <a:pt x="664" y="218"/>
                  </a:cubicBezTo>
                  <a:cubicBezTo>
                    <a:pt x="661" y="214"/>
                    <a:pt x="658" y="217"/>
                    <a:pt x="654" y="219"/>
                  </a:cubicBezTo>
                  <a:cubicBezTo>
                    <a:pt x="649" y="220"/>
                    <a:pt x="648" y="211"/>
                    <a:pt x="649" y="207"/>
                  </a:cubicBezTo>
                  <a:cubicBezTo>
                    <a:pt x="650" y="203"/>
                    <a:pt x="648" y="198"/>
                    <a:pt x="643" y="194"/>
                  </a:cubicBezTo>
                  <a:cubicBezTo>
                    <a:pt x="637" y="190"/>
                    <a:pt x="636" y="186"/>
                    <a:pt x="637" y="181"/>
                  </a:cubicBezTo>
                  <a:cubicBezTo>
                    <a:pt x="637" y="176"/>
                    <a:pt x="603" y="159"/>
                    <a:pt x="596" y="157"/>
                  </a:cubicBezTo>
                  <a:cubicBezTo>
                    <a:pt x="589" y="155"/>
                    <a:pt x="595" y="148"/>
                    <a:pt x="592" y="145"/>
                  </a:cubicBezTo>
                  <a:cubicBezTo>
                    <a:pt x="589" y="142"/>
                    <a:pt x="587" y="132"/>
                    <a:pt x="587" y="123"/>
                  </a:cubicBezTo>
                  <a:cubicBezTo>
                    <a:pt x="587" y="115"/>
                    <a:pt x="576" y="112"/>
                    <a:pt x="577" y="105"/>
                  </a:cubicBezTo>
                  <a:cubicBezTo>
                    <a:pt x="577" y="98"/>
                    <a:pt x="574" y="91"/>
                    <a:pt x="575" y="84"/>
                  </a:cubicBezTo>
                  <a:cubicBezTo>
                    <a:pt x="575" y="76"/>
                    <a:pt x="563" y="74"/>
                    <a:pt x="563" y="69"/>
                  </a:cubicBezTo>
                  <a:cubicBezTo>
                    <a:pt x="562" y="65"/>
                    <a:pt x="556" y="69"/>
                    <a:pt x="549" y="70"/>
                  </a:cubicBezTo>
                  <a:cubicBezTo>
                    <a:pt x="542" y="71"/>
                    <a:pt x="543" y="61"/>
                    <a:pt x="544" y="52"/>
                  </a:cubicBezTo>
                  <a:cubicBezTo>
                    <a:pt x="544" y="43"/>
                    <a:pt x="541" y="28"/>
                    <a:pt x="535" y="24"/>
                  </a:cubicBezTo>
                  <a:cubicBezTo>
                    <a:pt x="530" y="20"/>
                    <a:pt x="530" y="5"/>
                    <a:pt x="527" y="3"/>
                  </a:cubicBezTo>
                  <a:cubicBezTo>
                    <a:pt x="524" y="0"/>
                    <a:pt x="515" y="10"/>
                    <a:pt x="515" y="15"/>
                  </a:cubicBezTo>
                  <a:cubicBezTo>
                    <a:pt x="516" y="21"/>
                    <a:pt x="515" y="26"/>
                    <a:pt x="511" y="30"/>
                  </a:cubicBezTo>
                  <a:cubicBezTo>
                    <a:pt x="508" y="33"/>
                    <a:pt x="514" y="45"/>
                    <a:pt x="509" y="49"/>
                  </a:cubicBezTo>
                  <a:cubicBezTo>
                    <a:pt x="504" y="53"/>
                    <a:pt x="508" y="71"/>
                    <a:pt x="507" y="80"/>
                  </a:cubicBezTo>
                  <a:cubicBezTo>
                    <a:pt x="506" y="90"/>
                    <a:pt x="506" y="101"/>
                    <a:pt x="502" y="107"/>
                  </a:cubicBezTo>
                  <a:cubicBezTo>
                    <a:pt x="497" y="114"/>
                    <a:pt x="496" y="125"/>
                    <a:pt x="487" y="128"/>
                  </a:cubicBezTo>
                  <a:cubicBezTo>
                    <a:pt x="478" y="132"/>
                    <a:pt x="465" y="124"/>
                    <a:pt x="465" y="119"/>
                  </a:cubicBezTo>
                  <a:cubicBezTo>
                    <a:pt x="466" y="114"/>
                    <a:pt x="455" y="111"/>
                    <a:pt x="450" y="112"/>
                  </a:cubicBezTo>
                  <a:cubicBezTo>
                    <a:pt x="444" y="112"/>
                    <a:pt x="441" y="105"/>
                    <a:pt x="433" y="98"/>
                  </a:cubicBezTo>
                  <a:cubicBezTo>
                    <a:pt x="424" y="91"/>
                    <a:pt x="417" y="100"/>
                    <a:pt x="415" y="92"/>
                  </a:cubicBezTo>
                  <a:cubicBezTo>
                    <a:pt x="412" y="84"/>
                    <a:pt x="409" y="83"/>
                    <a:pt x="403" y="78"/>
                  </a:cubicBezTo>
                  <a:cubicBezTo>
                    <a:pt x="397" y="74"/>
                    <a:pt x="399" y="74"/>
                    <a:pt x="404" y="70"/>
                  </a:cubicBezTo>
                  <a:cubicBezTo>
                    <a:pt x="410" y="66"/>
                    <a:pt x="409" y="60"/>
                    <a:pt x="406" y="55"/>
                  </a:cubicBezTo>
                  <a:cubicBezTo>
                    <a:pt x="403" y="50"/>
                    <a:pt x="409" y="51"/>
                    <a:pt x="417" y="47"/>
                  </a:cubicBezTo>
                  <a:cubicBezTo>
                    <a:pt x="425" y="42"/>
                    <a:pt x="417" y="37"/>
                    <a:pt x="423" y="35"/>
                  </a:cubicBezTo>
                  <a:cubicBezTo>
                    <a:pt x="429" y="33"/>
                    <a:pt x="425" y="28"/>
                    <a:pt x="419" y="26"/>
                  </a:cubicBezTo>
                  <a:cubicBezTo>
                    <a:pt x="413" y="25"/>
                    <a:pt x="415" y="33"/>
                    <a:pt x="413" y="33"/>
                  </a:cubicBezTo>
                  <a:cubicBezTo>
                    <a:pt x="410" y="34"/>
                    <a:pt x="408" y="24"/>
                    <a:pt x="406" y="24"/>
                  </a:cubicBezTo>
                  <a:cubicBezTo>
                    <a:pt x="404" y="24"/>
                    <a:pt x="397" y="35"/>
                    <a:pt x="393" y="30"/>
                  </a:cubicBezTo>
                  <a:cubicBezTo>
                    <a:pt x="389" y="24"/>
                    <a:pt x="367" y="20"/>
                    <a:pt x="358" y="19"/>
                  </a:cubicBezTo>
                  <a:cubicBezTo>
                    <a:pt x="350" y="18"/>
                    <a:pt x="347" y="7"/>
                    <a:pt x="342" y="9"/>
                  </a:cubicBezTo>
                  <a:cubicBezTo>
                    <a:pt x="337" y="11"/>
                    <a:pt x="343" y="14"/>
                    <a:pt x="348" y="21"/>
                  </a:cubicBezTo>
                  <a:cubicBezTo>
                    <a:pt x="354" y="27"/>
                    <a:pt x="329" y="31"/>
                    <a:pt x="321" y="29"/>
                  </a:cubicBezTo>
                  <a:cubicBezTo>
                    <a:pt x="314" y="26"/>
                    <a:pt x="323" y="34"/>
                    <a:pt x="316" y="34"/>
                  </a:cubicBezTo>
                  <a:cubicBezTo>
                    <a:pt x="310" y="33"/>
                    <a:pt x="309" y="44"/>
                    <a:pt x="304" y="50"/>
                  </a:cubicBezTo>
                  <a:cubicBezTo>
                    <a:pt x="299" y="55"/>
                    <a:pt x="302" y="59"/>
                    <a:pt x="297" y="63"/>
                  </a:cubicBezTo>
                  <a:cubicBezTo>
                    <a:pt x="291" y="66"/>
                    <a:pt x="291" y="70"/>
                    <a:pt x="298" y="78"/>
                  </a:cubicBezTo>
                  <a:cubicBezTo>
                    <a:pt x="304" y="85"/>
                    <a:pt x="294" y="85"/>
                    <a:pt x="289" y="80"/>
                  </a:cubicBezTo>
                  <a:cubicBezTo>
                    <a:pt x="283" y="74"/>
                    <a:pt x="277" y="74"/>
                    <a:pt x="277" y="80"/>
                  </a:cubicBezTo>
                  <a:cubicBezTo>
                    <a:pt x="278" y="87"/>
                    <a:pt x="270" y="84"/>
                    <a:pt x="271" y="76"/>
                  </a:cubicBezTo>
                  <a:cubicBezTo>
                    <a:pt x="273" y="69"/>
                    <a:pt x="263" y="73"/>
                    <a:pt x="262" y="68"/>
                  </a:cubicBezTo>
                  <a:cubicBezTo>
                    <a:pt x="260" y="64"/>
                    <a:pt x="252" y="57"/>
                    <a:pt x="247" y="57"/>
                  </a:cubicBezTo>
                  <a:cubicBezTo>
                    <a:pt x="242" y="58"/>
                    <a:pt x="242" y="63"/>
                    <a:pt x="237" y="63"/>
                  </a:cubicBezTo>
                  <a:cubicBezTo>
                    <a:pt x="231" y="63"/>
                    <a:pt x="230" y="66"/>
                    <a:pt x="231" y="71"/>
                  </a:cubicBezTo>
                  <a:cubicBezTo>
                    <a:pt x="232" y="77"/>
                    <a:pt x="223" y="71"/>
                    <a:pt x="217" y="72"/>
                  </a:cubicBezTo>
                  <a:cubicBezTo>
                    <a:pt x="212" y="73"/>
                    <a:pt x="217" y="79"/>
                    <a:pt x="214" y="80"/>
                  </a:cubicBezTo>
                  <a:cubicBezTo>
                    <a:pt x="211" y="80"/>
                    <a:pt x="211" y="85"/>
                    <a:pt x="206" y="85"/>
                  </a:cubicBezTo>
                  <a:cubicBezTo>
                    <a:pt x="201" y="85"/>
                    <a:pt x="202" y="97"/>
                    <a:pt x="203" y="103"/>
                  </a:cubicBezTo>
                  <a:cubicBezTo>
                    <a:pt x="203" y="109"/>
                    <a:pt x="195" y="100"/>
                    <a:pt x="190" y="102"/>
                  </a:cubicBezTo>
                  <a:cubicBezTo>
                    <a:pt x="185" y="103"/>
                    <a:pt x="191" y="108"/>
                    <a:pt x="192" y="115"/>
                  </a:cubicBezTo>
                  <a:cubicBezTo>
                    <a:pt x="194" y="121"/>
                    <a:pt x="190" y="121"/>
                    <a:pt x="187" y="124"/>
                  </a:cubicBezTo>
                  <a:cubicBezTo>
                    <a:pt x="184" y="127"/>
                    <a:pt x="180" y="116"/>
                    <a:pt x="180" y="111"/>
                  </a:cubicBezTo>
                  <a:cubicBezTo>
                    <a:pt x="180" y="105"/>
                    <a:pt x="173" y="110"/>
                    <a:pt x="166" y="118"/>
                  </a:cubicBezTo>
                  <a:cubicBezTo>
                    <a:pt x="159" y="125"/>
                    <a:pt x="169" y="136"/>
                    <a:pt x="165" y="138"/>
                  </a:cubicBezTo>
                  <a:cubicBezTo>
                    <a:pt x="162" y="140"/>
                    <a:pt x="148" y="154"/>
                    <a:pt x="140" y="163"/>
                  </a:cubicBezTo>
                  <a:cubicBezTo>
                    <a:pt x="132" y="173"/>
                    <a:pt x="114" y="167"/>
                    <a:pt x="109" y="172"/>
                  </a:cubicBezTo>
                  <a:cubicBezTo>
                    <a:pt x="103" y="177"/>
                    <a:pt x="97" y="173"/>
                    <a:pt x="92" y="177"/>
                  </a:cubicBezTo>
                  <a:cubicBezTo>
                    <a:pt x="86" y="182"/>
                    <a:pt x="76" y="190"/>
                    <a:pt x="75" y="185"/>
                  </a:cubicBezTo>
                  <a:cubicBezTo>
                    <a:pt x="74" y="180"/>
                    <a:pt x="60" y="184"/>
                    <a:pt x="54" y="190"/>
                  </a:cubicBezTo>
                  <a:cubicBezTo>
                    <a:pt x="48" y="196"/>
                    <a:pt x="39" y="202"/>
                    <a:pt x="32" y="202"/>
                  </a:cubicBezTo>
                  <a:cubicBezTo>
                    <a:pt x="25" y="202"/>
                    <a:pt x="25" y="213"/>
                    <a:pt x="23" y="215"/>
                  </a:cubicBezTo>
                  <a:cubicBezTo>
                    <a:pt x="20" y="217"/>
                    <a:pt x="21" y="207"/>
                    <a:pt x="21" y="204"/>
                  </a:cubicBezTo>
                  <a:cubicBezTo>
                    <a:pt x="21" y="201"/>
                    <a:pt x="14" y="209"/>
                    <a:pt x="12" y="217"/>
                  </a:cubicBezTo>
                  <a:cubicBezTo>
                    <a:pt x="9" y="225"/>
                    <a:pt x="18" y="228"/>
                    <a:pt x="12" y="237"/>
                  </a:cubicBezTo>
                  <a:cubicBezTo>
                    <a:pt x="7" y="245"/>
                    <a:pt x="1" y="254"/>
                    <a:pt x="9" y="265"/>
                  </a:cubicBezTo>
                  <a:cubicBezTo>
                    <a:pt x="18" y="276"/>
                    <a:pt x="22" y="283"/>
                    <a:pt x="20" y="288"/>
                  </a:cubicBezTo>
                  <a:cubicBezTo>
                    <a:pt x="17" y="294"/>
                    <a:pt x="11" y="278"/>
                    <a:pt x="9" y="279"/>
                  </a:cubicBezTo>
                  <a:cubicBezTo>
                    <a:pt x="7" y="281"/>
                    <a:pt x="16" y="288"/>
                    <a:pt x="14" y="292"/>
                  </a:cubicBezTo>
                  <a:cubicBezTo>
                    <a:pt x="12" y="296"/>
                    <a:pt x="3" y="279"/>
                    <a:pt x="2" y="283"/>
                  </a:cubicBezTo>
                  <a:cubicBezTo>
                    <a:pt x="0" y="286"/>
                    <a:pt x="19" y="313"/>
                    <a:pt x="20" y="323"/>
                  </a:cubicBezTo>
                  <a:cubicBezTo>
                    <a:pt x="20" y="332"/>
                    <a:pt x="35" y="342"/>
                    <a:pt x="34" y="356"/>
                  </a:cubicBezTo>
                  <a:cubicBezTo>
                    <a:pt x="34" y="370"/>
                    <a:pt x="48" y="393"/>
                    <a:pt x="50" y="396"/>
                  </a:cubicBezTo>
                  <a:cubicBezTo>
                    <a:pt x="52" y="400"/>
                    <a:pt x="45" y="409"/>
                    <a:pt x="46" y="419"/>
                  </a:cubicBezTo>
                  <a:cubicBezTo>
                    <a:pt x="48" y="430"/>
                    <a:pt x="43" y="434"/>
                    <a:pt x="36" y="434"/>
                  </a:cubicBezTo>
                  <a:cubicBezTo>
                    <a:pt x="29" y="434"/>
                    <a:pt x="33" y="445"/>
                    <a:pt x="41" y="446"/>
                  </a:cubicBezTo>
                  <a:cubicBezTo>
                    <a:pt x="48" y="446"/>
                    <a:pt x="45" y="452"/>
                    <a:pt x="54" y="457"/>
                  </a:cubicBezTo>
                  <a:cubicBezTo>
                    <a:pt x="62" y="463"/>
                    <a:pt x="81" y="461"/>
                    <a:pt x="88" y="461"/>
                  </a:cubicBezTo>
                  <a:cubicBezTo>
                    <a:pt x="95" y="461"/>
                    <a:pt x="97" y="450"/>
                    <a:pt x="106" y="450"/>
                  </a:cubicBezTo>
                  <a:cubicBezTo>
                    <a:pt x="115" y="450"/>
                    <a:pt x="114" y="447"/>
                    <a:pt x="118" y="441"/>
                  </a:cubicBezTo>
                  <a:cubicBezTo>
                    <a:pt x="122" y="436"/>
                    <a:pt x="143" y="437"/>
                    <a:pt x="163" y="439"/>
                  </a:cubicBezTo>
                  <a:cubicBezTo>
                    <a:pt x="184" y="440"/>
                    <a:pt x="193" y="434"/>
                    <a:pt x="196" y="425"/>
                  </a:cubicBezTo>
                  <a:cubicBezTo>
                    <a:pt x="199" y="418"/>
                    <a:pt x="214" y="417"/>
                    <a:pt x="220" y="412"/>
                  </a:cubicBezTo>
                  <a:cubicBezTo>
                    <a:pt x="226" y="406"/>
                    <a:pt x="231" y="406"/>
                    <a:pt x="246" y="407"/>
                  </a:cubicBezTo>
                  <a:cubicBezTo>
                    <a:pt x="261" y="407"/>
                    <a:pt x="275" y="399"/>
                    <a:pt x="285" y="395"/>
                  </a:cubicBezTo>
                  <a:cubicBezTo>
                    <a:pt x="295" y="391"/>
                    <a:pt x="313" y="393"/>
                    <a:pt x="322" y="391"/>
                  </a:cubicBezTo>
                  <a:cubicBezTo>
                    <a:pt x="332" y="388"/>
                    <a:pt x="333" y="402"/>
                    <a:pt x="344" y="401"/>
                  </a:cubicBezTo>
                  <a:cubicBezTo>
                    <a:pt x="354" y="400"/>
                    <a:pt x="359" y="404"/>
                    <a:pt x="364" y="404"/>
                  </a:cubicBezTo>
                  <a:cubicBezTo>
                    <a:pt x="370" y="403"/>
                    <a:pt x="369" y="408"/>
                    <a:pt x="375" y="409"/>
                  </a:cubicBezTo>
                  <a:cubicBezTo>
                    <a:pt x="380" y="410"/>
                    <a:pt x="379" y="415"/>
                    <a:pt x="376" y="420"/>
                  </a:cubicBezTo>
                  <a:cubicBezTo>
                    <a:pt x="372" y="425"/>
                    <a:pt x="384" y="425"/>
                    <a:pt x="391" y="435"/>
                  </a:cubicBezTo>
                  <a:cubicBezTo>
                    <a:pt x="399" y="445"/>
                    <a:pt x="392" y="446"/>
                    <a:pt x="396" y="454"/>
                  </a:cubicBezTo>
                  <a:cubicBezTo>
                    <a:pt x="400" y="462"/>
                    <a:pt x="402" y="460"/>
                    <a:pt x="410" y="449"/>
                  </a:cubicBezTo>
                  <a:cubicBezTo>
                    <a:pt x="418" y="438"/>
                    <a:pt x="427" y="445"/>
                    <a:pt x="428" y="436"/>
                  </a:cubicBezTo>
                  <a:cubicBezTo>
                    <a:pt x="429" y="427"/>
                    <a:pt x="437" y="416"/>
                    <a:pt x="443" y="420"/>
                  </a:cubicBezTo>
                  <a:cubicBezTo>
                    <a:pt x="448" y="425"/>
                    <a:pt x="439" y="427"/>
                    <a:pt x="435" y="445"/>
                  </a:cubicBezTo>
                  <a:cubicBezTo>
                    <a:pt x="432" y="463"/>
                    <a:pt x="425" y="454"/>
                    <a:pt x="424" y="459"/>
                  </a:cubicBezTo>
                  <a:cubicBezTo>
                    <a:pt x="423" y="464"/>
                    <a:pt x="441" y="467"/>
                    <a:pt x="441" y="457"/>
                  </a:cubicBezTo>
                  <a:cubicBezTo>
                    <a:pt x="441" y="448"/>
                    <a:pt x="444" y="444"/>
                    <a:pt x="451" y="452"/>
                  </a:cubicBezTo>
                  <a:cubicBezTo>
                    <a:pt x="457" y="461"/>
                    <a:pt x="447" y="468"/>
                    <a:pt x="448" y="472"/>
                  </a:cubicBezTo>
                  <a:cubicBezTo>
                    <a:pt x="450" y="476"/>
                    <a:pt x="457" y="471"/>
                    <a:pt x="461" y="471"/>
                  </a:cubicBezTo>
                  <a:cubicBezTo>
                    <a:pt x="468" y="472"/>
                    <a:pt x="478" y="487"/>
                    <a:pt x="476" y="495"/>
                  </a:cubicBezTo>
                  <a:cubicBezTo>
                    <a:pt x="474" y="504"/>
                    <a:pt x="472" y="511"/>
                    <a:pt x="485" y="518"/>
                  </a:cubicBezTo>
                  <a:cubicBezTo>
                    <a:pt x="499" y="525"/>
                    <a:pt x="494" y="526"/>
                    <a:pt x="503" y="526"/>
                  </a:cubicBezTo>
                  <a:cubicBezTo>
                    <a:pt x="513" y="526"/>
                    <a:pt x="533" y="534"/>
                    <a:pt x="539" y="538"/>
                  </a:cubicBezTo>
                  <a:cubicBezTo>
                    <a:pt x="544" y="543"/>
                    <a:pt x="558" y="535"/>
                    <a:pt x="561" y="526"/>
                  </a:cubicBezTo>
                  <a:cubicBezTo>
                    <a:pt x="564" y="516"/>
                    <a:pt x="574" y="525"/>
                    <a:pt x="569" y="528"/>
                  </a:cubicBezTo>
                  <a:cubicBezTo>
                    <a:pt x="563" y="531"/>
                    <a:pt x="571" y="539"/>
                    <a:pt x="572" y="534"/>
                  </a:cubicBezTo>
                  <a:cubicBezTo>
                    <a:pt x="572" y="529"/>
                    <a:pt x="575" y="524"/>
                    <a:pt x="576" y="530"/>
                  </a:cubicBezTo>
                  <a:cubicBezTo>
                    <a:pt x="578" y="536"/>
                    <a:pt x="585" y="536"/>
                    <a:pt x="588" y="541"/>
                  </a:cubicBezTo>
                  <a:cubicBezTo>
                    <a:pt x="591" y="545"/>
                    <a:pt x="594" y="549"/>
                    <a:pt x="594" y="545"/>
                  </a:cubicBezTo>
                  <a:cubicBezTo>
                    <a:pt x="594" y="541"/>
                    <a:pt x="596" y="538"/>
                    <a:pt x="602" y="535"/>
                  </a:cubicBezTo>
                  <a:cubicBezTo>
                    <a:pt x="608" y="533"/>
                    <a:pt x="612" y="529"/>
                    <a:pt x="619" y="523"/>
                  </a:cubicBezTo>
                  <a:cubicBezTo>
                    <a:pt x="625" y="518"/>
                    <a:pt x="653" y="516"/>
                    <a:pt x="655" y="516"/>
                  </a:cubicBezTo>
                  <a:cubicBezTo>
                    <a:pt x="658" y="516"/>
                    <a:pt x="660" y="493"/>
                    <a:pt x="661" y="481"/>
                  </a:cubicBezTo>
                  <a:cubicBezTo>
                    <a:pt x="663" y="469"/>
                    <a:pt x="673" y="467"/>
                    <a:pt x="675" y="454"/>
                  </a:cubicBezTo>
                  <a:cubicBezTo>
                    <a:pt x="676" y="441"/>
                    <a:pt x="690" y="417"/>
                    <a:pt x="693" y="416"/>
                  </a:cubicBezTo>
                  <a:cubicBezTo>
                    <a:pt x="697" y="415"/>
                    <a:pt x="704" y="411"/>
                    <a:pt x="704" y="404"/>
                  </a:cubicBezTo>
                  <a:cubicBezTo>
                    <a:pt x="704" y="396"/>
                    <a:pt x="713" y="388"/>
                    <a:pt x="713" y="379"/>
                  </a:cubicBezTo>
                  <a:cubicBezTo>
                    <a:pt x="713" y="370"/>
                    <a:pt x="718" y="360"/>
                    <a:pt x="718" y="357"/>
                  </a:cubicBezTo>
                  <a:cubicBezTo>
                    <a:pt x="717" y="354"/>
                    <a:pt x="714" y="346"/>
                    <a:pt x="720" y="339"/>
                  </a:cubicBezTo>
                  <a:cubicBezTo>
                    <a:pt x="725" y="333"/>
                    <a:pt x="717" y="326"/>
                    <a:pt x="720" y="323"/>
                  </a:cubicBezTo>
                  <a:close/>
                  <a:moveTo>
                    <a:pt x="328" y="17"/>
                  </a:moveTo>
                  <a:cubicBezTo>
                    <a:pt x="328" y="12"/>
                    <a:pt x="300" y="18"/>
                    <a:pt x="306" y="22"/>
                  </a:cubicBezTo>
                  <a:cubicBezTo>
                    <a:pt x="310" y="26"/>
                    <a:pt x="329" y="22"/>
                    <a:pt x="328" y="17"/>
                  </a:cubicBezTo>
                  <a:close/>
                  <a:moveTo>
                    <a:pt x="416" y="480"/>
                  </a:moveTo>
                  <a:cubicBezTo>
                    <a:pt x="421" y="484"/>
                    <a:pt x="435" y="483"/>
                    <a:pt x="438" y="477"/>
                  </a:cubicBezTo>
                  <a:cubicBezTo>
                    <a:pt x="440" y="472"/>
                    <a:pt x="413" y="477"/>
                    <a:pt x="416" y="480"/>
                  </a:cubicBezTo>
                  <a:close/>
                  <a:moveTo>
                    <a:pt x="593" y="589"/>
                  </a:moveTo>
                  <a:cubicBezTo>
                    <a:pt x="583" y="590"/>
                    <a:pt x="567" y="579"/>
                    <a:pt x="563" y="580"/>
                  </a:cubicBezTo>
                  <a:cubicBezTo>
                    <a:pt x="559" y="581"/>
                    <a:pt x="577" y="608"/>
                    <a:pt x="571" y="615"/>
                  </a:cubicBezTo>
                  <a:cubicBezTo>
                    <a:pt x="566" y="623"/>
                    <a:pt x="587" y="642"/>
                    <a:pt x="595" y="643"/>
                  </a:cubicBezTo>
                  <a:cubicBezTo>
                    <a:pt x="602" y="644"/>
                    <a:pt x="600" y="635"/>
                    <a:pt x="605" y="636"/>
                  </a:cubicBezTo>
                  <a:cubicBezTo>
                    <a:pt x="610" y="636"/>
                    <a:pt x="608" y="631"/>
                    <a:pt x="609" y="627"/>
                  </a:cubicBezTo>
                  <a:cubicBezTo>
                    <a:pt x="609" y="623"/>
                    <a:pt x="614" y="631"/>
                    <a:pt x="619" y="629"/>
                  </a:cubicBezTo>
                  <a:cubicBezTo>
                    <a:pt x="623" y="626"/>
                    <a:pt x="618" y="610"/>
                    <a:pt x="624" y="610"/>
                  </a:cubicBezTo>
                  <a:cubicBezTo>
                    <a:pt x="630" y="610"/>
                    <a:pt x="625" y="589"/>
                    <a:pt x="623" y="583"/>
                  </a:cubicBezTo>
                  <a:cubicBezTo>
                    <a:pt x="621" y="576"/>
                    <a:pt x="604" y="588"/>
                    <a:pt x="593" y="589"/>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5" name="Google Shape;315;p31"/>
            <p:cNvSpPr/>
            <p:nvPr/>
          </p:nvSpPr>
          <p:spPr>
            <a:xfrm>
              <a:off x="8487076" y="4105412"/>
              <a:ext cx="282585" cy="328624"/>
            </a:xfrm>
            <a:custGeom>
              <a:avLst/>
              <a:gdLst/>
              <a:ahLst/>
              <a:cxnLst/>
              <a:rect l="l" t="t" r="r" b="b"/>
              <a:pathLst>
                <a:path w="220" h="263" extrusionOk="0">
                  <a:moveTo>
                    <a:pt x="136" y="127"/>
                  </a:moveTo>
                  <a:cubicBezTo>
                    <a:pt x="130" y="123"/>
                    <a:pt x="128" y="129"/>
                    <a:pt x="122" y="132"/>
                  </a:cubicBezTo>
                  <a:cubicBezTo>
                    <a:pt x="116" y="134"/>
                    <a:pt x="112" y="119"/>
                    <a:pt x="105" y="125"/>
                  </a:cubicBezTo>
                  <a:cubicBezTo>
                    <a:pt x="97" y="130"/>
                    <a:pt x="104" y="133"/>
                    <a:pt x="96" y="140"/>
                  </a:cubicBezTo>
                  <a:cubicBezTo>
                    <a:pt x="87" y="147"/>
                    <a:pt x="91" y="149"/>
                    <a:pt x="81" y="165"/>
                  </a:cubicBezTo>
                  <a:cubicBezTo>
                    <a:pt x="71" y="180"/>
                    <a:pt x="38" y="188"/>
                    <a:pt x="33" y="197"/>
                  </a:cubicBezTo>
                  <a:cubicBezTo>
                    <a:pt x="28" y="205"/>
                    <a:pt x="11" y="211"/>
                    <a:pt x="10" y="218"/>
                  </a:cubicBezTo>
                  <a:cubicBezTo>
                    <a:pt x="10" y="224"/>
                    <a:pt x="0" y="228"/>
                    <a:pt x="6" y="237"/>
                  </a:cubicBezTo>
                  <a:cubicBezTo>
                    <a:pt x="10" y="244"/>
                    <a:pt x="17" y="239"/>
                    <a:pt x="22" y="244"/>
                  </a:cubicBezTo>
                  <a:cubicBezTo>
                    <a:pt x="27" y="249"/>
                    <a:pt x="32" y="245"/>
                    <a:pt x="34" y="249"/>
                  </a:cubicBezTo>
                  <a:cubicBezTo>
                    <a:pt x="37" y="253"/>
                    <a:pt x="54" y="253"/>
                    <a:pt x="67" y="242"/>
                  </a:cubicBezTo>
                  <a:cubicBezTo>
                    <a:pt x="80" y="230"/>
                    <a:pt x="73" y="224"/>
                    <a:pt x="78" y="221"/>
                  </a:cubicBezTo>
                  <a:cubicBezTo>
                    <a:pt x="84" y="218"/>
                    <a:pt x="84" y="209"/>
                    <a:pt x="87" y="203"/>
                  </a:cubicBezTo>
                  <a:cubicBezTo>
                    <a:pt x="91" y="197"/>
                    <a:pt x="93" y="191"/>
                    <a:pt x="107" y="191"/>
                  </a:cubicBezTo>
                  <a:cubicBezTo>
                    <a:pt x="121" y="191"/>
                    <a:pt x="114" y="188"/>
                    <a:pt x="113" y="181"/>
                  </a:cubicBezTo>
                  <a:cubicBezTo>
                    <a:pt x="112" y="175"/>
                    <a:pt x="125" y="174"/>
                    <a:pt x="125" y="165"/>
                  </a:cubicBezTo>
                  <a:cubicBezTo>
                    <a:pt x="125" y="156"/>
                    <a:pt x="142" y="148"/>
                    <a:pt x="138" y="142"/>
                  </a:cubicBezTo>
                  <a:cubicBezTo>
                    <a:pt x="135" y="135"/>
                    <a:pt x="141" y="131"/>
                    <a:pt x="136" y="127"/>
                  </a:cubicBezTo>
                  <a:close/>
                  <a:moveTo>
                    <a:pt x="23" y="262"/>
                  </a:moveTo>
                  <a:cubicBezTo>
                    <a:pt x="26" y="263"/>
                    <a:pt x="35" y="261"/>
                    <a:pt x="30" y="254"/>
                  </a:cubicBezTo>
                  <a:cubicBezTo>
                    <a:pt x="24" y="248"/>
                    <a:pt x="16" y="260"/>
                    <a:pt x="23" y="262"/>
                  </a:cubicBezTo>
                  <a:close/>
                  <a:moveTo>
                    <a:pt x="200" y="64"/>
                  </a:moveTo>
                  <a:cubicBezTo>
                    <a:pt x="196" y="70"/>
                    <a:pt x="189" y="63"/>
                    <a:pt x="182" y="63"/>
                  </a:cubicBezTo>
                  <a:cubicBezTo>
                    <a:pt x="176" y="63"/>
                    <a:pt x="172" y="58"/>
                    <a:pt x="172" y="52"/>
                  </a:cubicBezTo>
                  <a:cubicBezTo>
                    <a:pt x="172" y="46"/>
                    <a:pt x="170" y="38"/>
                    <a:pt x="164" y="38"/>
                  </a:cubicBezTo>
                  <a:cubicBezTo>
                    <a:pt x="158" y="39"/>
                    <a:pt x="166" y="45"/>
                    <a:pt x="164" y="48"/>
                  </a:cubicBezTo>
                  <a:cubicBezTo>
                    <a:pt x="161" y="51"/>
                    <a:pt x="160" y="44"/>
                    <a:pt x="157" y="44"/>
                  </a:cubicBezTo>
                  <a:cubicBezTo>
                    <a:pt x="154" y="44"/>
                    <a:pt x="150" y="40"/>
                    <a:pt x="150" y="32"/>
                  </a:cubicBezTo>
                  <a:cubicBezTo>
                    <a:pt x="150" y="24"/>
                    <a:pt x="143" y="25"/>
                    <a:pt x="143" y="16"/>
                  </a:cubicBezTo>
                  <a:cubicBezTo>
                    <a:pt x="143" y="7"/>
                    <a:pt x="129" y="0"/>
                    <a:pt x="121" y="0"/>
                  </a:cubicBezTo>
                  <a:cubicBezTo>
                    <a:pt x="114" y="0"/>
                    <a:pt x="123" y="14"/>
                    <a:pt x="127" y="19"/>
                  </a:cubicBezTo>
                  <a:cubicBezTo>
                    <a:pt x="131" y="24"/>
                    <a:pt x="139" y="28"/>
                    <a:pt x="139" y="32"/>
                  </a:cubicBezTo>
                  <a:cubicBezTo>
                    <a:pt x="139" y="35"/>
                    <a:pt x="145" y="44"/>
                    <a:pt x="150" y="46"/>
                  </a:cubicBezTo>
                  <a:cubicBezTo>
                    <a:pt x="154" y="47"/>
                    <a:pt x="147" y="61"/>
                    <a:pt x="147" y="72"/>
                  </a:cubicBezTo>
                  <a:cubicBezTo>
                    <a:pt x="147" y="83"/>
                    <a:pt x="138" y="81"/>
                    <a:pt x="132" y="88"/>
                  </a:cubicBezTo>
                  <a:cubicBezTo>
                    <a:pt x="127" y="95"/>
                    <a:pt x="147" y="102"/>
                    <a:pt x="156" y="109"/>
                  </a:cubicBezTo>
                  <a:cubicBezTo>
                    <a:pt x="164" y="116"/>
                    <a:pt x="149" y="133"/>
                    <a:pt x="151" y="137"/>
                  </a:cubicBezTo>
                  <a:cubicBezTo>
                    <a:pt x="152" y="139"/>
                    <a:pt x="158" y="142"/>
                    <a:pt x="167" y="139"/>
                  </a:cubicBezTo>
                  <a:cubicBezTo>
                    <a:pt x="176" y="137"/>
                    <a:pt x="180" y="118"/>
                    <a:pt x="186" y="112"/>
                  </a:cubicBezTo>
                  <a:cubicBezTo>
                    <a:pt x="193" y="107"/>
                    <a:pt x="189" y="98"/>
                    <a:pt x="192" y="94"/>
                  </a:cubicBezTo>
                  <a:cubicBezTo>
                    <a:pt x="195" y="89"/>
                    <a:pt x="199" y="90"/>
                    <a:pt x="204" y="90"/>
                  </a:cubicBezTo>
                  <a:cubicBezTo>
                    <a:pt x="208" y="90"/>
                    <a:pt x="206" y="79"/>
                    <a:pt x="211" y="79"/>
                  </a:cubicBezTo>
                  <a:cubicBezTo>
                    <a:pt x="217" y="79"/>
                    <a:pt x="214" y="72"/>
                    <a:pt x="217" y="64"/>
                  </a:cubicBezTo>
                  <a:cubicBezTo>
                    <a:pt x="220" y="55"/>
                    <a:pt x="203" y="58"/>
                    <a:pt x="200" y="6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6" name="Google Shape;316;p31"/>
            <p:cNvSpPr/>
            <p:nvPr/>
          </p:nvSpPr>
          <p:spPr>
            <a:xfrm>
              <a:off x="8734735" y="3659310"/>
              <a:ext cx="61915" cy="53977"/>
            </a:xfrm>
            <a:custGeom>
              <a:avLst/>
              <a:gdLst/>
              <a:ahLst/>
              <a:cxnLst/>
              <a:rect l="l" t="t" r="r" b="b"/>
              <a:pathLst>
                <a:path w="48" h="43" extrusionOk="0">
                  <a:moveTo>
                    <a:pt x="6" y="37"/>
                  </a:moveTo>
                  <a:cubicBezTo>
                    <a:pt x="12" y="43"/>
                    <a:pt x="25" y="43"/>
                    <a:pt x="26" y="31"/>
                  </a:cubicBezTo>
                  <a:cubicBezTo>
                    <a:pt x="26" y="20"/>
                    <a:pt x="0" y="31"/>
                    <a:pt x="6" y="37"/>
                  </a:cubicBezTo>
                  <a:close/>
                  <a:moveTo>
                    <a:pt x="30" y="16"/>
                  </a:moveTo>
                  <a:cubicBezTo>
                    <a:pt x="34" y="18"/>
                    <a:pt x="48" y="13"/>
                    <a:pt x="48" y="6"/>
                  </a:cubicBezTo>
                  <a:cubicBezTo>
                    <a:pt x="48" y="0"/>
                    <a:pt x="23" y="14"/>
                    <a:pt x="30" y="1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7" name="Google Shape;317;p31"/>
            <p:cNvSpPr/>
            <p:nvPr/>
          </p:nvSpPr>
          <p:spPr>
            <a:xfrm>
              <a:off x="8436274" y="3749800"/>
              <a:ext cx="76203" cy="58739"/>
            </a:xfrm>
            <a:custGeom>
              <a:avLst/>
              <a:gdLst/>
              <a:ahLst/>
              <a:cxnLst/>
              <a:rect l="l" t="t" r="r" b="b"/>
              <a:pathLst>
                <a:path w="59" h="46" extrusionOk="0">
                  <a:moveTo>
                    <a:pt x="1" y="6"/>
                  </a:moveTo>
                  <a:cubicBezTo>
                    <a:pt x="0" y="0"/>
                    <a:pt x="59" y="37"/>
                    <a:pt x="52" y="42"/>
                  </a:cubicBezTo>
                  <a:cubicBezTo>
                    <a:pt x="46" y="46"/>
                    <a:pt x="2" y="12"/>
                    <a:pt x="1" y="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18" name="Google Shape;318;p31"/>
            <p:cNvSpPr/>
            <p:nvPr/>
          </p:nvSpPr>
          <p:spPr>
            <a:xfrm>
              <a:off x="7525017" y="3475153"/>
              <a:ext cx="74615" cy="30164"/>
            </a:xfrm>
            <a:custGeom>
              <a:avLst/>
              <a:gdLst/>
              <a:ahLst/>
              <a:cxnLst/>
              <a:rect l="l" t="t" r="r" b="b"/>
              <a:pathLst>
                <a:path w="58" h="24" extrusionOk="0">
                  <a:moveTo>
                    <a:pt x="6" y="18"/>
                  </a:moveTo>
                  <a:cubicBezTo>
                    <a:pt x="3" y="19"/>
                    <a:pt x="2" y="19"/>
                    <a:pt x="0" y="20"/>
                  </a:cubicBezTo>
                  <a:cubicBezTo>
                    <a:pt x="2" y="22"/>
                    <a:pt x="4" y="24"/>
                    <a:pt x="6" y="23"/>
                  </a:cubicBezTo>
                  <a:cubicBezTo>
                    <a:pt x="7" y="22"/>
                    <a:pt x="7" y="20"/>
                    <a:pt x="8" y="18"/>
                  </a:cubicBezTo>
                  <a:cubicBezTo>
                    <a:pt x="7" y="18"/>
                    <a:pt x="7" y="18"/>
                    <a:pt x="6" y="18"/>
                  </a:cubicBezTo>
                  <a:cubicBezTo>
                    <a:pt x="6" y="18"/>
                    <a:pt x="6" y="18"/>
                    <a:pt x="6" y="18"/>
                  </a:cubicBezTo>
                  <a:close/>
                  <a:moveTo>
                    <a:pt x="31" y="5"/>
                  </a:moveTo>
                  <a:cubicBezTo>
                    <a:pt x="23" y="4"/>
                    <a:pt x="21" y="10"/>
                    <a:pt x="15" y="14"/>
                  </a:cubicBezTo>
                  <a:cubicBezTo>
                    <a:pt x="15" y="15"/>
                    <a:pt x="14" y="15"/>
                    <a:pt x="14" y="15"/>
                  </a:cubicBezTo>
                  <a:cubicBezTo>
                    <a:pt x="16" y="17"/>
                    <a:pt x="18" y="19"/>
                    <a:pt x="19" y="21"/>
                  </a:cubicBezTo>
                  <a:cubicBezTo>
                    <a:pt x="30" y="15"/>
                    <a:pt x="55" y="8"/>
                    <a:pt x="57" y="4"/>
                  </a:cubicBezTo>
                  <a:cubicBezTo>
                    <a:pt x="58" y="0"/>
                    <a:pt x="41" y="5"/>
                    <a:pt x="31" y="5"/>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grpSp>
          <p:nvGrpSpPr>
            <p:cNvPr id="319" name="Google Shape;319;p31"/>
            <p:cNvGrpSpPr/>
            <p:nvPr/>
          </p:nvGrpSpPr>
          <p:grpSpPr>
            <a:xfrm>
              <a:off x="6391501" y="2432131"/>
              <a:ext cx="82554" cy="120654"/>
              <a:chOff x="6391501" y="2432131"/>
              <a:chExt cx="82554" cy="120654"/>
            </a:xfrm>
          </p:grpSpPr>
          <p:grpSp>
            <p:nvGrpSpPr>
              <p:cNvPr id="320" name="Google Shape;320;p31"/>
              <p:cNvGrpSpPr/>
              <p:nvPr/>
            </p:nvGrpSpPr>
            <p:grpSpPr>
              <a:xfrm>
                <a:off x="6391501" y="2432131"/>
                <a:ext cx="57152" cy="112716"/>
                <a:chOff x="6391501" y="2432131"/>
                <a:chExt cx="57152" cy="112716"/>
              </a:xfrm>
            </p:grpSpPr>
            <p:sp>
              <p:nvSpPr>
                <p:cNvPr id="321" name="Google Shape;321;p31"/>
                <p:cNvSpPr/>
                <p:nvPr/>
              </p:nvSpPr>
              <p:spPr>
                <a:xfrm>
                  <a:off x="6410552" y="2432131"/>
                  <a:ext cx="4763" cy="6350"/>
                </a:xfrm>
                <a:custGeom>
                  <a:avLst/>
                  <a:gdLst/>
                  <a:ahLst/>
                  <a:cxnLst/>
                  <a:rect l="l" t="t" r="r" b="b"/>
                  <a:pathLst>
                    <a:path w="3" h="4" extrusionOk="0">
                      <a:moveTo>
                        <a:pt x="3" y="3"/>
                      </a:moveTo>
                      <a:lnTo>
                        <a:pt x="0" y="0"/>
                      </a:lnTo>
                      <a:lnTo>
                        <a:pt x="0" y="1"/>
                      </a:lnTo>
                      <a:lnTo>
                        <a:pt x="1" y="4"/>
                      </a:lnTo>
                      <a:lnTo>
                        <a:pt x="3" y="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2" name="Google Shape;322;p31"/>
                <p:cNvSpPr/>
                <p:nvPr/>
              </p:nvSpPr>
              <p:spPr>
                <a:xfrm>
                  <a:off x="6397852" y="2438481"/>
                  <a:ext cx="9525" cy="6350"/>
                </a:xfrm>
                <a:custGeom>
                  <a:avLst/>
                  <a:gdLst/>
                  <a:ahLst/>
                  <a:cxnLst/>
                  <a:rect l="l" t="t" r="r" b="b"/>
                  <a:pathLst>
                    <a:path w="6" h="4" extrusionOk="0">
                      <a:moveTo>
                        <a:pt x="6" y="2"/>
                      </a:moveTo>
                      <a:lnTo>
                        <a:pt x="4" y="0"/>
                      </a:lnTo>
                      <a:lnTo>
                        <a:pt x="0" y="1"/>
                      </a:lnTo>
                      <a:lnTo>
                        <a:pt x="2" y="4"/>
                      </a:lnTo>
                      <a:lnTo>
                        <a:pt x="6"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3" name="Google Shape;323;p31"/>
                <p:cNvSpPr/>
                <p:nvPr/>
              </p:nvSpPr>
              <p:spPr>
                <a:xfrm>
                  <a:off x="6391501" y="2444831"/>
                  <a:ext cx="4763" cy="6350"/>
                </a:xfrm>
                <a:custGeom>
                  <a:avLst/>
                  <a:gdLst/>
                  <a:ahLst/>
                  <a:cxnLst/>
                  <a:rect l="l" t="t" r="r" b="b"/>
                  <a:pathLst>
                    <a:path w="3" h="4" extrusionOk="0">
                      <a:moveTo>
                        <a:pt x="0" y="1"/>
                      </a:moveTo>
                      <a:lnTo>
                        <a:pt x="0" y="4"/>
                      </a:lnTo>
                      <a:lnTo>
                        <a:pt x="3" y="4"/>
                      </a:lnTo>
                      <a:lnTo>
                        <a:pt x="3" y="3"/>
                      </a:lnTo>
                      <a:lnTo>
                        <a:pt x="3" y="3"/>
                      </a:lnTo>
                      <a:lnTo>
                        <a:pt x="1" y="0"/>
                      </a:lnTo>
                      <a:lnTo>
                        <a:pt x="0"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4" name="Google Shape;324;p31"/>
                <p:cNvSpPr/>
                <p:nvPr/>
              </p:nvSpPr>
              <p:spPr>
                <a:xfrm>
                  <a:off x="6391501" y="2451182"/>
                  <a:ext cx="4763" cy="6350"/>
                </a:xfrm>
                <a:custGeom>
                  <a:avLst/>
                  <a:gdLst/>
                  <a:ahLst/>
                  <a:cxnLst/>
                  <a:rect l="l" t="t" r="r" b="b"/>
                  <a:pathLst>
                    <a:path w="3" h="4" extrusionOk="0">
                      <a:moveTo>
                        <a:pt x="3" y="0"/>
                      </a:moveTo>
                      <a:lnTo>
                        <a:pt x="0" y="0"/>
                      </a:lnTo>
                      <a:lnTo>
                        <a:pt x="0" y="3"/>
                      </a:lnTo>
                      <a:lnTo>
                        <a:pt x="2" y="4"/>
                      </a:lnTo>
                      <a:lnTo>
                        <a:pt x="3" y="1"/>
                      </a:lnTo>
                      <a:lnTo>
                        <a:pt x="3" y="1"/>
                      </a:lnTo>
                      <a:lnTo>
                        <a:pt x="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5" name="Google Shape;325;p31"/>
                <p:cNvSpPr/>
                <p:nvPr/>
              </p:nvSpPr>
              <p:spPr>
                <a:xfrm>
                  <a:off x="6397852" y="2452769"/>
                  <a:ext cx="6350" cy="6350"/>
                </a:xfrm>
                <a:custGeom>
                  <a:avLst/>
                  <a:gdLst/>
                  <a:ahLst/>
                  <a:cxnLst/>
                  <a:rect l="l" t="t" r="r" b="b"/>
                  <a:pathLst>
                    <a:path w="4" h="4" extrusionOk="0">
                      <a:moveTo>
                        <a:pt x="2" y="1"/>
                      </a:moveTo>
                      <a:lnTo>
                        <a:pt x="0" y="0"/>
                      </a:lnTo>
                      <a:lnTo>
                        <a:pt x="0" y="3"/>
                      </a:lnTo>
                      <a:lnTo>
                        <a:pt x="0" y="3"/>
                      </a:lnTo>
                      <a:lnTo>
                        <a:pt x="1" y="4"/>
                      </a:lnTo>
                      <a:lnTo>
                        <a:pt x="4" y="2"/>
                      </a:lnTo>
                      <a:lnTo>
                        <a:pt x="2"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6" name="Google Shape;326;p31"/>
                <p:cNvSpPr/>
                <p:nvPr/>
              </p:nvSpPr>
              <p:spPr>
                <a:xfrm>
                  <a:off x="6402614" y="2462294"/>
                  <a:ext cx="7938" cy="7938"/>
                </a:xfrm>
                <a:custGeom>
                  <a:avLst/>
                  <a:gdLst/>
                  <a:ahLst/>
                  <a:cxnLst/>
                  <a:rect l="l" t="t" r="r" b="b"/>
                  <a:pathLst>
                    <a:path w="5" h="5" extrusionOk="0">
                      <a:moveTo>
                        <a:pt x="3" y="0"/>
                      </a:moveTo>
                      <a:lnTo>
                        <a:pt x="0" y="2"/>
                      </a:lnTo>
                      <a:lnTo>
                        <a:pt x="2" y="5"/>
                      </a:lnTo>
                      <a:lnTo>
                        <a:pt x="5" y="4"/>
                      </a:lnTo>
                      <a:lnTo>
                        <a:pt x="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7" name="Google Shape;327;p31"/>
                <p:cNvSpPr/>
                <p:nvPr/>
              </p:nvSpPr>
              <p:spPr>
                <a:xfrm>
                  <a:off x="6408965" y="2473407"/>
                  <a:ext cx="7938" cy="6350"/>
                </a:xfrm>
                <a:custGeom>
                  <a:avLst/>
                  <a:gdLst/>
                  <a:ahLst/>
                  <a:cxnLst/>
                  <a:rect l="l" t="t" r="r" b="b"/>
                  <a:pathLst>
                    <a:path w="5" h="4" extrusionOk="0">
                      <a:moveTo>
                        <a:pt x="1" y="1"/>
                      </a:moveTo>
                      <a:lnTo>
                        <a:pt x="1" y="1"/>
                      </a:lnTo>
                      <a:lnTo>
                        <a:pt x="0" y="1"/>
                      </a:lnTo>
                      <a:lnTo>
                        <a:pt x="1" y="4"/>
                      </a:lnTo>
                      <a:lnTo>
                        <a:pt x="5" y="2"/>
                      </a:lnTo>
                      <a:lnTo>
                        <a:pt x="3" y="0"/>
                      </a:lnTo>
                      <a:lnTo>
                        <a:pt x="1"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8" name="Google Shape;328;p31"/>
                <p:cNvSpPr/>
                <p:nvPr/>
              </p:nvSpPr>
              <p:spPr>
                <a:xfrm>
                  <a:off x="6402614" y="2478170"/>
                  <a:ext cx="4763" cy="4763"/>
                </a:xfrm>
                <a:custGeom>
                  <a:avLst/>
                  <a:gdLst/>
                  <a:ahLst/>
                  <a:cxnLst/>
                  <a:rect l="l" t="t" r="r" b="b"/>
                  <a:pathLst>
                    <a:path w="3" h="3" extrusionOk="0">
                      <a:moveTo>
                        <a:pt x="0" y="1"/>
                      </a:moveTo>
                      <a:lnTo>
                        <a:pt x="0" y="3"/>
                      </a:lnTo>
                      <a:lnTo>
                        <a:pt x="3" y="3"/>
                      </a:lnTo>
                      <a:lnTo>
                        <a:pt x="3" y="3"/>
                      </a:lnTo>
                      <a:lnTo>
                        <a:pt x="3" y="2"/>
                      </a:lnTo>
                      <a:lnTo>
                        <a:pt x="1" y="0"/>
                      </a:lnTo>
                      <a:lnTo>
                        <a:pt x="0"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29" name="Google Shape;329;p31"/>
                <p:cNvSpPr/>
                <p:nvPr/>
              </p:nvSpPr>
              <p:spPr>
                <a:xfrm>
                  <a:off x="6407377" y="2516271"/>
                  <a:ext cx="6350" cy="6350"/>
                </a:xfrm>
                <a:custGeom>
                  <a:avLst/>
                  <a:gdLst/>
                  <a:ahLst/>
                  <a:cxnLst/>
                  <a:rect l="l" t="t" r="r" b="b"/>
                  <a:pathLst>
                    <a:path w="4" h="4" extrusionOk="0">
                      <a:moveTo>
                        <a:pt x="3" y="2"/>
                      </a:moveTo>
                      <a:lnTo>
                        <a:pt x="3" y="0"/>
                      </a:lnTo>
                      <a:lnTo>
                        <a:pt x="0" y="1"/>
                      </a:lnTo>
                      <a:lnTo>
                        <a:pt x="0" y="3"/>
                      </a:lnTo>
                      <a:lnTo>
                        <a:pt x="2" y="4"/>
                      </a:lnTo>
                      <a:lnTo>
                        <a:pt x="4" y="3"/>
                      </a:lnTo>
                      <a:lnTo>
                        <a:pt x="3"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0" name="Google Shape;330;p31"/>
                <p:cNvSpPr/>
                <p:nvPr/>
              </p:nvSpPr>
              <p:spPr>
                <a:xfrm>
                  <a:off x="6402614" y="2487695"/>
                  <a:ext cx="4800" cy="48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1" name="Google Shape;331;p31"/>
                <p:cNvSpPr/>
                <p:nvPr/>
              </p:nvSpPr>
              <p:spPr>
                <a:xfrm>
                  <a:off x="6404202" y="2508333"/>
                  <a:ext cx="6350" cy="4763"/>
                </a:xfrm>
                <a:custGeom>
                  <a:avLst/>
                  <a:gdLst/>
                  <a:ahLst/>
                  <a:cxnLst/>
                  <a:rect l="l" t="t" r="r" b="b"/>
                  <a:pathLst>
                    <a:path w="4" h="3" extrusionOk="0">
                      <a:moveTo>
                        <a:pt x="4" y="0"/>
                      </a:moveTo>
                      <a:lnTo>
                        <a:pt x="0" y="1"/>
                      </a:lnTo>
                      <a:lnTo>
                        <a:pt x="1" y="3"/>
                      </a:lnTo>
                      <a:lnTo>
                        <a:pt x="4" y="2"/>
                      </a:lnTo>
                      <a:lnTo>
                        <a:pt x="4"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2" name="Google Shape;332;p31"/>
                <p:cNvSpPr/>
                <p:nvPr/>
              </p:nvSpPr>
              <p:spPr>
                <a:xfrm>
                  <a:off x="6412140" y="2524209"/>
                  <a:ext cx="7938" cy="7938"/>
                </a:xfrm>
                <a:custGeom>
                  <a:avLst/>
                  <a:gdLst/>
                  <a:ahLst/>
                  <a:cxnLst/>
                  <a:rect l="l" t="t" r="r" b="b"/>
                  <a:pathLst>
                    <a:path w="5" h="5" extrusionOk="0">
                      <a:moveTo>
                        <a:pt x="0" y="2"/>
                      </a:moveTo>
                      <a:lnTo>
                        <a:pt x="3" y="5"/>
                      </a:lnTo>
                      <a:lnTo>
                        <a:pt x="5" y="2"/>
                      </a:lnTo>
                      <a:lnTo>
                        <a:pt x="3" y="0"/>
                      </a:lnTo>
                      <a:lnTo>
                        <a:pt x="0"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3" name="Google Shape;333;p31"/>
                <p:cNvSpPr/>
                <p:nvPr/>
              </p:nvSpPr>
              <p:spPr>
                <a:xfrm>
                  <a:off x="6402614" y="2498808"/>
                  <a:ext cx="6350" cy="4763"/>
                </a:xfrm>
                <a:custGeom>
                  <a:avLst/>
                  <a:gdLst/>
                  <a:ahLst/>
                  <a:cxnLst/>
                  <a:rect l="l" t="t" r="r" b="b"/>
                  <a:pathLst>
                    <a:path w="4" h="3" extrusionOk="0">
                      <a:moveTo>
                        <a:pt x="3" y="0"/>
                      </a:moveTo>
                      <a:lnTo>
                        <a:pt x="0" y="0"/>
                      </a:lnTo>
                      <a:lnTo>
                        <a:pt x="1" y="3"/>
                      </a:lnTo>
                      <a:lnTo>
                        <a:pt x="4" y="3"/>
                      </a:lnTo>
                      <a:lnTo>
                        <a:pt x="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4" name="Google Shape;334;p31"/>
                <p:cNvSpPr/>
                <p:nvPr/>
              </p:nvSpPr>
              <p:spPr>
                <a:xfrm>
                  <a:off x="6439128" y="2536909"/>
                  <a:ext cx="9525" cy="7938"/>
                </a:xfrm>
                <a:custGeom>
                  <a:avLst/>
                  <a:gdLst/>
                  <a:ahLst/>
                  <a:cxnLst/>
                  <a:rect l="l" t="t" r="r" b="b"/>
                  <a:pathLst>
                    <a:path w="7" h="7" extrusionOk="0">
                      <a:moveTo>
                        <a:pt x="1" y="0"/>
                      </a:moveTo>
                      <a:cubicBezTo>
                        <a:pt x="0" y="4"/>
                        <a:pt x="0" y="4"/>
                        <a:pt x="0" y="4"/>
                      </a:cubicBezTo>
                      <a:cubicBezTo>
                        <a:pt x="1" y="4"/>
                        <a:pt x="1" y="4"/>
                        <a:pt x="2" y="5"/>
                      </a:cubicBezTo>
                      <a:cubicBezTo>
                        <a:pt x="2" y="5"/>
                        <a:pt x="2" y="5"/>
                        <a:pt x="2" y="5"/>
                      </a:cubicBezTo>
                      <a:cubicBezTo>
                        <a:pt x="3" y="6"/>
                        <a:pt x="3" y="6"/>
                        <a:pt x="4" y="7"/>
                      </a:cubicBezTo>
                      <a:cubicBezTo>
                        <a:pt x="7" y="4"/>
                        <a:pt x="7" y="4"/>
                        <a:pt x="7" y="4"/>
                      </a:cubicBezTo>
                      <a:cubicBezTo>
                        <a:pt x="7" y="4"/>
                        <a:pt x="6" y="3"/>
                        <a:pt x="5" y="2"/>
                      </a:cubicBezTo>
                      <a:cubicBezTo>
                        <a:pt x="5" y="2"/>
                        <a:pt x="5" y="2"/>
                        <a:pt x="5" y="2"/>
                      </a:cubicBezTo>
                      <a:cubicBezTo>
                        <a:pt x="4" y="1"/>
                        <a:pt x="2" y="0"/>
                        <a:pt x="1"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grpSp>
          <p:sp>
            <p:nvSpPr>
              <p:cNvPr id="335" name="Google Shape;335;p31"/>
              <p:cNvSpPr/>
              <p:nvPr/>
            </p:nvSpPr>
            <p:spPr>
              <a:xfrm>
                <a:off x="6440716" y="2544847"/>
                <a:ext cx="11113" cy="7938"/>
              </a:xfrm>
              <a:custGeom>
                <a:avLst/>
                <a:gdLst/>
                <a:ahLst/>
                <a:cxnLst/>
                <a:rect l="l" t="t" r="r" b="b"/>
                <a:pathLst>
                  <a:path w="8" h="7" extrusionOk="0">
                    <a:moveTo>
                      <a:pt x="7" y="3"/>
                    </a:moveTo>
                    <a:cubicBezTo>
                      <a:pt x="8" y="2"/>
                      <a:pt x="8" y="1"/>
                      <a:pt x="7" y="0"/>
                    </a:cubicBezTo>
                    <a:cubicBezTo>
                      <a:pt x="7" y="0"/>
                      <a:pt x="7" y="0"/>
                      <a:pt x="7" y="0"/>
                    </a:cubicBezTo>
                    <a:cubicBezTo>
                      <a:pt x="7" y="0"/>
                      <a:pt x="7" y="0"/>
                      <a:pt x="7" y="0"/>
                    </a:cubicBezTo>
                    <a:cubicBezTo>
                      <a:pt x="5" y="1"/>
                      <a:pt x="5" y="1"/>
                      <a:pt x="5" y="1"/>
                    </a:cubicBezTo>
                    <a:cubicBezTo>
                      <a:pt x="5" y="1"/>
                      <a:pt x="5" y="1"/>
                      <a:pt x="5" y="1"/>
                    </a:cubicBezTo>
                    <a:cubicBezTo>
                      <a:pt x="4" y="2"/>
                      <a:pt x="4" y="2"/>
                      <a:pt x="4" y="2"/>
                    </a:cubicBezTo>
                    <a:cubicBezTo>
                      <a:pt x="4" y="2"/>
                      <a:pt x="4" y="2"/>
                      <a:pt x="4" y="2"/>
                    </a:cubicBezTo>
                    <a:cubicBezTo>
                      <a:pt x="4" y="2"/>
                      <a:pt x="4" y="2"/>
                      <a:pt x="3" y="2"/>
                    </a:cubicBezTo>
                    <a:cubicBezTo>
                      <a:pt x="2" y="2"/>
                      <a:pt x="1" y="3"/>
                      <a:pt x="0" y="3"/>
                    </a:cubicBezTo>
                    <a:cubicBezTo>
                      <a:pt x="2" y="6"/>
                      <a:pt x="2" y="6"/>
                      <a:pt x="2" y="6"/>
                    </a:cubicBezTo>
                    <a:cubicBezTo>
                      <a:pt x="2" y="6"/>
                      <a:pt x="2" y="6"/>
                      <a:pt x="2" y="6"/>
                    </a:cubicBezTo>
                    <a:cubicBezTo>
                      <a:pt x="2" y="6"/>
                      <a:pt x="2" y="6"/>
                      <a:pt x="2" y="6"/>
                    </a:cubicBezTo>
                    <a:cubicBezTo>
                      <a:pt x="2" y="7"/>
                      <a:pt x="2" y="7"/>
                      <a:pt x="2" y="7"/>
                    </a:cubicBezTo>
                    <a:cubicBezTo>
                      <a:pt x="3" y="6"/>
                      <a:pt x="4" y="6"/>
                      <a:pt x="4" y="6"/>
                    </a:cubicBezTo>
                    <a:cubicBezTo>
                      <a:pt x="5" y="6"/>
                      <a:pt x="6" y="5"/>
                      <a:pt x="6" y="5"/>
                    </a:cubicBezTo>
                    <a:cubicBezTo>
                      <a:pt x="6" y="5"/>
                      <a:pt x="6" y="5"/>
                      <a:pt x="6" y="5"/>
                    </a:cubicBezTo>
                    <a:cubicBezTo>
                      <a:pt x="8" y="4"/>
                      <a:pt x="8" y="4"/>
                      <a:pt x="8" y="4"/>
                    </a:cubicBezTo>
                    <a:lnTo>
                      <a:pt x="7" y="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6" name="Google Shape;336;p31"/>
              <p:cNvSpPr/>
              <p:nvPr/>
            </p:nvSpPr>
            <p:spPr>
              <a:xfrm>
                <a:off x="6453416" y="2541672"/>
                <a:ext cx="6350" cy="6350"/>
              </a:xfrm>
              <a:custGeom>
                <a:avLst/>
                <a:gdLst/>
                <a:ahLst/>
                <a:cxnLst/>
                <a:rect l="l" t="t" r="r" b="b"/>
                <a:pathLst>
                  <a:path w="4" h="4" extrusionOk="0">
                    <a:moveTo>
                      <a:pt x="0" y="1"/>
                    </a:moveTo>
                    <a:lnTo>
                      <a:pt x="1" y="4"/>
                    </a:lnTo>
                    <a:lnTo>
                      <a:pt x="4" y="3"/>
                    </a:lnTo>
                    <a:lnTo>
                      <a:pt x="3" y="0"/>
                    </a:lnTo>
                    <a:lnTo>
                      <a:pt x="0"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7" name="Google Shape;337;p31"/>
              <p:cNvSpPr/>
              <p:nvPr/>
            </p:nvSpPr>
            <p:spPr>
              <a:xfrm>
                <a:off x="6462942" y="2538497"/>
                <a:ext cx="6350" cy="6350"/>
              </a:xfrm>
              <a:custGeom>
                <a:avLst/>
                <a:gdLst/>
                <a:ahLst/>
                <a:cxnLst/>
                <a:rect l="l" t="t" r="r" b="b"/>
                <a:pathLst>
                  <a:path w="4" h="4" extrusionOk="0">
                    <a:moveTo>
                      <a:pt x="1" y="1"/>
                    </a:moveTo>
                    <a:lnTo>
                      <a:pt x="0" y="1"/>
                    </a:lnTo>
                    <a:lnTo>
                      <a:pt x="1" y="4"/>
                    </a:lnTo>
                    <a:lnTo>
                      <a:pt x="3" y="3"/>
                    </a:lnTo>
                    <a:lnTo>
                      <a:pt x="4" y="1"/>
                    </a:lnTo>
                    <a:lnTo>
                      <a:pt x="1" y="0"/>
                    </a:lnTo>
                    <a:lnTo>
                      <a:pt x="1"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38" name="Google Shape;338;p31"/>
              <p:cNvSpPr/>
              <p:nvPr/>
            </p:nvSpPr>
            <p:spPr>
              <a:xfrm>
                <a:off x="6466117" y="2527384"/>
                <a:ext cx="7938" cy="6350"/>
              </a:xfrm>
              <a:custGeom>
                <a:avLst/>
                <a:gdLst/>
                <a:ahLst/>
                <a:cxnLst/>
                <a:rect l="l" t="t" r="r" b="b"/>
                <a:pathLst>
                  <a:path w="5" h="4" extrusionOk="0">
                    <a:moveTo>
                      <a:pt x="0" y="2"/>
                    </a:moveTo>
                    <a:lnTo>
                      <a:pt x="0" y="4"/>
                    </a:lnTo>
                    <a:lnTo>
                      <a:pt x="3" y="4"/>
                    </a:lnTo>
                    <a:lnTo>
                      <a:pt x="3" y="4"/>
                    </a:lnTo>
                    <a:lnTo>
                      <a:pt x="3" y="4"/>
                    </a:lnTo>
                    <a:lnTo>
                      <a:pt x="3" y="4"/>
                    </a:lnTo>
                    <a:lnTo>
                      <a:pt x="5" y="3"/>
                    </a:lnTo>
                    <a:lnTo>
                      <a:pt x="3" y="0"/>
                    </a:lnTo>
                    <a:lnTo>
                      <a:pt x="0"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grpSp>
        <p:grpSp>
          <p:nvGrpSpPr>
            <p:cNvPr id="339" name="Google Shape;339;p31"/>
            <p:cNvGrpSpPr/>
            <p:nvPr/>
          </p:nvGrpSpPr>
          <p:grpSpPr>
            <a:xfrm>
              <a:off x="6413501" y="2457451"/>
              <a:ext cx="106363" cy="107950"/>
              <a:chOff x="6413501" y="2457451"/>
              <a:chExt cx="106363" cy="107950"/>
            </a:xfrm>
          </p:grpSpPr>
          <p:sp>
            <p:nvSpPr>
              <p:cNvPr id="340" name="Google Shape;340;p31"/>
              <p:cNvSpPr/>
              <p:nvPr/>
            </p:nvSpPr>
            <p:spPr>
              <a:xfrm>
                <a:off x="6477001" y="2522538"/>
                <a:ext cx="7938" cy="6350"/>
              </a:xfrm>
              <a:custGeom>
                <a:avLst/>
                <a:gdLst/>
                <a:ahLst/>
                <a:cxnLst/>
                <a:rect l="l" t="t" r="r" b="b"/>
                <a:pathLst>
                  <a:path w="5" h="4" extrusionOk="0">
                    <a:moveTo>
                      <a:pt x="0" y="2"/>
                    </a:moveTo>
                    <a:lnTo>
                      <a:pt x="1" y="4"/>
                    </a:lnTo>
                    <a:lnTo>
                      <a:pt x="2" y="4"/>
                    </a:lnTo>
                    <a:lnTo>
                      <a:pt x="3" y="4"/>
                    </a:lnTo>
                    <a:lnTo>
                      <a:pt x="5" y="1"/>
                    </a:lnTo>
                    <a:lnTo>
                      <a:pt x="2" y="0"/>
                    </a:lnTo>
                    <a:lnTo>
                      <a:pt x="0"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1" name="Google Shape;341;p31"/>
              <p:cNvSpPr/>
              <p:nvPr/>
            </p:nvSpPr>
            <p:spPr>
              <a:xfrm>
                <a:off x="6486526" y="2527301"/>
                <a:ext cx="6350" cy="6350"/>
              </a:xfrm>
              <a:custGeom>
                <a:avLst/>
                <a:gdLst/>
                <a:ahLst/>
                <a:cxnLst/>
                <a:rect l="l" t="t" r="r" b="b"/>
                <a:pathLst>
                  <a:path w="4" h="4" extrusionOk="0">
                    <a:moveTo>
                      <a:pt x="0" y="3"/>
                    </a:moveTo>
                    <a:lnTo>
                      <a:pt x="3" y="4"/>
                    </a:lnTo>
                    <a:lnTo>
                      <a:pt x="4" y="1"/>
                    </a:lnTo>
                    <a:lnTo>
                      <a:pt x="1" y="0"/>
                    </a:lnTo>
                    <a:lnTo>
                      <a:pt x="0" y="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2" name="Google Shape;342;p31"/>
              <p:cNvSpPr/>
              <p:nvPr/>
            </p:nvSpPr>
            <p:spPr>
              <a:xfrm>
                <a:off x="6497639" y="2528888"/>
                <a:ext cx="6300" cy="48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3" name="Google Shape;343;p31"/>
              <p:cNvSpPr/>
              <p:nvPr/>
            </p:nvSpPr>
            <p:spPr>
              <a:xfrm>
                <a:off x="6507164" y="2530476"/>
                <a:ext cx="6350" cy="7938"/>
              </a:xfrm>
              <a:custGeom>
                <a:avLst/>
                <a:gdLst/>
                <a:ahLst/>
                <a:cxnLst/>
                <a:rect l="l" t="t" r="r" b="b"/>
                <a:pathLst>
                  <a:path w="4" h="5" extrusionOk="0">
                    <a:moveTo>
                      <a:pt x="0" y="2"/>
                    </a:moveTo>
                    <a:lnTo>
                      <a:pt x="2" y="5"/>
                    </a:lnTo>
                    <a:lnTo>
                      <a:pt x="4" y="2"/>
                    </a:lnTo>
                    <a:lnTo>
                      <a:pt x="2" y="0"/>
                    </a:lnTo>
                    <a:lnTo>
                      <a:pt x="0" y="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4" name="Google Shape;344;p31"/>
              <p:cNvSpPr/>
              <p:nvPr/>
            </p:nvSpPr>
            <p:spPr>
              <a:xfrm>
                <a:off x="6515101" y="2538413"/>
                <a:ext cx="4763" cy="4763"/>
              </a:xfrm>
              <a:custGeom>
                <a:avLst/>
                <a:gdLst/>
                <a:ahLst/>
                <a:cxnLst/>
                <a:rect l="l" t="t" r="r" b="b"/>
                <a:pathLst>
                  <a:path w="3" h="3" extrusionOk="0">
                    <a:moveTo>
                      <a:pt x="2" y="0"/>
                    </a:moveTo>
                    <a:lnTo>
                      <a:pt x="0" y="2"/>
                    </a:lnTo>
                    <a:lnTo>
                      <a:pt x="2" y="3"/>
                    </a:lnTo>
                    <a:lnTo>
                      <a:pt x="3" y="1"/>
                    </a:lnTo>
                    <a:lnTo>
                      <a:pt x="2"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5" name="Google Shape;345;p31"/>
              <p:cNvSpPr/>
              <p:nvPr/>
            </p:nvSpPr>
            <p:spPr>
              <a:xfrm>
                <a:off x="6475414" y="2457451"/>
                <a:ext cx="3175" cy="4763"/>
              </a:xfrm>
              <a:custGeom>
                <a:avLst/>
                <a:gdLst/>
                <a:ahLst/>
                <a:cxnLst/>
                <a:rect l="l" t="t" r="r" b="b"/>
                <a:pathLst>
                  <a:path w="2" h="3" extrusionOk="0">
                    <a:moveTo>
                      <a:pt x="2" y="1"/>
                    </a:moveTo>
                    <a:lnTo>
                      <a:pt x="1" y="0"/>
                    </a:lnTo>
                    <a:lnTo>
                      <a:pt x="0" y="3"/>
                    </a:lnTo>
                    <a:lnTo>
                      <a:pt x="1" y="3"/>
                    </a:lnTo>
                    <a:lnTo>
                      <a:pt x="2"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6" name="Google Shape;346;p31"/>
              <p:cNvSpPr/>
              <p:nvPr/>
            </p:nvSpPr>
            <p:spPr>
              <a:xfrm>
                <a:off x="6481764" y="2462213"/>
                <a:ext cx="6350" cy="6350"/>
              </a:xfrm>
              <a:custGeom>
                <a:avLst/>
                <a:gdLst/>
                <a:ahLst/>
                <a:cxnLst/>
                <a:rect l="l" t="t" r="r" b="b"/>
                <a:pathLst>
                  <a:path w="5" h="5" extrusionOk="0">
                    <a:moveTo>
                      <a:pt x="5" y="1"/>
                    </a:moveTo>
                    <a:cubicBezTo>
                      <a:pt x="4" y="1"/>
                      <a:pt x="3" y="0"/>
                      <a:pt x="2" y="0"/>
                    </a:cubicBezTo>
                    <a:cubicBezTo>
                      <a:pt x="0" y="3"/>
                      <a:pt x="0" y="3"/>
                      <a:pt x="0" y="3"/>
                    </a:cubicBezTo>
                    <a:cubicBezTo>
                      <a:pt x="1" y="4"/>
                      <a:pt x="2" y="4"/>
                      <a:pt x="3" y="5"/>
                    </a:cubicBezTo>
                    <a:lnTo>
                      <a:pt x="5"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7" name="Google Shape;347;p31"/>
              <p:cNvSpPr/>
              <p:nvPr/>
            </p:nvSpPr>
            <p:spPr>
              <a:xfrm>
                <a:off x="6491289" y="2465388"/>
                <a:ext cx="6350" cy="7938"/>
              </a:xfrm>
              <a:custGeom>
                <a:avLst/>
                <a:gdLst/>
                <a:ahLst/>
                <a:cxnLst/>
                <a:rect l="l" t="t" r="r" b="b"/>
                <a:pathLst>
                  <a:path w="5" h="6" extrusionOk="0">
                    <a:moveTo>
                      <a:pt x="2" y="0"/>
                    </a:moveTo>
                    <a:cubicBezTo>
                      <a:pt x="0" y="4"/>
                      <a:pt x="0" y="4"/>
                      <a:pt x="0" y="4"/>
                    </a:cubicBezTo>
                    <a:cubicBezTo>
                      <a:pt x="0" y="4"/>
                      <a:pt x="0" y="4"/>
                      <a:pt x="0" y="4"/>
                    </a:cubicBezTo>
                    <a:cubicBezTo>
                      <a:pt x="0" y="4"/>
                      <a:pt x="0" y="4"/>
                      <a:pt x="0" y="4"/>
                    </a:cubicBezTo>
                    <a:cubicBezTo>
                      <a:pt x="3" y="6"/>
                      <a:pt x="3" y="6"/>
                      <a:pt x="3" y="6"/>
                    </a:cubicBezTo>
                    <a:cubicBezTo>
                      <a:pt x="5" y="2"/>
                      <a:pt x="5" y="2"/>
                      <a:pt x="5" y="2"/>
                    </a:cubicBezTo>
                    <a:cubicBezTo>
                      <a:pt x="3" y="1"/>
                      <a:pt x="3" y="1"/>
                      <a:pt x="3" y="1"/>
                    </a:cubicBezTo>
                    <a:cubicBezTo>
                      <a:pt x="3" y="1"/>
                      <a:pt x="2" y="1"/>
                      <a:pt x="2"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8" name="Google Shape;348;p31"/>
              <p:cNvSpPr/>
              <p:nvPr/>
            </p:nvSpPr>
            <p:spPr>
              <a:xfrm>
                <a:off x="6418264" y="2501901"/>
                <a:ext cx="6350" cy="4763"/>
              </a:xfrm>
              <a:custGeom>
                <a:avLst/>
                <a:gdLst/>
                <a:ahLst/>
                <a:cxnLst/>
                <a:rect l="l" t="t" r="r" b="b"/>
                <a:pathLst>
                  <a:path w="5" h="4" extrusionOk="0">
                    <a:moveTo>
                      <a:pt x="5" y="4"/>
                    </a:moveTo>
                    <a:cubicBezTo>
                      <a:pt x="4" y="2"/>
                      <a:pt x="4" y="1"/>
                      <a:pt x="4" y="0"/>
                    </a:cubicBezTo>
                    <a:cubicBezTo>
                      <a:pt x="0" y="1"/>
                      <a:pt x="0" y="1"/>
                      <a:pt x="0" y="1"/>
                    </a:cubicBezTo>
                    <a:cubicBezTo>
                      <a:pt x="0" y="2"/>
                      <a:pt x="1" y="3"/>
                      <a:pt x="1" y="4"/>
                    </a:cubicBezTo>
                    <a:lnTo>
                      <a:pt x="5"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49" name="Google Shape;349;p31"/>
              <p:cNvSpPr/>
              <p:nvPr/>
            </p:nvSpPr>
            <p:spPr>
              <a:xfrm>
                <a:off x="6418264" y="2511426"/>
                <a:ext cx="6350" cy="4763"/>
              </a:xfrm>
              <a:custGeom>
                <a:avLst/>
                <a:gdLst/>
                <a:ahLst/>
                <a:cxnLst/>
                <a:rect l="l" t="t" r="r" b="b"/>
                <a:pathLst>
                  <a:path w="4" h="4" extrusionOk="0">
                    <a:moveTo>
                      <a:pt x="4" y="4"/>
                    </a:moveTo>
                    <a:cubicBezTo>
                      <a:pt x="4" y="4"/>
                      <a:pt x="4" y="3"/>
                      <a:pt x="4" y="3"/>
                    </a:cubicBezTo>
                    <a:cubicBezTo>
                      <a:pt x="4" y="2"/>
                      <a:pt x="4" y="1"/>
                      <a:pt x="4" y="0"/>
                    </a:cubicBezTo>
                    <a:cubicBezTo>
                      <a:pt x="0" y="0"/>
                      <a:pt x="0" y="0"/>
                      <a:pt x="0" y="0"/>
                    </a:cubicBezTo>
                    <a:cubicBezTo>
                      <a:pt x="0" y="1"/>
                      <a:pt x="0" y="2"/>
                      <a:pt x="0" y="3"/>
                    </a:cubicBezTo>
                    <a:cubicBezTo>
                      <a:pt x="0" y="3"/>
                      <a:pt x="0" y="4"/>
                      <a:pt x="0" y="4"/>
                    </a:cubicBezTo>
                    <a:lnTo>
                      <a:pt x="4"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0" name="Google Shape;350;p31"/>
              <p:cNvSpPr/>
              <p:nvPr/>
            </p:nvSpPr>
            <p:spPr>
              <a:xfrm>
                <a:off x="6413501" y="2492376"/>
                <a:ext cx="4763" cy="6350"/>
              </a:xfrm>
              <a:custGeom>
                <a:avLst/>
                <a:gdLst/>
                <a:ahLst/>
                <a:cxnLst/>
                <a:rect l="l" t="t" r="r" b="b"/>
                <a:pathLst>
                  <a:path w="4" h="6" extrusionOk="0">
                    <a:moveTo>
                      <a:pt x="0" y="0"/>
                    </a:moveTo>
                    <a:cubicBezTo>
                      <a:pt x="0" y="1"/>
                      <a:pt x="0" y="2"/>
                      <a:pt x="0" y="3"/>
                    </a:cubicBezTo>
                    <a:cubicBezTo>
                      <a:pt x="0" y="4"/>
                      <a:pt x="1" y="6"/>
                      <a:pt x="2" y="6"/>
                    </a:cubicBezTo>
                    <a:cubicBezTo>
                      <a:pt x="4" y="3"/>
                      <a:pt x="4" y="3"/>
                      <a:pt x="4" y="3"/>
                    </a:cubicBezTo>
                    <a:cubicBezTo>
                      <a:pt x="4" y="3"/>
                      <a:pt x="4" y="3"/>
                      <a:pt x="4" y="3"/>
                    </a:cubicBezTo>
                    <a:cubicBezTo>
                      <a:pt x="4" y="3"/>
                      <a:pt x="4" y="2"/>
                      <a:pt x="4" y="2"/>
                    </a:cubicBezTo>
                    <a:lnTo>
                      <a:pt x="0"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1" name="Google Shape;351;p31"/>
              <p:cNvSpPr/>
              <p:nvPr/>
            </p:nvSpPr>
            <p:spPr>
              <a:xfrm>
                <a:off x="6448426" y="2487613"/>
                <a:ext cx="6350" cy="6350"/>
              </a:xfrm>
              <a:custGeom>
                <a:avLst/>
                <a:gdLst/>
                <a:ahLst/>
                <a:cxnLst/>
                <a:rect l="l" t="t" r="r" b="b"/>
                <a:pathLst>
                  <a:path w="5" h="5" extrusionOk="0">
                    <a:moveTo>
                      <a:pt x="5" y="1"/>
                    </a:moveTo>
                    <a:cubicBezTo>
                      <a:pt x="4" y="1"/>
                      <a:pt x="3" y="1"/>
                      <a:pt x="1" y="0"/>
                    </a:cubicBezTo>
                    <a:cubicBezTo>
                      <a:pt x="0" y="4"/>
                      <a:pt x="0" y="4"/>
                      <a:pt x="0" y="4"/>
                    </a:cubicBezTo>
                    <a:cubicBezTo>
                      <a:pt x="2" y="5"/>
                      <a:pt x="3" y="5"/>
                      <a:pt x="4" y="5"/>
                    </a:cubicBezTo>
                    <a:lnTo>
                      <a:pt x="5" y="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2" name="Google Shape;352;p31"/>
              <p:cNvSpPr/>
              <p:nvPr/>
            </p:nvSpPr>
            <p:spPr>
              <a:xfrm>
                <a:off x="6459539" y="2489201"/>
                <a:ext cx="6350" cy="6350"/>
              </a:xfrm>
              <a:custGeom>
                <a:avLst/>
                <a:gdLst/>
                <a:ahLst/>
                <a:cxnLst/>
                <a:rect l="l" t="t" r="r" b="b"/>
                <a:pathLst>
                  <a:path w="5" h="5" extrusionOk="0">
                    <a:moveTo>
                      <a:pt x="4" y="4"/>
                    </a:moveTo>
                    <a:cubicBezTo>
                      <a:pt x="4" y="3"/>
                      <a:pt x="4" y="3"/>
                      <a:pt x="5" y="3"/>
                    </a:cubicBezTo>
                    <a:cubicBezTo>
                      <a:pt x="2" y="0"/>
                      <a:pt x="2" y="0"/>
                      <a:pt x="2" y="0"/>
                    </a:cubicBezTo>
                    <a:cubicBezTo>
                      <a:pt x="2" y="0"/>
                      <a:pt x="2" y="0"/>
                      <a:pt x="1" y="0"/>
                    </a:cubicBezTo>
                    <a:cubicBezTo>
                      <a:pt x="1" y="1"/>
                      <a:pt x="0" y="1"/>
                      <a:pt x="0" y="1"/>
                    </a:cubicBezTo>
                    <a:cubicBezTo>
                      <a:pt x="0" y="5"/>
                      <a:pt x="0" y="5"/>
                      <a:pt x="0" y="5"/>
                    </a:cubicBezTo>
                    <a:cubicBezTo>
                      <a:pt x="1" y="5"/>
                      <a:pt x="3" y="4"/>
                      <a:pt x="4" y="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3" name="Google Shape;353;p31"/>
              <p:cNvSpPr/>
              <p:nvPr/>
            </p:nvSpPr>
            <p:spPr>
              <a:xfrm>
                <a:off x="6429376" y="2482851"/>
                <a:ext cx="6350" cy="6350"/>
              </a:xfrm>
              <a:custGeom>
                <a:avLst/>
                <a:gdLst/>
                <a:ahLst/>
                <a:cxnLst/>
                <a:rect l="l" t="t" r="r" b="b"/>
                <a:pathLst>
                  <a:path w="5" h="5" extrusionOk="0">
                    <a:moveTo>
                      <a:pt x="4" y="5"/>
                    </a:moveTo>
                    <a:cubicBezTo>
                      <a:pt x="5" y="1"/>
                      <a:pt x="5" y="1"/>
                      <a:pt x="5" y="1"/>
                    </a:cubicBezTo>
                    <a:cubicBezTo>
                      <a:pt x="3" y="0"/>
                      <a:pt x="1" y="0"/>
                      <a:pt x="0" y="0"/>
                    </a:cubicBezTo>
                    <a:cubicBezTo>
                      <a:pt x="0" y="4"/>
                      <a:pt x="0" y="4"/>
                      <a:pt x="0" y="4"/>
                    </a:cubicBezTo>
                    <a:cubicBezTo>
                      <a:pt x="1" y="4"/>
                      <a:pt x="2" y="4"/>
                      <a:pt x="4" y="5"/>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4" name="Google Shape;354;p31"/>
              <p:cNvSpPr/>
              <p:nvPr/>
            </p:nvSpPr>
            <p:spPr>
              <a:xfrm>
                <a:off x="6438901" y="2486026"/>
                <a:ext cx="6350" cy="6350"/>
              </a:xfrm>
              <a:custGeom>
                <a:avLst/>
                <a:gdLst/>
                <a:ahLst/>
                <a:cxnLst/>
                <a:rect l="l" t="t" r="r" b="b"/>
                <a:pathLst>
                  <a:path w="5" h="5" extrusionOk="0">
                    <a:moveTo>
                      <a:pt x="3" y="5"/>
                    </a:moveTo>
                    <a:cubicBezTo>
                      <a:pt x="5" y="1"/>
                      <a:pt x="5" y="1"/>
                      <a:pt x="5" y="1"/>
                    </a:cubicBezTo>
                    <a:cubicBezTo>
                      <a:pt x="4" y="1"/>
                      <a:pt x="4" y="1"/>
                      <a:pt x="4" y="1"/>
                    </a:cubicBezTo>
                    <a:cubicBezTo>
                      <a:pt x="3" y="1"/>
                      <a:pt x="2" y="0"/>
                      <a:pt x="1" y="0"/>
                    </a:cubicBezTo>
                    <a:cubicBezTo>
                      <a:pt x="0" y="4"/>
                      <a:pt x="0" y="4"/>
                      <a:pt x="0" y="4"/>
                    </a:cubicBezTo>
                    <a:cubicBezTo>
                      <a:pt x="1" y="4"/>
                      <a:pt x="2" y="4"/>
                      <a:pt x="3" y="5"/>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5" name="Google Shape;355;p31"/>
              <p:cNvSpPr/>
              <p:nvPr/>
            </p:nvSpPr>
            <p:spPr>
              <a:xfrm>
                <a:off x="6432551" y="2551113"/>
                <a:ext cx="7938" cy="7938"/>
              </a:xfrm>
              <a:custGeom>
                <a:avLst/>
                <a:gdLst/>
                <a:ahLst/>
                <a:cxnLst/>
                <a:rect l="l" t="t" r="r" b="b"/>
                <a:pathLst>
                  <a:path w="6" h="6" extrusionOk="0">
                    <a:moveTo>
                      <a:pt x="0" y="4"/>
                    </a:moveTo>
                    <a:cubicBezTo>
                      <a:pt x="4" y="6"/>
                      <a:pt x="4" y="6"/>
                      <a:pt x="4" y="6"/>
                    </a:cubicBezTo>
                    <a:cubicBezTo>
                      <a:pt x="5" y="5"/>
                      <a:pt x="5" y="4"/>
                      <a:pt x="6" y="3"/>
                    </a:cubicBezTo>
                    <a:cubicBezTo>
                      <a:pt x="3" y="0"/>
                      <a:pt x="3" y="0"/>
                      <a:pt x="3" y="0"/>
                    </a:cubicBezTo>
                    <a:cubicBezTo>
                      <a:pt x="2" y="2"/>
                      <a:pt x="1" y="3"/>
                      <a:pt x="0" y="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6" name="Google Shape;356;p31"/>
              <p:cNvSpPr/>
              <p:nvPr/>
            </p:nvSpPr>
            <p:spPr>
              <a:xfrm>
                <a:off x="6419851" y="2520951"/>
                <a:ext cx="6350" cy="6350"/>
              </a:xfrm>
              <a:custGeom>
                <a:avLst/>
                <a:gdLst/>
                <a:ahLst/>
                <a:cxnLst/>
                <a:rect l="l" t="t" r="r" b="b"/>
                <a:pathLst>
                  <a:path w="5" h="5" extrusionOk="0">
                    <a:moveTo>
                      <a:pt x="5" y="4"/>
                    </a:moveTo>
                    <a:cubicBezTo>
                      <a:pt x="4" y="2"/>
                      <a:pt x="4" y="1"/>
                      <a:pt x="4" y="0"/>
                    </a:cubicBezTo>
                    <a:cubicBezTo>
                      <a:pt x="0" y="1"/>
                      <a:pt x="0" y="1"/>
                      <a:pt x="0" y="1"/>
                    </a:cubicBezTo>
                    <a:cubicBezTo>
                      <a:pt x="0" y="2"/>
                      <a:pt x="1" y="3"/>
                      <a:pt x="1" y="5"/>
                    </a:cubicBezTo>
                    <a:lnTo>
                      <a:pt x="5"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7" name="Google Shape;357;p31"/>
              <p:cNvSpPr/>
              <p:nvPr/>
            </p:nvSpPr>
            <p:spPr>
              <a:xfrm>
                <a:off x="6467476" y="2484438"/>
                <a:ext cx="7938" cy="6350"/>
              </a:xfrm>
              <a:custGeom>
                <a:avLst/>
                <a:gdLst/>
                <a:ahLst/>
                <a:cxnLst/>
                <a:rect l="l" t="t" r="r" b="b"/>
                <a:pathLst>
                  <a:path w="6" h="5" extrusionOk="0">
                    <a:moveTo>
                      <a:pt x="0" y="2"/>
                    </a:moveTo>
                    <a:cubicBezTo>
                      <a:pt x="2" y="5"/>
                      <a:pt x="2" y="5"/>
                      <a:pt x="2" y="5"/>
                    </a:cubicBezTo>
                    <a:cubicBezTo>
                      <a:pt x="3" y="5"/>
                      <a:pt x="4" y="4"/>
                      <a:pt x="6" y="4"/>
                    </a:cubicBezTo>
                    <a:cubicBezTo>
                      <a:pt x="4" y="0"/>
                      <a:pt x="4" y="0"/>
                      <a:pt x="4" y="0"/>
                    </a:cubicBezTo>
                    <a:cubicBezTo>
                      <a:pt x="3" y="1"/>
                      <a:pt x="2" y="1"/>
                      <a:pt x="0" y="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8" name="Google Shape;358;p31"/>
              <p:cNvSpPr/>
              <p:nvPr/>
            </p:nvSpPr>
            <p:spPr>
              <a:xfrm>
                <a:off x="6427789" y="2535238"/>
                <a:ext cx="9525" cy="6350"/>
              </a:xfrm>
              <a:custGeom>
                <a:avLst/>
                <a:gdLst/>
                <a:ahLst/>
                <a:cxnLst/>
                <a:rect l="l" t="t" r="r" b="b"/>
                <a:pathLst>
                  <a:path w="8" h="5" extrusionOk="0">
                    <a:moveTo>
                      <a:pt x="3" y="5"/>
                    </a:moveTo>
                    <a:cubicBezTo>
                      <a:pt x="3" y="5"/>
                      <a:pt x="4" y="5"/>
                      <a:pt x="5" y="5"/>
                    </a:cubicBezTo>
                    <a:cubicBezTo>
                      <a:pt x="5" y="5"/>
                      <a:pt x="5" y="5"/>
                      <a:pt x="6" y="5"/>
                    </a:cubicBezTo>
                    <a:cubicBezTo>
                      <a:pt x="6" y="5"/>
                      <a:pt x="7" y="5"/>
                      <a:pt x="7" y="5"/>
                    </a:cubicBezTo>
                    <a:cubicBezTo>
                      <a:pt x="8" y="1"/>
                      <a:pt x="8" y="1"/>
                      <a:pt x="8" y="1"/>
                    </a:cubicBezTo>
                    <a:cubicBezTo>
                      <a:pt x="7" y="1"/>
                      <a:pt x="6" y="1"/>
                      <a:pt x="5" y="1"/>
                    </a:cubicBezTo>
                    <a:cubicBezTo>
                      <a:pt x="5" y="1"/>
                      <a:pt x="5" y="1"/>
                      <a:pt x="5" y="1"/>
                    </a:cubicBezTo>
                    <a:cubicBezTo>
                      <a:pt x="4" y="1"/>
                      <a:pt x="3" y="1"/>
                      <a:pt x="3" y="0"/>
                    </a:cubicBezTo>
                    <a:cubicBezTo>
                      <a:pt x="2" y="2"/>
                      <a:pt x="2" y="2"/>
                      <a:pt x="2" y="2"/>
                    </a:cubicBezTo>
                    <a:cubicBezTo>
                      <a:pt x="0" y="3"/>
                      <a:pt x="0" y="3"/>
                      <a:pt x="0" y="3"/>
                    </a:cubicBezTo>
                    <a:cubicBezTo>
                      <a:pt x="1" y="4"/>
                      <a:pt x="2" y="4"/>
                      <a:pt x="3" y="5"/>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59" name="Google Shape;359;p31"/>
              <p:cNvSpPr/>
              <p:nvPr/>
            </p:nvSpPr>
            <p:spPr>
              <a:xfrm>
                <a:off x="6477001" y="2481263"/>
                <a:ext cx="7938" cy="6350"/>
              </a:xfrm>
              <a:custGeom>
                <a:avLst/>
                <a:gdLst/>
                <a:ahLst/>
                <a:cxnLst/>
                <a:rect l="l" t="t" r="r" b="b"/>
                <a:pathLst>
                  <a:path w="5" h="5" extrusionOk="0">
                    <a:moveTo>
                      <a:pt x="0" y="1"/>
                    </a:moveTo>
                    <a:cubicBezTo>
                      <a:pt x="2" y="5"/>
                      <a:pt x="2" y="5"/>
                      <a:pt x="2" y="5"/>
                    </a:cubicBezTo>
                    <a:cubicBezTo>
                      <a:pt x="3" y="4"/>
                      <a:pt x="4" y="4"/>
                      <a:pt x="5" y="3"/>
                    </a:cubicBezTo>
                    <a:cubicBezTo>
                      <a:pt x="4" y="0"/>
                      <a:pt x="4" y="0"/>
                      <a:pt x="4" y="0"/>
                    </a:cubicBezTo>
                    <a:cubicBezTo>
                      <a:pt x="3" y="0"/>
                      <a:pt x="2" y="0"/>
                      <a:pt x="0" y="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60" name="Google Shape;360;p31"/>
              <p:cNvSpPr/>
              <p:nvPr/>
            </p:nvSpPr>
            <p:spPr>
              <a:xfrm>
                <a:off x="6418264" y="2484438"/>
                <a:ext cx="6350" cy="6350"/>
              </a:xfrm>
              <a:custGeom>
                <a:avLst/>
                <a:gdLst/>
                <a:ahLst/>
                <a:cxnLst/>
                <a:rect l="l" t="t" r="r" b="b"/>
                <a:pathLst>
                  <a:path w="6" h="5" extrusionOk="0">
                    <a:moveTo>
                      <a:pt x="6" y="4"/>
                    </a:moveTo>
                    <a:cubicBezTo>
                      <a:pt x="4" y="0"/>
                      <a:pt x="4" y="0"/>
                      <a:pt x="4" y="0"/>
                    </a:cubicBezTo>
                    <a:cubicBezTo>
                      <a:pt x="3" y="1"/>
                      <a:pt x="2" y="1"/>
                      <a:pt x="0" y="2"/>
                    </a:cubicBezTo>
                    <a:cubicBezTo>
                      <a:pt x="3" y="5"/>
                      <a:pt x="3" y="5"/>
                      <a:pt x="3" y="5"/>
                    </a:cubicBezTo>
                    <a:cubicBezTo>
                      <a:pt x="4" y="5"/>
                      <a:pt x="5" y="4"/>
                      <a:pt x="6" y="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61" name="Google Shape;361;p31"/>
              <p:cNvSpPr/>
              <p:nvPr/>
            </p:nvSpPr>
            <p:spPr>
              <a:xfrm>
                <a:off x="6484939" y="2474913"/>
                <a:ext cx="7938" cy="6350"/>
              </a:xfrm>
              <a:custGeom>
                <a:avLst/>
                <a:gdLst/>
                <a:ahLst/>
                <a:cxnLst/>
                <a:rect l="l" t="t" r="r" b="b"/>
                <a:pathLst>
                  <a:path w="6" h="5" extrusionOk="0">
                    <a:moveTo>
                      <a:pt x="6" y="2"/>
                    </a:moveTo>
                    <a:cubicBezTo>
                      <a:pt x="2" y="0"/>
                      <a:pt x="2" y="0"/>
                      <a:pt x="2" y="0"/>
                    </a:cubicBezTo>
                    <a:cubicBezTo>
                      <a:pt x="1" y="1"/>
                      <a:pt x="1" y="2"/>
                      <a:pt x="0" y="3"/>
                    </a:cubicBezTo>
                    <a:cubicBezTo>
                      <a:pt x="3" y="5"/>
                      <a:pt x="3" y="5"/>
                      <a:pt x="3" y="5"/>
                    </a:cubicBezTo>
                    <a:cubicBezTo>
                      <a:pt x="4" y="4"/>
                      <a:pt x="5" y="3"/>
                      <a:pt x="6" y="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62" name="Google Shape;362;p31"/>
              <p:cNvSpPr/>
              <p:nvPr/>
            </p:nvSpPr>
            <p:spPr>
              <a:xfrm>
                <a:off x="6430964" y="2563813"/>
                <a:ext cx="6350" cy="1588"/>
              </a:xfrm>
              <a:custGeom>
                <a:avLst/>
                <a:gdLst/>
                <a:ahLst/>
                <a:cxnLst/>
                <a:rect l="l" t="t" r="r" b="b"/>
                <a:pathLst>
                  <a:path w="4" h="2" extrusionOk="0">
                    <a:moveTo>
                      <a:pt x="0" y="2"/>
                    </a:moveTo>
                    <a:cubicBezTo>
                      <a:pt x="4" y="2"/>
                      <a:pt x="4" y="2"/>
                      <a:pt x="4" y="2"/>
                    </a:cubicBezTo>
                    <a:cubicBezTo>
                      <a:pt x="4" y="2"/>
                      <a:pt x="4" y="1"/>
                      <a:pt x="4" y="1"/>
                    </a:cubicBezTo>
                    <a:cubicBezTo>
                      <a:pt x="0" y="0"/>
                      <a:pt x="0" y="0"/>
                      <a:pt x="0" y="0"/>
                    </a:cubicBezTo>
                    <a:cubicBezTo>
                      <a:pt x="0" y="0"/>
                      <a:pt x="0" y="1"/>
                      <a:pt x="0" y="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grpSp>
        <p:sp>
          <p:nvSpPr>
            <p:cNvPr id="363" name="Google Shape;363;p31"/>
            <p:cNvSpPr/>
            <p:nvPr/>
          </p:nvSpPr>
          <p:spPr>
            <a:xfrm>
              <a:off x="6312124" y="2263850"/>
              <a:ext cx="247659" cy="104779"/>
            </a:xfrm>
            <a:custGeom>
              <a:avLst/>
              <a:gdLst/>
              <a:ahLst/>
              <a:cxnLst/>
              <a:rect l="l" t="t" r="r" b="b"/>
              <a:pathLst>
                <a:path w="193" h="84" extrusionOk="0">
                  <a:moveTo>
                    <a:pt x="178" y="16"/>
                  </a:moveTo>
                  <a:cubicBezTo>
                    <a:pt x="171" y="8"/>
                    <a:pt x="169" y="13"/>
                    <a:pt x="161" y="11"/>
                  </a:cubicBezTo>
                  <a:cubicBezTo>
                    <a:pt x="154" y="9"/>
                    <a:pt x="122" y="6"/>
                    <a:pt x="116" y="9"/>
                  </a:cubicBezTo>
                  <a:cubicBezTo>
                    <a:pt x="110" y="11"/>
                    <a:pt x="97" y="4"/>
                    <a:pt x="93" y="2"/>
                  </a:cubicBezTo>
                  <a:cubicBezTo>
                    <a:pt x="88" y="0"/>
                    <a:pt x="75" y="2"/>
                    <a:pt x="74" y="9"/>
                  </a:cubicBezTo>
                  <a:cubicBezTo>
                    <a:pt x="74" y="16"/>
                    <a:pt x="68" y="16"/>
                    <a:pt x="59" y="12"/>
                  </a:cubicBezTo>
                  <a:cubicBezTo>
                    <a:pt x="49" y="7"/>
                    <a:pt x="35" y="7"/>
                    <a:pt x="35" y="12"/>
                  </a:cubicBezTo>
                  <a:cubicBezTo>
                    <a:pt x="34" y="17"/>
                    <a:pt x="27" y="23"/>
                    <a:pt x="24" y="24"/>
                  </a:cubicBezTo>
                  <a:cubicBezTo>
                    <a:pt x="22" y="25"/>
                    <a:pt x="20" y="29"/>
                    <a:pt x="18" y="34"/>
                  </a:cubicBezTo>
                  <a:cubicBezTo>
                    <a:pt x="21" y="35"/>
                    <a:pt x="23" y="38"/>
                    <a:pt x="25" y="40"/>
                  </a:cubicBezTo>
                  <a:cubicBezTo>
                    <a:pt x="28" y="44"/>
                    <a:pt x="38" y="43"/>
                    <a:pt x="39" y="39"/>
                  </a:cubicBezTo>
                  <a:cubicBezTo>
                    <a:pt x="40" y="35"/>
                    <a:pt x="55" y="43"/>
                    <a:pt x="63" y="50"/>
                  </a:cubicBezTo>
                  <a:cubicBezTo>
                    <a:pt x="72" y="57"/>
                    <a:pt x="59" y="52"/>
                    <a:pt x="56" y="59"/>
                  </a:cubicBezTo>
                  <a:cubicBezTo>
                    <a:pt x="52" y="66"/>
                    <a:pt x="42" y="59"/>
                    <a:pt x="39" y="62"/>
                  </a:cubicBezTo>
                  <a:cubicBezTo>
                    <a:pt x="36" y="65"/>
                    <a:pt x="18" y="66"/>
                    <a:pt x="13" y="66"/>
                  </a:cubicBezTo>
                  <a:cubicBezTo>
                    <a:pt x="8" y="65"/>
                    <a:pt x="0" y="73"/>
                    <a:pt x="1" y="76"/>
                  </a:cubicBezTo>
                  <a:cubicBezTo>
                    <a:pt x="1" y="80"/>
                    <a:pt x="19" y="74"/>
                    <a:pt x="26" y="78"/>
                  </a:cubicBezTo>
                  <a:cubicBezTo>
                    <a:pt x="32" y="82"/>
                    <a:pt x="38" y="74"/>
                    <a:pt x="42" y="79"/>
                  </a:cubicBezTo>
                  <a:cubicBezTo>
                    <a:pt x="45" y="84"/>
                    <a:pt x="53" y="80"/>
                    <a:pt x="56" y="82"/>
                  </a:cubicBezTo>
                  <a:cubicBezTo>
                    <a:pt x="60" y="83"/>
                    <a:pt x="79" y="80"/>
                    <a:pt x="79" y="80"/>
                  </a:cubicBezTo>
                  <a:cubicBezTo>
                    <a:pt x="81" y="78"/>
                    <a:pt x="82" y="74"/>
                    <a:pt x="82" y="72"/>
                  </a:cubicBezTo>
                  <a:cubicBezTo>
                    <a:pt x="82" y="67"/>
                    <a:pt x="86" y="68"/>
                    <a:pt x="90" y="67"/>
                  </a:cubicBezTo>
                  <a:cubicBezTo>
                    <a:pt x="94" y="66"/>
                    <a:pt x="97" y="61"/>
                    <a:pt x="100" y="61"/>
                  </a:cubicBezTo>
                  <a:cubicBezTo>
                    <a:pt x="103" y="61"/>
                    <a:pt x="107" y="56"/>
                    <a:pt x="110" y="57"/>
                  </a:cubicBezTo>
                  <a:cubicBezTo>
                    <a:pt x="113" y="58"/>
                    <a:pt x="117" y="64"/>
                    <a:pt x="121" y="61"/>
                  </a:cubicBezTo>
                  <a:cubicBezTo>
                    <a:pt x="125" y="57"/>
                    <a:pt x="126" y="60"/>
                    <a:pt x="132" y="54"/>
                  </a:cubicBezTo>
                  <a:cubicBezTo>
                    <a:pt x="137" y="47"/>
                    <a:pt x="141" y="48"/>
                    <a:pt x="148" y="49"/>
                  </a:cubicBezTo>
                  <a:cubicBezTo>
                    <a:pt x="156" y="50"/>
                    <a:pt x="160" y="46"/>
                    <a:pt x="162" y="41"/>
                  </a:cubicBezTo>
                  <a:cubicBezTo>
                    <a:pt x="164" y="36"/>
                    <a:pt x="171" y="36"/>
                    <a:pt x="176" y="33"/>
                  </a:cubicBezTo>
                  <a:cubicBezTo>
                    <a:pt x="180" y="30"/>
                    <a:pt x="189" y="27"/>
                    <a:pt x="191" y="25"/>
                  </a:cubicBezTo>
                  <a:cubicBezTo>
                    <a:pt x="193" y="25"/>
                    <a:pt x="193" y="23"/>
                    <a:pt x="193" y="22"/>
                  </a:cubicBezTo>
                  <a:cubicBezTo>
                    <a:pt x="187" y="17"/>
                    <a:pt x="184" y="22"/>
                    <a:pt x="178" y="1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64" name="Google Shape;364;p31"/>
            <p:cNvSpPr/>
            <p:nvPr/>
          </p:nvSpPr>
          <p:spPr>
            <a:xfrm>
              <a:off x="6270847" y="2325765"/>
              <a:ext cx="173044" cy="112716"/>
            </a:xfrm>
            <a:custGeom>
              <a:avLst/>
              <a:gdLst/>
              <a:ahLst/>
              <a:cxnLst/>
              <a:rect l="l" t="t" r="r" b="b"/>
              <a:pathLst>
                <a:path w="136" h="91" extrusionOk="0">
                  <a:moveTo>
                    <a:pt x="111" y="74"/>
                  </a:moveTo>
                  <a:cubicBezTo>
                    <a:pt x="115" y="76"/>
                    <a:pt x="114" y="79"/>
                    <a:pt x="118" y="79"/>
                  </a:cubicBezTo>
                  <a:cubicBezTo>
                    <a:pt x="121" y="78"/>
                    <a:pt x="127" y="80"/>
                    <a:pt x="130" y="83"/>
                  </a:cubicBezTo>
                  <a:cubicBezTo>
                    <a:pt x="133" y="82"/>
                    <a:pt x="136" y="81"/>
                    <a:pt x="136" y="81"/>
                  </a:cubicBezTo>
                  <a:cubicBezTo>
                    <a:pt x="136" y="81"/>
                    <a:pt x="133" y="63"/>
                    <a:pt x="133" y="58"/>
                  </a:cubicBezTo>
                  <a:cubicBezTo>
                    <a:pt x="132" y="52"/>
                    <a:pt x="115" y="47"/>
                    <a:pt x="115" y="47"/>
                  </a:cubicBezTo>
                  <a:cubicBezTo>
                    <a:pt x="112" y="31"/>
                    <a:pt x="112" y="31"/>
                    <a:pt x="112" y="31"/>
                  </a:cubicBezTo>
                  <a:cubicBezTo>
                    <a:pt x="112" y="31"/>
                    <a:pt x="93" y="34"/>
                    <a:pt x="89" y="33"/>
                  </a:cubicBezTo>
                  <a:cubicBezTo>
                    <a:pt x="86" y="31"/>
                    <a:pt x="78" y="35"/>
                    <a:pt x="75" y="30"/>
                  </a:cubicBezTo>
                  <a:cubicBezTo>
                    <a:pt x="71" y="25"/>
                    <a:pt x="65" y="33"/>
                    <a:pt x="59" y="29"/>
                  </a:cubicBezTo>
                  <a:cubicBezTo>
                    <a:pt x="52" y="25"/>
                    <a:pt x="34" y="31"/>
                    <a:pt x="34" y="27"/>
                  </a:cubicBezTo>
                  <a:cubicBezTo>
                    <a:pt x="33" y="24"/>
                    <a:pt x="41" y="16"/>
                    <a:pt x="46" y="17"/>
                  </a:cubicBezTo>
                  <a:cubicBezTo>
                    <a:pt x="47" y="17"/>
                    <a:pt x="49" y="17"/>
                    <a:pt x="52" y="17"/>
                  </a:cubicBezTo>
                  <a:cubicBezTo>
                    <a:pt x="54" y="13"/>
                    <a:pt x="59" y="4"/>
                    <a:pt x="58" y="2"/>
                  </a:cubicBezTo>
                  <a:cubicBezTo>
                    <a:pt x="56" y="0"/>
                    <a:pt x="50" y="2"/>
                    <a:pt x="46" y="5"/>
                  </a:cubicBezTo>
                  <a:cubicBezTo>
                    <a:pt x="42" y="8"/>
                    <a:pt x="34" y="3"/>
                    <a:pt x="32" y="8"/>
                  </a:cubicBezTo>
                  <a:cubicBezTo>
                    <a:pt x="31" y="13"/>
                    <a:pt x="29" y="17"/>
                    <a:pt x="24" y="17"/>
                  </a:cubicBezTo>
                  <a:cubicBezTo>
                    <a:pt x="19" y="17"/>
                    <a:pt x="23" y="25"/>
                    <a:pt x="18" y="27"/>
                  </a:cubicBezTo>
                  <a:cubicBezTo>
                    <a:pt x="14" y="29"/>
                    <a:pt x="3" y="29"/>
                    <a:pt x="2" y="34"/>
                  </a:cubicBezTo>
                  <a:cubicBezTo>
                    <a:pt x="0" y="38"/>
                    <a:pt x="14" y="41"/>
                    <a:pt x="12" y="47"/>
                  </a:cubicBezTo>
                  <a:cubicBezTo>
                    <a:pt x="11" y="53"/>
                    <a:pt x="19" y="59"/>
                    <a:pt x="15" y="63"/>
                  </a:cubicBezTo>
                  <a:cubicBezTo>
                    <a:pt x="11" y="66"/>
                    <a:pt x="7" y="71"/>
                    <a:pt x="7" y="81"/>
                  </a:cubicBezTo>
                  <a:cubicBezTo>
                    <a:pt x="11" y="83"/>
                    <a:pt x="14" y="85"/>
                    <a:pt x="16" y="82"/>
                  </a:cubicBezTo>
                  <a:cubicBezTo>
                    <a:pt x="18" y="77"/>
                    <a:pt x="34" y="82"/>
                    <a:pt x="34" y="77"/>
                  </a:cubicBezTo>
                  <a:cubicBezTo>
                    <a:pt x="34" y="72"/>
                    <a:pt x="50" y="74"/>
                    <a:pt x="50" y="69"/>
                  </a:cubicBezTo>
                  <a:cubicBezTo>
                    <a:pt x="50" y="64"/>
                    <a:pt x="60" y="53"/>
                    <a:pt x="66" y="54"/>
                  </a:cubicBezTo>
                  <a:cubicBezTo>
                    <a:pt x="73" y="54"/>
                    <a:pt x="66" y="65"/>
                    <a:pt x="73" y="68"/>
                  </a:cubicBezTo>
                  <a:cubicBezTo>
                    <a:pt x="81" y="72"/>
                    <a:pt x="70" y="84"/>
                    <a:pt x="74" y="89"/>
                  </a:cubicBezTo>
                  <a:cubicBezTo>
                    <a:pt x="76" y="91"/>
                    <a:pt x="79" y="91"/>
                    <a:pt x="82" y="90"/>
                  </a:cubicBezTo>
                  <a:cubicBezTo>
                    <a:pt x="85" y="89"/>
                    <a:pt x="88" y="87"/>
                    <a:pt x="92" y="86"/>
                  </a:cubicBezTo>
                  <a:cubicBezTo>
                    <a:pt x="99" y="80"/>
                    <a:pt x="108" y="72"/>
                    <a:pt x="111" y="74"/>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sp>
          <p:nvSpPr>
            <p:cNvPr id="365" name="Google Shape;365;p31"/>
            <p:cNvSpPr/>
            <p:nvPr/>
          </p:nvSpPr>
          <p:spPr>
            <a:xfrm>
              <a:off x="6107329" y="2390855"/>
              <a:ext cx="325449" cy="227020"/>
            </a:xfrm>
            <a:custGeom>
              <a:avLst/>
              <a:gdLst/>
              <a:ahLst/>
              <a:cxnLst/>
              <a:rect l="l" t="t" r="r" b="b"/>
              <a:pathLst>
                <a:path w="254" h="181" extrusionOk="0">
                  <a:moveTo>
                    <a:pt x="245" y="26"/>
                  </a:moveTo>
                  <a:cubicBezTo>
                    <a:pt x="241" y="26"/>
                    <a:pt x="242" y="23"/>
                    <a:pt x="238" y="21"/>
                  </a:cubicBezTo>
                  <a:cubicBezTo>
                    <a:pt x="235" y="19"/>
                    <a:pt x="226" y="27"/>
                    <a:pt x="219" y="33"/>
                  </a:cubicBezTo>
                  <a:cubicBezTo>
                    <a:pt x="216" y="34"/>
                    <a:pt x="212" y="36"/>
                    <a:pt x="210" y="36"/>
                  </a:cubicBezTo>
                  <a:cubicBezTo>
                    <a:pt x="206" y="38"/>
                    <a:pt x="203" y="38"/>
                    <a:pt x="201" y="36"/>
                  </a:cubicBezTo>
                  <a:cubicBezTo>
                    <a:pt x="197" y="31"/>
                    <a:pt x="208" y="19"/>
                    <a:pt x="200" y="15"/>
                  </a:cubicBezTo>
                  <a:cubicBezTo>
                    <a:pt x="193" y="12"/>
                    <a:pt x="200" y="1"/>
                    <a:pt x="193" y="1"/>
                  </a:cubicBezTo>
                  <a:cubicBezTo>
                    <a:pt x="187" y="0"/>
                    <a:pt x="177" y="11"/>
                    <a:pt x="177" y="16"/>
                  </a:cubicBezTo>
                  <a:cubicBezTo>
                    <a:pt x="177" y="21"/>
                    <a:pt x="161" y="19"/>
                    <a:pt x="161" y="24"/>
                  </a:cubicBezTo>
                  <a:cubicBezTo>
                    <a:pt x="161" y="29"/>
                    <a:pt x="145" y="24"/>
                    <a:pt x="143" y="29"/>
                  </a:cubicBezTo>
                  <a:cubicBezTo>
                    <a:pt x="140" y="35"/>
                    <a:pt x="132" y="25"/>
                    <a:pt x="127" y="25"/>
                  </a:cubicBezTo>
                  <a:cubicBezTo>
                    <a:pt x="122" y="25"/>
                    <a:pt x="119" y="18"/>
                    <a:pt x="113" y="20"/>
                  </a:cubicBezTo>
                  <a:cubicBezTo>
                    <a:pt x="106" y="22"/>
                    <a:pt x="103" y="18"/>
                    <a:pt x="98" y="17"/>
                  </a:cubicBezTo>
                  <a:cubicBezTo>
                    <a:pt x="93" y="17"/>
                    <a:pt x="90" y="28"/>
                    <a:pt x="84" y="26"/>
                  </a:cubicBezTo>
                  <a:cubicBezTo>
                    <a:pt x="78" y="24"/>
                    <a:pt x="76" y="36"/>
                    <a:pt x="74" y="43"/>
                  </a:cubicBezTo>
                  <a:cubicBezTo>
                    <a:pt x="72" y="50"/>
                    <a:pt x="48" y="50"/>
                    <a:pt x="49" y="58"/>
                  </a:cubicBezTo>
                  <a:cubicBezTo>
                    <a:pt x="49" y="65"/>
                    <a:pt x="35" y="68"/>
                    <a:pt x="33" y="63"/>
                  </a:cubicBezTo>
                  <a:cubicBezTo>
                    <a:pt x="32" y="58"/>
                    <a:pt x="23" y="61"/>
                    <a:pt x="21" y="60"/>
                  </a:cubicBezTo>
                  <a:cubicBezTo>
                    <a:pt x="19" y="58"/>
                    <a:pt x="12" y="61"/>
                    <a:pt x="13" y="68"/>
                  </a:cubicBezTo>
                  <a:cubicBezTo>
                    <a:pt x="14" y="75"/>
                    <a:pt x="7" y="79"/>
                    <a:pt x="6" y="82"/>
                  </a:cubicBezTo>
                  <a:cubicBezTo>
                    <a:pt x="5" y="85"/>
                    <a:pt x="1" y="93"/>
                    <a:pt x="4" y="97"/>
                  </a:cubicBezTo>
                  <a:cubicBezTo>
                    <a:pt x="7" y="102"/>
                    <a:pt x="0" y="109"/>
                    <a:pt x="4" y="116"/>
                  </a:cubicBezTo>
                  <a:cubicBezTo>
                    <a:pt x="7" y="124"/>
                    <a:pt x="5" y="134"/>
                    <a:pt x="7" y="136"/>
                  </a:cubicBezTo>
                  <a:cubicBezTo>
                    <a:pt x="8" y="139"/>
                    <a:pt x="21" y="138"/>
                    <a:pt x="24" y="145"/>
                  </a:cubicBezTo>
                  <a:cubicBezTo>
                    <a:pt x="27" y="153"/>
                    <a:pt x="7" y="166"/>
                    <a:pt x="6" y="170"/>
                  </a:cubicBezTo>
                  <a:cubicBezTo>
                    <a:pt x="6" y="172"/>
                    <a:pt x="7" y="174"/>
                    <a:pt x="10" y="176"/>
                  </a:cubicBezTo>
                  <a:cubicBezTo>
                    <a:pt x="18" y="177"/>
                    <a:pt x="28" y="178"/>
                    <a:pt x="37" y="179"/>
                  </a:cubicBezTo>
                  <a:cubicBezTo>
                    <a:pt x="48" y="181"/>
                    <a:pt x="107" y="173"/>
                    <a:pt x="108" y="170"/>
                  </a:cubicBezTo>
                  <a:cubicBezTo>
                    <a:pt x="109" y="168"/>
                    <a:pt x="106" y="155"/>
                    <a:pt x="106" y="153"/>
                  </a:cubicBezTo>
                  <a:cubicBezTo>
                    <a:pt x="107" y="150"/>
                    <a:pt x="114" y="144"/>
                    <a:pt x="120" y="144"/>
                  </a:cubicBezTo>
                  <a:cubicBezTo>
                    <a:pt x="126" y="145"/>
                    <a:pt x="132" y="146"/>
                    <a:pt x="132" y="141"/>
                  </a:cubicBezTo>
                  <a:cubicBezTo>
                    <a:pt x="132" y="137"/>
                    <a:pt x="149" y="131"/>
                    <a:pt x="151" y="135"/>
                  </a:cubicBezTo>
                  <a:cubicBezTo>
                    <a:pt x="153" y="139"/>
                    <a:pt x="159" y="138"/>
                    <a:pt x="159" y="127"/>
                  </a:cubicBezTo>
                  <a:cubicBezTo>
                    <a:pt x="160" y="117"/>
                    <a:pt x="159" y="109"/>
                    <a:pt x="165" y="108"/>
                  </a:cubicBezTo>
                  <a:cubicBezTo>
                    <a:pt x="171" y="108"/>
                    <a:pt x="178" y="104"/>
                    <a:pt x="177" y="101"/>
                  </a:cubicBezTo>
                  <a:cubicBezTo>
                    <a:pt x="176" y="98"/>
                    <a:pt x="169" y="92"/>
                    <a:pt x="171" y="90"/>
                  </a:cubicBezTo>
                  <a:cubicBezTo>
                    <a:pt x="173" y="88"/>
                    <a:pt x="189" y="95"/>
                    <a:pt x="191" y="90"/>
                  </a:cubicBezTo>
                  <a:cubicBezTo>
                    <a:pt x="193" y="85"/>
                    <a:pt x="190" y="80"/>
                    <a:pt x="193" y="76"/>
                  </a:cubicBezTo>
                  <a:cubicBezTo>
                    <a:pt x="195" y="72"/>
                    <a:pt x="202" y="68"/>
                    <a:pt x="201" y="64"/>
                  </a:cubicBezTo>
                  <a:cubicBezTo>
                    <a:pt x="200" y="59"/>
                    <a:pt x="202" y="57"/>
                    <a:pt x="198" y="53"/>
                  </a:cubicBezTo>
                  <a:cubicBezTo>
                    <a:pt x="194" y="49"/>
                    <a:pt x="196" y="45"/>
                    <a:pt x="200" y="44"/>
                  </a:cubicBezTo>
                  <a:cubicBezTo>
                    <a:pt x="201" y="44"/>
                    <a:pt x="202" y="44"/>
                    <a:pt x="203" y="43"/>
                  </a:cubicBezTo>
                  <a:cubicBezTo>
                    <a:pt x="207" y="42"/>
                    <a:pt x="210" y="42"/>
                    <a:pt x="212" y="40"/>
                  </a:cubicBezTo>
                  <a:cubicBezTo>
                    <a:pt x="219" y="35"/>
                    <a:pt x="231" y="31"/>
                    <a:pt x="236" y="33"/>
                  </a:cubicBezTo>
                  <a:cubicBezTo>
                    <a:pt x="240" y="34"/>
                    <a:pt x="249" y="33"/>
                    <a:pt x="254" y="27"/>
                  </a:cubicBezTo>
                  <a:cubicBezTo>
                    <a:pt x="251" y="26"/>
                    <a:pt x="247" y="25"/>
                    <a:pt x="245" y="26"/>
                  </a:cubicBezTo>
                  <a:close/>
                </a:path>
              </a:pathLst>
            </a:custGeom>
            <a:solidFill>
              <a:srgbClr val="00BCEB"/>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282828"/>
                </a:solidFill>
                <a:latin typeface="Arial"/>
                <a:ea typeface="Arial"/>
                <a:cs typeface="Arial"/>
                <a:sym typeface="Arial"/>
              </a:endParaRPr>
            </a:p>
          </p:txBody>
        </p:sp>
      </p:grpSp>
      <p:pic>
        <p:nvPicPr>
          <p:cNvPr id="366" name="Google Shape;366;p31"/>
          <p:cNvPicPr preferRelativeResize="0"/>
          <p:nvPr/>
        </p:nvPicPr>
        <p:blipFill>
          <a:blip r:embed="rId10">
            <a:alphaModFix/>
          </a:blip>
          <a:stretch>
            <a:fillRect/>
          </a:stretch>
        </p:blipFill>
        <p:spPr>
          <a:xfrm>
            <a:off x="533400" y="3464563"/>
            <a:ext cx="2183675" cy="1150462"/>
          </a:xfrm>
          <a:prstGeom prst="rect">
            <a:avLst/>
          </a:prstGeom>
          <a:noFill/>
          <a:ln>
            <a:noFill/>
          </a:ln>
        </p:spPr>
      </p:pic>
    </p:spTree>
  </p:cSld>
  <p:clrMapOvr>
    <a:masterClrMapping/>
  </p:clrMapOvr>
</p:sld>
</file>

<file path=ppt/theme/theme1.xml><?xml version="1.0" encoding="utf-8"?>
<a:theme xmlns:a="http://schemas.openxmlformats.org/drawingml/2006/main" name="Blue theme 2015 16x9">
  <a:themeElements>
    <a:clrScheme name="Custom 114">
      <a:dk1>
        <a:srgbClr val="282828"/>
      </a:dk1>
      <a:lt1>
        <a:srgbClr val="0D274D"/>
      </a:lt1>
      <a:dk2>
        <a:srgbClr val="1E4471"/>
      </a:dk2>
      <a:lt2>
        <a:srgbClr val="FFFFFF"/>
      </a:lt2>
      <a:accent1>
        <a:srgbClr val="00BCEB"/>
      </a:accent1>
      <a:accent2>
        <a:srgbClr val="74BF4B"/>
      </a:accent2>
      <a:accent3>
        <a:srgbClr val="1E4471"/>
      </a:accent3>
      <a:accent4>
        <a:srgbClr val="9E9EA2"/>
      </a:accent4>
      <a:accent5>
        <a:srgbClr val="FBAB2C"/>
      </a:accent5>
      <a:accent6>
        <a:srgbClr val="E3241B"/>
      </a:accent6>
      <a:hlink>
        <a:srgbClr val="00BCEB"/>
      </a:hlink>
      <a:folHlink>
        <a:srgbClr val="1E447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559</TotalTime>
  <Words>2036</Words>
  <Application>Microsoft Office PowerPoint</Application>
  <PresentationFormat>On-screen Show (16:9)</PresentationFormat>
  <Paragraphs>293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Aharoni</vt:lpstr>
      <vt:lpstr>Hind</vt:lpstr>
      <vt:lpstr>Arial</vt:lpstr>
      <vt:lpstr>Wingdings</vt:lpstr>
      <vt:lpstr>Blue theme 2015 16x9</vt:lpstr>
      <vt:lpstr>PowerPoint Presentation</vt:lpstr>
      <vt:lpstr>Our Group</vt:lpstr>
      <vt:lpstr>Agenda</vt:lpstr>
      <vt:lpstr>Our Question</vt:lpstr>
      <vt:lpstr>Objective</vt:lpstr>
      <vt:lpstr>PowerPoint Presentation</vt:lpstr>
      <vt:lpstr>Statistics</vt:lpstr>
      <vt:lpstr>PowerPoint Presentation</vt:lpstr>
      <vt:lpstr>PowerPoint Presentation</vt:lpstr>
      <vt:lpstr>PowerPoint Presentation</vt:lpstr>
      <vt:lpstr>What is natlock? </vt:lpstr>
      <vt:lpstr>Primary Features </vt:lpstr>
      <vt:lpstr>Technology Behind natlock</vt:lpstr>
      <vt:lpstr>LCD Screen UI</vt:lpstr>
      <vt:lpstr>Energy Usage </vt:lpstr>
      <vt:lpstr>How To Use natlock </vt:lpstr>
      <vt:lpstr>Why Us? </vt:lpstr>
      <vt:lpstr>Future Product Improvements</vt:lpstr>
      <vt:lpstr>Future Platform Expansion</vt:lpstr>
      <vt:lpstr>Cost Break Down &amp; ROI</vt:lpstr>
      <vt:lpstr>PowerPoint Presentation</vt:lpstr>
      <vt:lpstr>Questions? </vt:lpstr>
      <vt:lpstr>Thank you to all the interns and Cisco Staff for this opportunity!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Sasha</dc:creator>
  <cp:lastModifiedBy>Nataliia</cp:lastModifiedBy>
  <cp:revision>39</cp:revision>
  <dcterms:modified xsi:type="dcterms:W3CDTF">2021-07-01T14:04:17Z</dcterms:modified>
</cp:coreProperties>
</file>